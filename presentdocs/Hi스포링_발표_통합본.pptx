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1.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F1B2D"/>
                </a:solidFill>
                <a:latin typeface="Malgun Gothic"/>
              </a:defRPr>
            </a:pPr>
            <a:r>
              <a:rPr sz="1200" b="0" i="0" u="none" strike="noStrike">
                <a:solidFill>
                  <a:srgbClr val="0F1B2D"/>
                </a:solidFill>
                <a:latin typeface="Malgun Gothic"/>
              </a:rPr>
              <a:t>항목별 점수 (100점)</a:t>
            </a:r>
          </a:p>
        </c:rich>
      </c:tx>
      <c:layout/>
      <c:overlay val="0"/>
    </c:title>
    <c:autoTitleDeleted val="0"/>
    <c:plotArea>
      <c:layout/>
      <c:barChart>
        <c:barDir val="bar"/>
        <c:grouping val="clustered"/>
        <c:varyColors val="0"/>
        <c:ser>
          <c:idx val="0"/>
          <c:order val="0"/>
          <c:tx>
            <c:strRef>
              <c:f>Sheet1!$B$1</c:f>
              <c:strCache>
                <c:ptCount val="1"/>
                <c:pt idx="0">
                  <c:v>점수</c:v>
                </c:pt>
              </c:strCache>
            </c:strRef>
          </c:tx>
          <c:spPr>
            <a:solidFill>
              <a:srgbClr val="00C98E"/>
            </a:solidFill>
            <a:effectLst/>
          </c:spPr>
          <c:invertIfNegative val="0"/>
          <c:dLbls>
            <c:numFmt formatCode="#,##0" sourceLinked="0"/>
            <c:txPr>
              <a:bodyPr/>
              <a:lstStyle/>
              <a:p>
                <a:pPr>
                  <a:defRPr b="0" i="0" strike="noStrike" sz="1100" u="none">
                    <a:solidFill>
                      <a:srgbClr val="0F1B2D"/>
                    </a:solidFill>
                    <a:latin typeface="Malgun Gothic"/>
                  </a:defRPr>
                </a:pPr>
              </a:p>
            </c:txPr>
            <c:showLegendKey val="0"/>
            <c:showVal val="1"/>
            <c:showCatName val="0"/>
            <c:showSerName val="0"/>
            <c:showPercent val="0"/>
            <c:showBubbleSize val="0"/>
            <c:showLeaderLines val="0"/>
          </c:dLbls>
          <c:dPt>
            <c:idx val="0"/>
            <c:invertIfNegative val="0"/>
            <c:bubble3D val="0"/>
            <c:spPr>
              <a:solidFill>
                <a:srgbClr val="00C98E"/>
              </a:solidFill>
              <a:effectLst/>
            </c:spPr>
          </c:dPt>
          <c:dPt>
            <c:idx val="1"/>
            <c:invertIfNegative val="0"/>
            <c:bubble3D val="0"/>
            <c:spPr>
              <a:solidFill>
                <a:srgbClr val="7A5AF0"/>
              </a:solidFill>
              <a:effectLst/>
            </c:spPr>
          </c:dPt>
          <c:dPt>
            <c:idx val="2"/>
            <c:invertIfNegative val="0"/>
            <c:bubble3D val="0"/>
            <c:spPr>
              <a:solidFill>
                <a:srgbClr val="0046F0"/>
              </a:solidFill>
              <a:effectLst/>
            </c:spPr>
          </c:dPt>
          <c:cat>
            <c:multiLvlStrRef>
              <c:f>Sheet1!$A$2:$A$4</c:f>
              <c:multiLvlStrCache>
                <c:ptCount val="3"/>
                <c:lvl>
                  <c:pt idx="0">
                    <c:v>시설 적합성</c:v>
                  </c:pt>
                  <c:pt idx="1">
                    <c:v>시설 공급</c:v>
                  </c:pt>
                  <c:pt idx="2">
                    <c:v>종목 수요</c:v>
                  </c:pt>
                </c:lvl>
              </c:multiLvlStrCache>
            </c:multiLvlStrRef>
          </c:cat>
          <c:val>
            <c:numRef>
              <c:f>Sheet1!$B$2:$B$4</c:f>
              <c:numCache>
                <c:formatCode>General</c:formatCode>
                <c:ptCount val="3"/>
                <c:pt idx="0">
                  <c:v>80</c:v>
                </c:pt>
                <c:pt idx="1">
                  <c:v>70</c:v>
                </c:pt>
                <c:pt idx="2">
                  <c:v>85</c:v>
                </c:pt>
              </c:numCache>
            </c:numRef>
          </c:val>
        </c:ser>
        <c:dLbls>
          <c:numFmt formatCode="#,##0" sourceLinked="0"/>
          <c:txPr>
            <a:bodyPr/>
            <a:lstStyle/>
            <a:p>
              <a:pPr>
                <a:defRPr b="0" i="0" strike="noStrike" sz="1100" u="none">
                  <a:solidFill>
                    <a:srgbClr val="0F1B2D"/>
                  </a:solidFill>
                  <a:latin typeface="Malgun Gothic"/>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56657A"/>
                </a:solidFill>
                <a:latin typeface="Malgun Gothic"/>
              </a:defRPr>
            </a:pPr>
            <a:endParaRPr lang="en-US"/>
          </a:p>
        </c:txPr>
        <c:crossAx val="2094734552"/>
        <c:crosses val="autoZero"/>
        <c:auto val="1"/>
        <c:lblAlgn val="ctr"/>
        <c:noMultiLvlLbl val="1"/>
      </c:catAx>
      <c:valAx>
        <c:axId val="2094734552"/>
        <c:scaling>
          <c:orientation val="minMax"/>
          <c:max val="1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팀 설홍길입니다. 저희는 공공데이터와 AI를 활용해 지역에 맞는 체육복지 프로그램 설계를 돕는 플랫폼, Hi스포링을 소개하겠습니다.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 팀 설홍길은 세 명입니다. 홍석환 팀장이 대시보드와 프로그램 설계 기능, AI 화면 흐름을 맡았고, 저 서정길은 시설 현황, UI/UX 개선, Render 배포와 Gemini AI 연동을 맡았습니다. 설호현 님은 프로그램 현황과 CSV 데이터 정제 및 예외처리를 담당했습니다.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서비스명 Hi스포링은 사람(Human)과 AI를 뜻하는 HI, 스포츠(Sports)와 연결(Ring)을 뜻하는 스포링을 합친 이름입니다. 사람의 판단과 AI의 데이터 분석을 결합한다는 서비스 철학을 담았습니다.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발표는 프로젝트 개요, 팀과 일정, 기술과 아키텍처, 핵심 구현, 시연, 마무리 순서로 진행합니다.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지역에 맞는 체육복지를 실현하려면 주민의 이용 실적, 기존 프로그램, 활용 가능한 시설을 함께 봐야 합니다. 저희는 이 세 가지 공공데이터를 지역·종목·시설 중심으로 묶어 하나의 기획 환경을 만들었습니다.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Hi스포링은 단순한 시설·프로그램 조회 서비스가 아니라, 담당자의 정책 판단을 지원하는 의사결정 지원 플랫폼입니다. 핵심 가치는 한 화면의 지역 현황, 근거 기반 AI 검토, 그리고 운영 계획서까지 이어지는 하나의 흐름입니다.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서비스는 네 단계로 구성됩니다. 지역 현황 확인, 프로그램 설계, AI 검토, 계획서 완성입니다. 중요한 원칙은 AI가 결정을 대신하지 않는다는 점입니다. AI 결과는 참고 자료이고 최종 판단은 담당자가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가지 공공데이터를 사용합니다. 지역 통계 분석의 핵심 근거는 스포츠강좌이용권 이용현황입니다. 또한 데이터를 과대 해석하지 않도록, 실적이 낮은 지역을 수요 부재로 단정하지 않고 미제공 값을 임의로 추정하지 않는 원칙을 세웠습니다.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팀은 세 명입니다. 홍석환 팀장이 프로그램 설계, 저 서정길이 시설 현황과 AI 연동, 배포를, 설호현 님이 프로그램 현황과 CSV 정제를 맡았습니다. 9월 15일부터 23일까지 주말을 제외한 7일 동안 기능 개발, 데이터 처리, AI 연동, 배포까지 진행했습니다.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주요 기능을 사용자 관점의 요구사항 7개로 정리했습니다. 지역 현황 분석부터 프로그램 설계, 조회, AI 검토, 데이터 처리, 계획서 생성, 서비스 운영까지이며, 각 요구사항은 오른쪽의 모듈에서 구현했습니다.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기술 스택은 Python Django를 중심으로 구성했습니다. 화면은 HTMX로 부분 갱신하고 ECharts로 지도와 차트를 그립니다. AI는 google-genai SDK로 Gemini를 호출하며, 데이터는 CSV와 APScheduler 배치로 관리하고 Render에 배포했습니다.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구조는 Django 백엔드를 중심으로 사용자 화면, CSV 기반 공공데이터, 외부 정책 정보, Gemini AI를 연결합니다. 사용자 요청은 프론트엔드를 거쳐 Django에서 처리되고, 메모리 캐시의 CSV 데이터를 집계한 뒤 필요할 때만 AI를 호출해 화면, 계획서, Excel로 응답합니다.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프로젝트는 기능별 Django 앱으로 나누었습니다. dashboard, programs, facilities, planning이 업무를 처리하고, ai_review가 AI 연동을, Batch와 runtime, common이 데이터 적재와 캐시를 담당합니다.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왜 DB가 아닌 CSV를 선택했는지 말씀드리겠습니다. 첫째, 선정한 데이터 중 API로 받을 수 있는 것은 공공체육시설 상세 정보 1종뿐이었고 나머지는 파일로만 제공되어 처리 구조를 CSV로 통일했습니다. 둘째, 기획 대상이 서울이라 전국 원본을 반복 적재하고 색인할 필요가 없었습니다. 셋째, 별도 업무 DB 없이 메모리 캐시로 충분히 빠른 조회가 가능해 짧은 개발 기간과 배포 환경에 맞았습니다. 다만 저장 방식과 처리 범위는 분리해 설계했기 때문에, 전국으로 확대할 때는 DB 저장기로 교체할 수 있도록 선택 지점을 만들어 두었습니다.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선정한 데이터 중 API로 접근할 수 있는 것은 1종뿐이어서 전체 데이터 구조를 CSV 기반으로 설계했습니다. 매월 1일 새벽 1시에 원본 변경 여부를 점검하고, 변경이 있으면 서울 데이터만 추출·검증한 뒤 서비스 파일과 manifest를 발행합니다. 이후 파일 서명을 확인하고 메모리 캐시를 교체합니다.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배치는 매월 1일 새벽 1시에 실행합니다. 월 단위로 최신화 기준일을 두어 매월 같은 기준의 데이터로 서비스를 운영하기 위함이고, 01시는 사용자 접속이 적을 것으로 예상한 시간입니다. 또 원본이 바뀌지 않았으면 재정제를 생략해 불필요한 부하와 캐시 교체를 막습니다. 원본이 바뀌었거나 서비스 파일이 없으면 서울 데이터를 추출·검증해 발행하고, 관리 화면에서 수동으로 강제 최신화도 할 수 있습니다. 실행 잠금, 0건 미발행, 검증 후 교체, 서명 확인 후 적재의 네 가지 안전장치를 두었습니다. 한계로, 원본 자동 다운로드와 내용 해시 비교는 아직 지원하지 않아 향후 개선 대상입니다.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데이터와 결과는 수명에 맞춰 다르게 저장합니다. 원본과 서비스 데이터는 CSV로, 검증 정보는 manifest로, 조회 데이터는 메모리 캐시로 둡니다. 지역 AI 분석은 24시간 파일 캐시, 프로그램 AI 검토는 1시간 서명 토큰, 최근 계획서는 브라우저에 5건 보관합니다. 또 출처가 다른 CSV에는 공통 키가 없기 때문에 시설명과 좌표 같은 업무 기준으로 연결했습니다.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연동은 제가 담당했습니다. 근거 구성, Gemini 호출, 응답 검증, 결과 제공의 공통 흐름을 따릅니다. 원본 CSV 전체를 올리지 않고 필요한 집계 근거만 JSON 스키마와 함께 보내고, 돌아온 응답은 구조·근거 키·점수를 검증합니다. 지역 분석은 24시간 파일 캐시로, 프로그램 검토는 입력에 연결된 1시간 서명 토큰으로 관리합니다. 재시도는 429와 5xx 오류에만 제한적으로 하고, 프로세스당 동시 AI 분석은 1건으로 제한합니다. 공급자는 팩토리 구조로 분리해 향후 다른 모델로 확장할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모듈은 공급자를 교체할 수 있도록 설계했습니다. 업무 서비스는 공통 AIRequest만 만들고, 팩토리가 설정에 따라 공급자를 고릅니다. SDK 호출과 오류 처리는 어댑터 안에 격리되고, 응답은 공통 AIResponse로 검증합니다. 현재는 Gemini와 테스트용 더미 공급자가 구현되어 있고, GPT나 Claude는 어댑터를 추가하면 붙일 수 있습니다. 다만 장애 시 자동 전환 기능은 아직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예외처리는 서비스의 연결 지점 여섯 곳, 즉 요청, 캐시, 배치, AI, 정책 조회, Excel 내보내기를 기준으로 설계했습니다. 원칙은 장애가 난 구간을 사용자에게 명확히 알리고, 기존 정상 데이터와 쓸 수 있는 기능은 계속 제공하는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계층 관점에서 보면, 프론트엔드부터 배치까지 각 계층이 자기 구간의 오류를 안내하고, 기존 정상 데이터와 가능한 기능은 유지하는 것이 원칙입니다. 배포 과정에서 Gunicorn fork 이후 스레드 상태가 어긋나 기동이 대기하는 문제가 있었는데, 적재와 스케줄러 시작을 워커 초기화 이후로 분리해 해결했습니다.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상황별 대응을 영역별로 정리했습니다. 데이터와 배치 쪽은 실패하더라도 기존 서비스 파일과 정상 캐시를 유지해 조회가 끊기지 않게 했습니다. AI 쪽은 통신이나 응답 검증에 실패해도 AI 없이 기본 계획서를 만들 수 있고, 일시적 오류에만 제한적으로 재시도합니다. 화면 쪽은 응답 순서 역전, 입력 오류, 선택 결과 변조와 만료를 검사합니다.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시연입니다. STEP 01에서 관악구와 구로구를 선택하면 이용 시설 279곳, 개설 강좌 753건, 신청 인원 2만 2천여 명이 집계됩니다. AI로 분석하기를 누르면 태권도 비중이 높다는 특징과 기획 시 확인할 점을 정리해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02에서는 종목을 태권도로 선택하면 정상 운영 중인 후보 시설 138곳이 나옵니다. 시설 상세와 인접 교통 정보를 확인하고 최대 20곳까지 선택할 수 있습니다. 선택 결과는 서명 토큰으로 검증해 변조나 만료를 막습니다.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03에서 프로그램 정보를 입력하고 AI 검토를 요청하면 항목별 점수와 강점, 위험요인, 개선 제안을 받습니다. 예시 입력은 종합 78점으로 적합 판정이 나왔고, 종목 수요 85점, 시설 공급 70점, 시설 적합성 80점이었습니다. 담당자는 이 결과를 계획서에 포함할지 직접 선택합니다.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설계 외에도 기존 강좌를 비교하고 Excel로 내보내는 프로그램 현황, 교통 정보까지 확인하는 시설 현황, 그리고 문화체육관광부 최신 체육정책을 확인하는 정책 보기 기능을 제공합니다.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시연은 다섯 단계로 진행했고, 주요 화면과 설계·인쇄, AI 호출, 배치 실행, Render 운영 환경까지 확인했습니다. 다만 기능 전체 회귀 테스트는 아니라는 점을 말씀드립니다.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향후 계획의 첫 번째는 AI의 역할 확장입니다. 현재 Hi스포링의 AI는 담당자가 설계한 프로그램을 근거 범위 안에서 검토하고 의견을 주는, 의사결정 지원 도구에 가깝습니다. 다음 단계에서는 데이터에서 참여가 저조한 지역이나 종목 같은 기획 기회를 먼저 찾아 제안하는 조언자로, 최종적으로는 지역 특성에 맞는 프로그램 초안을 능동적으로 설계하고 여러 안을 비교해 제안하는 공동 설계자로 확장하고자 합니다. 이를 위해서는 전국 데이터와 인구·예산 같은 추가 데이터, 실제 운영 결과의 축적이 필요합니다. 다만 AI의 역할이 커지더라도 최종 판단은 담당자가 한다는 HI의 원칙은 그대로 유지합니다.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현재는 서울 범위의 CSV와 메모리 캐시로 운영하지만, data_refresh.py에 CSV와 DB 저장기 선택 지점을 이미 만들어 두었습니다. 향후 원본 API 수집기와 DB 스키마, 색인을 구현해 전국 단위로 확장하고, 배치 신뢰성과 데이터 최신성 표시도 보완할 계획입니다.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팀원들의 한 줄 회고입니다. 공통적으로 AI를 활용해 처음 접하는 기술도 빠르게 구현할 수 있었지만, 요구사항 정의와 데이터 설계의 중요성을 다시 느꼈습니다.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발표를 들어주셔서 감사합니다. 질문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slideLayout" Target="../slideLayouts/slideLayout1.xml"/><Relationship Id="rId1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slideLayout" Target="../slideLayouts/slideLayout1.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1.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25-1.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slideLayout" Target="../slideLayouts/slideLayout1.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image" Target="../media/image-28-9.png"/><Relationship Id="rId10" Type="http://schemas.openxmlformats.org/officeDocument/2006/relationships/image" Target="../media/image-28-10.png"/><Relationship Id="rId11" Type="http://schemas.openxmlformats.org/officeDocument/2006/relationships/image" Target="../media/image-28-11.png"/><Relationship Id="rId12" Type="http://schemas.openxmlformats.org/officeDocument/2006/relationships/image" Target="../media/image-28-12.png"/><Relationship Id="rId13" Type="http://schemas.openxmlformats.org/officeDocument/2006/relationships/slideLayout" Target="../slideLayouts/slideLayout1.xml"/><Relationship Id="rId1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slideLayout" Target="../slideLayouts/slideLayout1.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11F47"/>
        </a:solidFill>
      </p:bgPr>
    </p:bg>
    <p:spTree>
      <p:nvGrpSpPr>
        <p:cNvPr id="1" name=""/>
        <p:cNvGrpSpPr/>
        <p:nvPr/>
      </p:nvGrpSpPr>
      <p:grpSpPr>
        <a:xfrm>
          <a:off x="0" y="0"/>
          <a:ext cx="0" cy="0"/>
          <a:chOff x="0" y="0"/>
          <a:chExt cx="0" cy="0"/>
        </a:xfrm>
      </p:grpSpPr>
      <p:sp>
        <p:nvSpPr>
          <p:cNvPr id="2" name="Shape 0"/>
          <p:cNvSpPr/>
          <p:nvPr/>
        </p:nvSpPr>
        <p:spPr>
          <a:xfrm>
            <a:off x="7680960" y="-1463040"/>
            <a:ext cx="5852160" cy="5852160"/>
          </a:xfrm>
          <a:prstGeom prst="ellipse">
            <a:avLst/>
          </a:prstGeom>
          <a:solidFill>
            <a:srgbClr val="0046F0">
              <a:alpha val="45000"/>
            </a:srgbClr>
          </a:solidFill>
          <a:ln/>
        </p:spPr>
      </p:sp>
      <p:sp>
        <p:nvSpPr>
          <p:cNvPr id="3" name="Shape 1"/>
          <p:cNvSpPr/>
          <p:nvPr/>
        </p:nvSpPr>
        <p:spPr>
          <a:xfrm>
            <a:off x="9692640" y="3566160"/>
            <a:ext cx="3840480" cy="3840480"/>
          </a:xfrm>
          <a:prstGeom prst="ellipse">
            <a:avLst/>
          </a:prstGeom>
          <a:solidFill>
            <a:srgbClr val="00C98E">
              <a:alpha val="40000"/>
            </a:srgbClr>
          </a:solidFill>
          <a:ln/>
        </p:spPr>
      </p:sp>
      <p:pic>
        <p:nvPicPr>
          <p:cNvPr id="4" name="Image 0" descr="/home/claude/deck/a/logo_white.png">    </p:cNvPr>
          <p:cNvPicPr>
            <a:picLocks noChangeAspect="1"/>
          </p:cNvPicPr>
          <p:nvPr/>
        </p:nvPicPr>
        <p:blipFill>
          <a:blip r:embed="rId1"/>
          <a:stretch>
            <a:fillRect/>
          </a:stretch>
        </p:blipFill>
        <p:spPr>
          <a:xfrm>
            <a:off x="548640" y="822960"/>
            <a:ext cx="3017520" cy="1228936"/>
          </a:xfrm>
          <a:prstGeom prst="rect">
            <a:avLst/>
          </a:prstGeom>
        </p:spPr>
      </p:pic>
      <p:sp>
        <p:nvSpPr>
          <p:cNvPr id="5" name="Text 2"/>
          <p:cNvSpPr txBox="1"/>
          <p:nvPr/>
        </p:nvSpPr>
        <p:spPr>
          <a:xfrm>
            <a:off x="548640" y="2331720"/>
            <a:ext cx="5486400" cy="320040"/>
          </a:xfrm>
          <a:prstGeom prst="rect">
            <a:avLst/>
          </a:prstGeom>
          <a:noFill/>
          <a:ln/>
        </p:spPr>
        <p:txBody>
          <a:bodyPr wrap="square" lIns="0" tIns="0" rIns="0" bIns="0" rtlCol="0" anchor="t"/>
          <a:lstStyle/>
          <a:p>
            <a:pPr indent="0" marL="0">
              <a:buNone/>
            </a:pPr>
            <a:r>
              <a:rPr lang="en-US" sz="1400" b="1" dirty="0">
                <a:solidFill>
                  <a:srgbClr val="00C98E"/>
                </a:solidFill>
                <a:latin typeface="Malgun Gothic" pitchFamily="34" charset="0"/>
                <a:ea typeface="Malgun Gothic" pitchFamily="34" charset="-122"/>
                <a:cs typeface="Malgun Gothic" pitchFamily="34" charset="-120"/>
              </a:rPr>
              <a:t>KSPO 공공데이터 활용 프로젝트</a:t>
            </a:r>
            <a:endParaRPr lang="en-US" sz="1400" dirty="0"/>
          </a:p>
        </p:txBody>
      </p:sp>
      <p:sp>
        <p:nvSpPr>
          <p:cNvPr id="6" name="Text 3"/>
          <p:cNvSpPr txBox="1"/>
          <p:nvPr/>
        </p:nvSpPr>
        <p:spPr>
          <a:xfrm>
            <a:off x="548640" y="2743200"/>
            <a:ext cx="6583680" cy="1463040"/>
          </a:xfrm>
          <a:prstGeom prst="rect">
            <a:avLst/>
          </a:prstGeom>
          <a:noFill/>
          <a:ln/>
        </p:spPr>
        <p:txBody>
          <a:bodyPr wrap="square" lIns="0" tIns="0" rIns="0" bIns="0" rtlCol="0" anchor="t"/>
          <a:lstStyle/>
          <a:p>
            <a:pPr indent="0" marL="0">
              <a:lnSpc>
                <a:spcPct val="105000"/>
              </a:lnSpc>
              <a:buNone/>
            </a:pPr>
            <a:r>
              <a:rPr lang="en-US" sz="3600" b="1" dirty="0">
                <a:solidFill>
                  <a:srgbClr val="FFFFFF"/>
                </a:solidFill>
                <a:latin typeface="Malgun Gothic" pitchFamily="34" charset="0"/>
                <a:ea typeface="Malgun Gothic" pitchFamily="34" charset="-122"/>
                <a:cs typeface="Malgun Gothic" pitchFamily="34" charset="-120"/>
              </a:rPr>
              <a:t>공공데이터와 AI로 설계하는</a:t>
            </a:r>
            <a:endParaRPr lang="en-US" sz="3600" dirty="0"/>
          </a:p>
          <a:p>
            <a:pPr indent="0" marL="0">
              <a:lnSpc>
                <a:spcPct val="105000"/>
              </a:lnSpc>
              <a:buNone/>
            </a:pPr>
            <a:r>
              <a:rPr lang="en-US" sz="3600" b="1" dirty="0">
                <a:solidFill>
                  <a:srgbClr val="FFFFFF"/>
                </a:solidFill>
                <a:latin typeface="Malgun Gothic" pitchFamily="34" charset="0"/>
                <a:ea typeface="Malgun Gothic" pitchFamily="34" charset="-122"/>
                <a:cs typeface="Malgun Gothic" pitchFamily="34" charset="-120"/>
              </a:rPr>
              <a:t>지역 맞춤형 체육복지 프로그램</a:t>
            </a:r>
            <a:endParaRPr lang="en-US" sz="3600" dirty="0"/>
          </a:p>
        </p:txBody>
      </p:sp>
      <p:sp>
        <p:nvSpPr>
          <p:cNvPr id="7" name="Text 4"/>
          <p:cNvSpPr txBox="1"/>
          <p:nvPr/>
        </p:nvSpPr>
        <p:spPr>
          <a:xfrm>
            <a:off x="548640" y="4343400"/>
            <a:ext cx="6400800" cy="365760"/>
          </a:xfrm>
          <a:prstGeom prst="rect">
            <a:avLst/>
          </a:prstGeom>
          <a:noFill/>
          <a:ln/>
        </p:spPr>
        <p:txBody>
          <a:bodyPr wrap="square" lIns="0" tIns="0" rIns="0" bIns="0" rtlCol="0" anchor="t"/>
          <a:lstStyle/>
          <a:p>
            <a:pPr indent="0" marL="0">
              <a:buNone/>
            </a:pPr>
            <a:r>
              <a:rPr lang="en-US" sz="1800" dirty="0">
                <a:solidFill>
                  <a:srgbClr val="B9C8E0"/>
                </a:solidFill>
                <a:latin typeface="Malgun Gothic" pitchFamily="34" charset="0"/>
                <a:ea typeface="Malgun Gothic" pitchFamily="34" charset="-122"/>
                <a:cs typeface="Malgun Gothic" pitchFamily="34" charset="-120"/>
              </a:rPr>
              <a:t>체육복지 정책 의사결정 지원 플랫폼</a:t>
            </a:r>
            <a:endParaRPr lang="en-US" sz="1800" dirty="0"/>
          </a:p>
        </p:txBody>
      </p:sp>
      <p:sp>
        <p:nvSpPr>
          <p:cNvPr id="8" name="Text 5"/>
          <p:cNvSpPr txBox="1"/>
          <p:nvPr/>
        </p:nvSpPr>
        <p:spPr>
          <a:xfrm>
            <a:off x="548640" y="5623560"/>
            <a:ext cx="5486400" cy="640080"/>
          </a:xfrm>
          <a:prstGeom prst="rect">
            <a:avLst/>
          </a:prstGeom>
          <a:noFill/>
          <a:ln/>
        </p:spPr>
        <p:txBody>
          <a:bodyPr wrap="square" lIns="0" tIns="0" rIns="0" bIns="0" rtlCol="0" anchor="t"/>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팀 설홍길</a:t>
            </a:r>
            <a:endParaRPr lang="en-US" sz="1300" dirty="0"/>
          </a:p>
          <a:p>
            <a:pPr indent="0" marL="0">
              <a:buNone/>
            </a:pPr>
            <a:r>
              <a:rPr lang="en-US" sz="1300" dirty="0">
                <a:solidFill>
                  <a:srgbClr val="9FB2CF"/>
                </a:solidFill>
                <a:latin typeface="Malgun Gothic" pitchFamily="34" charset="0"/>
                <a:ea typeface="Malgun Gothic" pitchFamily="34" charset="-122"/>
                <a:cs typeface="Malgun Gothic" pitchFamily="34" charset="-120"/>
              </a:rPr>
              <a:t>홍석환 · 서정길 · 설호현   |   2026.09</a:t>
            </a:r>
            <a:endParaRPr lang="en-US" sz="1300" dirty="0"/>
          </a:p>
        </p:txBody>
      </p:sp>
      <p:sp>
        <p:nvSpPr>
          <p:cNvPr id="9" name="Shape 6"/>
          <p:cNvSpPr/>
          <p:nvPr/>
        </p:nvSpPr>
        <p:spPr>
          <a:xfrm>
            <a:off x="6556248" y="1252728"/>
            <a:ext cx="5084064" cy="4885639"/>
          </a:xfrm>
          <a:prstGeom prst="roundRect">
            <a:avLst>
              <a:gd name="adj" fmla="val 1872"/>
            </a:avLst>
          </a:prstGeom>
          <a:solidFill>
            <a:srgbClr val="FFFFFF"/>
          </a:solidFill>
          <a:ln/>
          <a:effectLst>
            <a:outerShdw sx="100000" sy="100000" kx="0" ky="0" algn="bl" rotWithShape="0" blurRad="177800" dist="38100" dir="5400000">
              <a:srgbClr val="1B3A6B">
                <a:alpha val="10000"/>
              </a:srgbClr>
            </a:outerShdw>
          </a:effectLst>
        </p:spPr>
      </p:sp>
      <p:pic>
        <p:nvPicPr>
          <p:cNvPr id="10" name="Image 1" descr="/home/claude/deck/a/dashboard.png">    </p:cNvPr>
          <p:cNvPicPr>
            <a:picLocks noChangeAspect="1"/>
          </p:cNvPicPr>
          <p:nvPr/>
        </p:nvPicPr>
        <p:blipFill>
          <a:blip r:embed="rId2"/>
          <a:stretch>
            <a:fillRect/>
          </a:stretch>
        </p:blipFill>
        <p:spPr>
          <a:xfrm>
            <a:off x="6537960" y="1234440"/>
            <a:ext cx="5120640" cy="492221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180015" y="6473952"/>
            <a:ext cx="1554480" cy="228600"/>
          </a:xfrm>
          <a:prstGeom prst="rect">
            <a:avLst/>
          </a:prstGeom>
          <a:noFill/>
          <a:ln/>
        </p:spPr>
        <p:txBody>
          <a:bodyPr wrap="square" lIns="0" tIns="0" rIns="0" bIns="0" rtlCol="0" anchor="t"/>
          <a:lstStyle/>
          <a:p>
            <a:pPr algn="r" indent="0" marL="0">
              <a:buNone/>
            </a:pPr>
            <a:r>
              <a:rPr lang="en-US" sz="900" b="1" dirty="0">
                <a:solidFill>
                  <a:srgbClr val="011F47"/>
                </a:solidFill>
                <a:latin typeface="Malgun Gothic" pitchFamily="34" charset="0"/>
                <a:ea typeface="Malgun Gothic" pitchFamily="34" charset="-122"/>
                <a:cs typeface="Malgun Gothic" pitchFamily="34" charset="-120"/>
              </a:rPr>
              <a:t>Hi스포링</a:t>
            </a:r>
            <a:pPr algn="r" indent="0" marL="0">
              <a:buNone/>
            </a:pPr>
            <a:r>
              <a:rPr lang="en-US" sz="900" dirty="0">
                <a:solidFill>
                  <a:srgbClr val="8A97A8"/>
                </a:solidFill>
                <a:latin typeface="Malgun Gothic" pitchFamily="34" charset="0"/>
                <a:ea typeface="Malgun Gothic" pitchFamily="34" charset="-122"/>
                <a:cs typeface="Malgun Gothic" pitchFamily="34" charset="-120"/>
              </a:rPr>
              <a:t>   02</a:t>
            </a:r>
            <a:endParaRPr lang="en-US" sz="900" dirty="0"/>
          </a:p>
        </p:txBody>
      </p:sp>
      <p:sp>
        <p:nvSpPr>
          <p:cNvPr id="3" name="Shape 1"/>
          <p:cNvSpPr/>
          <p:nvPr/>
        </p:nvSpPr>
        <p:spPr>
          <a:xfrm>
            <a:off x="548640" y="457200"/>
            <a:ext cx="676656" cy="310896"/>
          </a:xfrm>
          <a:prstGeom prst="roundRect">
            <a:avLst>
              <a:gd name="adj" fmla="val 50000"/>
            </a:avLst>
          </a:prstGeom>
          <a:solidFill>
            <a:srgbClr val="E8EFFF"/>
          </a:solidFill>
          <a:ln/>
        </p:spPr>
      </p:sp>
      <p:sp>
        <p:nvSpPr>
          <p:cNvPr id="4" name="Text 2"/>
          <p:cNvSpPr txBox="1"/>
          <p:nvPr/>
        </p:nvSpPr>
        <p:spPr>
          <a:xfrm>
            <a:off x="548640" y="457200"/>
            <a:ext cx="676656" cy="310896"/>
          </a:xfrm>
          <a:prstGeom prst="rect">
            <a:avLst/>
          </a:prstGeom>
          <a:noFill/>
          <a:ln/>
        </p:spPr>
        <p:txBody>
          <a:bodyPr wrap="square" lIns="0" tIns="0" rIns="0" bIns="0" rtlCol="0" anchor="ctr"/>
          <a:lstStyle/>
          <a:p>
            <a:pPr algn="ctr" indent="0" marL="0">
              <a:buNone/>
            </a:pPr>
            <a:r>
              <a:rPr lang="en-US" sz="1100" b="1" dirty="0">
                <a:solidFill>
                  <a:srgbClr val="0046F0"/>
                </a:solidFill>
                <a:latin typeface="Malgun Gothic" pitchFamily="34" charset="0"/>
                <a:ea typeface="Malgun Gothic" pitchFamily="34" charset="-122"/>
                <a:cs typeface="Malgun Gothic" pitchFamily="34" charset="-120"/>
              </a:rPr>
              <a:t>TEAM</a:t>
            </a:r>
            <a:endParaRPr lang="en-US" sz="1100" dirty="0"/>
          </a:p>
        </p:txBody>
      </p:sp>
      <p:sp>
        <p:nvSpPr>
          <p:cNvPr id="5" name="Text 3"/>
          <p:cNvSpPr txBox="1"/>
          <p:nvPr/>
        </p:nvSpPr>
        <p:spPr>
          <a:xfrm>
            <a:off x="548640" y="896112"/>
            <a:ext cx="11094415" cy="566928"/>
          </a:xfrm>
          <a:prstGeom prst="rect">
            <a:avLst/>
          </a:prstGeom>
          <a:noFill/>
          <a:ln/>
        </p:spPr>
        <p:txBody>
          <a:bodyPr wrap="square" lIns="0" tIns="0" rIns="0" bIns="0" rtlCol="0" anchor="t"/>
          <a:lstStyle/>
          <a:p>
            <a:pPr indent="0" marL="0">
              <a:buNone/>
            </a:pPr>
            <a:r>
              <a:rPr lang="en-US" sz="2800" b="1" dirty="0">
                <a:solidFill>
                  <a:srgbClr val="0F1B2D"/>
                </a:solidFill>
                <a:latin typeface="Malgun Gothic" pitchFamily="34" charset="0"/>
                <a:ea typeface="Malgun Gothic" pitchFamily="34" charset="-122"/>
                <a:cs typeface="Malgun Gothic" pitchFamily="34" charset="-120"/>
              </a:rPr>
              <a:t>팀 설홍길을 소개합니다</a:t>
            </a:r>
            <a:endParaRPr lang="en-US" sz="2800" dirty="0"/>
          </a:p>
        </p:txBody>
      </p:sp>
      <p:sp>
        <p:nvSpPr>
          <p:cNvPr id="6" name="Text 4"/>
          <p:cNvSpPr txBox="1"/>
          <p:nvPr/>
        </p:nvSpPr>
        <p:spPr>
          <a:xfrm>
            <a:off x="548640" y="1481328"/>
            <a:ext cx="11094415" cy="365760"/>
          </a:xfrm>
          <a:prstGeom prst="rect">
            <a:avLst/>
          </a:prstGeom>
          <a:noFill/>
          <a:ln/>
        </p:spPr>
        <p:txBody>
          <a:bodyPr wrap="square" lIns="0" tIns="0" rIns="0" bIns="0" rtlCol="0" anchor="t"/>
          <a:lstStyle/>
          <a:p>
            <a:pPr indent="0" marL="0">
              <a:buNone/>
            </a:pPr>
            <a:r>
              <a:rPr lang="en-US" sz="1400" dirty="0">
                <a:solidFill>
                  <a:srgbClr val="56657A"/>
                </a:solidFill>
                <a:latin typeface="Malgun Gothic" pitchFamily="34" charset="0"/>
                <a:ea typeface="Malgun Gothic" pitchFamily="34" charset="-122"/>
                <a:cs typeface="Malgun Gothic" pitchFamily="34" charset="-120"/>
              </a:rPr>
              <a:t>설호현 · 홍석환 · 서정길, 세 사람의 이름을 모아 만든 팀입니다</a:t>
            </a:r>
            <a:endParaRPr lang="en-US" sz="1400" dirty="0"/>
          </a:p>
        </p:txBody>
      </p:sp>
      <p:sp>
        <p:nvSpPr>
          <p:cNvPr id="7" name="Shape 5"/>
          <p:cNvSpPr/>
          <p:nvPr/>
        </p:nvSpPr>
        <p:spPr>
          <a:xfrm>
            <a:off x="548640" y="2103120"/>
            <a:ext cx="3520440" cy="4114800"/>
          </a:xfrm>
          <a:prstGeom prst="roundRect">
            <a:avLst>
              <a:gd name="adj" fmla="val 5714"/>
            </a:avLst>
          </a:prstGeom>
          <a:solidFill>
            <a:srgbClr val="FFFFFF"/>
          </a:solidFill>
          <a:ln w="12700">
            <a:solidFill>
              <a:srgbClr val="DCE3EE"/>
            </a:solidFill>
            <a:prstDash val="solid"/>
          </a:ln>
        </p:spPr>
      </p:sp>
      <p:sp>
        <p:nvSpPr>
          <p:cNvPr id="8" name="Shape 6"/>
          <p:cNvSpPr/>
          <p:nvPr/>
        </p:nvSpPr>
        <p:spPr>
          <a:xfrm>
            <a:off x="548640" y="2103120"/>
            <a:ext cx="3520440" cy="1417320"/>
          </a:xfrm>
          <a:prstGeom prst="roundRect">
            <a:avLst>
              <a:gd name="adj" fmla="val 14194"/>
            </a:avLst>
          </a:prstGeom>
          <a:solidFill>
            <a:srgbClr val="E8EFFF"/>
          </a:solidFill>
          <a:ln/>
        </p:spPr>
      </p:sp>
      <p:sp>
        <p:nvSpPr>
          <p:cNvPr id="9" name="Shape 7"/>
          <p:cNvSpPr/>
          <p:nvPr/>
        </p:nvSpPr>
        <p:spPr>
          <a:xfrm>
            <a:off x="548640" y="3291840"/>
            <a:ext cx="3520440" cy="228600"/>
          </a:xfrm>
          <a:prstGeom prst="rect">
            <a:avLst/>
          </a:prstGeom>
          <a:solidFill>
            <a:srgbClr val="E8EFFF"/>
          </a:solidFill>
          <a:ln/>
        </p:spPr>
      </p:sp>
      <p:sp>
        <p:nvSpPr>
          <p:cNvPr id="10" name="Shape 8"/>
          <p:cNvSpPr/>
          <p:nvPr/>
        </p:nvSpPr>
        <p:spPr>
          <a:xfrm>
            <a:off x="868680" y="2423160"/>
            <a:ext cx="777240" cy="777240"/>
          </a:xfrm>
          <a:prstGeom prst="ellipse">
            <a:avLst>
              <a:gd name="adj" fmla="val 14118"/>
            </a:avLst>
          </a:prstGeom>
          <a:solidFill>
            <a:srgbClr val="0046F0"/>
          </a:solidFill>
          <a:ln/>
        </p:spPr>
      </p:sp>
      <p:pic>
        <p:nvPicPr>
          <p:cNvPr id="11" name="Image 0" descr="preencoded.png">    </p:cNvPr>
          <p:cNvPicPr>
            <a:picLocks noChangeAspect="1"/>
          </p:cNvPicPr>
          <p:nvPr/>
        </p:nvPicPr>
        <p:blipFill>
          <a:blip r:embed="rId1"/>
          <a:stretch>
            <a:fillRect/>
          </a:stretch>
        </p:blipFill>
        <p:spPr>
          <a:xfrm>
            <a:off x="1070762" y="2625242"/>
            <a:ext cx="373075" cy="373075"/>
          </a:xfrm>
          <a:prstGeom prst="rect">
            <a:avLst/>
          </a:prstGeom>
        </p:spPr>
      </p:pic>
      <p:sp>
        <p:nvSpPr>
          <p:cNvPr id="12" name="Text 9"/>
          <p:cNvSpPr txBox="1"/>
          <p:nvPr/>
        </p:nvSpPr>
        <p:spPr>
          <a:xfrm>
            <a:off x="1828800" y="2432304"/>
            <a:ext cx="2057400" cy="438912"/>
          </a:xfrm>
          <a:prstGeom prst="rect">
            <a:avLst/>
          </a:prstGeom>
          <a:noFill/>
          <a:ln/>
        </p:spPr>
        <p:txBody>
          <a:bodyPr wrap="square" lIns="0" tIns="0" rIns="0" bIns="0" rtlCol="0" anchor="t"/>
          <a:lstStyle/>
          <a:p>
            <a:pPr indent="0" marL="0">
              <a:buNone/>
            </a:pPr>
            <a:r>
              <a:rPr lang="en-US" sz="2200" b="1" dirty="0">
                <a:solidFill>
                  <a:srgbClr val="0F1B2D"/>
                </a:solidFill>
                <a:latin typeface="Malgun Gothic" pitchFamily="34" charset="0"/>
                <a:ea typeface="Malgun Gothic" pitchFamily="34" charset="-122"/>
                <a:cs typeface="Malgun Gothic" pitchFamily="34" charset="-120"/>
              </a:rPr>
              <a:t>홍석환</a:t>
            </a:r>
            <a:endParaRPr lang="en-US" sz="2200" dirty="0"/>
          </a:p>
        </p:txBody>
      </p:sp>
      <p:sp>
        <p:nvSpPr>
          <p:cNvPr id="13" name="Shape 10"/>
          <p:cNvSpPr/>
          <p:nvPr/>
        </p:nvSpPr>
        <p:spPr>
          <a:xfrm>
            <a:off x="1828800" y="2907792"/>
            <a:ext cx="640080" cy="274320"/>
          </a:xfrm>
          <a:prstGeom prst="roundRect">
            <a:avLst>
              <a:gd name="adj" fmla="val 50000"/>
            </a:avLst>
          </a:prstGeom>
          <a:solidFill>
            <a:srgbClr val="FFFFFF"/>
          </a:solidFill>
          <a:ln/>
        </p:spPr>
      </p:sp>
      <p:sp>
        <p:nvSpPr>
          <p:cNvPr id="14" name="Text 11"/>
          <p:cNvSpPr txBox="1"/>
          <p:nvPr/>
        </p:nvSpPr>
        <p:spPr>
          <a:xfrm>
            <a:off x="1828800" y="2907792"/>
            <a:ext cx="640080" cy="274320"/>
          </a:xfrm>
          <a:prstGeom prst="rect">
            <a:avLst/>
          </a:prstGeom>
          <a:noFill/>
          <a:ln/>
        </p:spPr>
        <p:txBody>
          <a:bodyPr wrap="square" lIns="0" tIns="0" rIns="0" bIns="0" rtlCol="0" anchor="ctr"/>
          <a:lstStyle/>
          <a:p>
            <a:pPr algn="ctr" indent="0" marL="0">
              <a:buNone/>
            </a:pPr>
            <a:r>
              <a:rPr lang="en-US" sz="1050" b="1" dirty="0">
                <a:solidFill>
                  <a:srgbClr val="0046F0"/>
                </a:solidFill>
                <a:latin typeface="Malgun Gothic" pitchFamily="34" charset="0"/>
                <a:ea typeface="Malgun Gothic" pitchFamily="34" charset="-122"/>
                <a:cs typeface="Malgun Gothic" pitchFamily="34" charset="-120"/>
              </a:rPr>
              <a:t>팀장</a:t>
            </a:r>
            <a:endParaRPr lang="en-US" sz="1050" dirty="0"/>
          </a:p>
        </p:txBody>
      </p:sp>
      <p:sp>
        <p:nvSpPr>
          <p:cNvPr id="15" name="Text 12"/>
          <p:cNvSpPr txBox="1"/>
          <p:nvPr/>
        </p:nvSpPr>
        <p:spPr>
          <a:xfrm>
            <a:off x="868680" y="3749040"/>
            <a:ext cx="2880360" cy="256032"/>
          </a:xfrm>
          <a:prstGeom prst="rect">
            <a:avLst/>
          </a:prstGeom>
          <a:noFill/>
          <a:ln/>
        </p:spPr>
        <p:txBody>
          <a:bodyPr wrap="square" lIns="0" tIns="0" rIns="0" bIns="0" rtlCol="0" anchor="t"/>
          <a:lstStyle/>
          <a:p>
            <a:pPr indent="0" marL="0">
              <a:buNone/>
            </a:pPr>
            <a:r>
              <a:rPr lang="en-US" sz="1050" b="1" dirty="0">
                <a:solidFill>
                  <a:srgbClr val="8A97A8"/>
                </a:solidFill>
                <a:latin typeface="Malgun Gothic" pitchFamily="34" charset="0"/>
                <a:ea typeface="Malgun Gothic" pitchFamily="34" charset="-122"/>
                <a:cs typeface="Malgun Gothic" pitchFamily="34" charset="-120"/>
              </a:rPr>
              <a:t>담당 영역</a:t>
            </a:r>
            <a:endParaRPr lang="en-US" sz="1050" dirty="0"/>
          </a:p>
        </p:txBody>
      </p:sp>
      <p:sp>
        <p:nvSpPr>
          <p:cNvPr id="16" name="Text 13"/>
          <p:cNvSpPr txBox="1"/>
          <p:nvPr/>
        </p:nvSpPr>
        <p:spPr>
          <a:xfrm>
            <a:off x="868680" y="4005072"/>
            <a:ext cx="2880360" cy="329184"/>
          </a:xfrm>
          <a:prstGeom prst="rect">
            <a:avLst/>
          </a:prstGeom>
          <a:noFill/>
          <a:ln/>
        </p:spPr>
        <p:txBody>
          <a:bodyPr wrap="square" lIns="0" tIns="0" rIns="0" bIns="0" rtlCol="0" anchor="t"/>
          <a:lstStyle/>
          <a:p>
            <a:pPr indent="0" marL="0">
              <a:buNone/>
            </a:pPr>
            <a:r>
              <a:rPr lang="en-US" sz="1500" b="1" dirty="0">
                <a:solidFill>
                  <a:srgbClr val="0046F0"/>
                </a:solidFill>
                <a:latin typeface="Malgun Gothic" pitchFamily="34" charset="0"/>
                <a:ea typeface="Malgun Gothic" pitchFamily="34" charset="-122"/>
                <a:cs typeface="Malgun Gothic" pitchFamily="34" charset="-120"/>
              </a:rPr>
              <a:t>프로그램 설계</a:t>
            </a:r>
            <a:endParaRPr lang="en-US" sz="1500" dirty="0"/>
          </a:p>
        </p:txBody>
      </p:sp>
      <p:sp>
        <p:nvSpPr>
          <p:cNvPr id="17" name="Text 14"/>
          <p:cNvSpPr txBox="1"/>
          <p:nvPr/>
        </p:nvSpPr>
        <p:spPr>
          <a:xfrm>
            <a:off x="868680" y="4480560"/>
            <a:ext cx="2880360" cy="256032"/>
          </a:xfrm>
          <a:prstGeom prst="rect">
            <a:avLst/>
          </a:prstGeom>
          <a:noFill/>
          <a:ln/>
        </p:spPr>
        <p:txBody>
          <a:bodyPr wrap="square" lIns="0" tIns="0" rIns="0" bIns="0" rtlCol="0" anchor="t"/>
          <a:lstStyle/>
          <a:p>
            <a:pPr indent="0" marL="0">
              <a:buNone/>
            </a:pPr>
            <a:r>
              <a:rPr lang="en-US" sz="1050" b="1" dirty="0">
                <a:solidFill>
                  <a:srgbClr val="8A97A8"/>
                </a:solidFill>
                <a:latin typeface="Malgun Gothic" pitchFamily="34" charset="0"/>
                <a:ea typeface="Malgun Gothic" pitchFamily="34" charset="-122"/>
                <a:cs typeface="Malgun Gothic" pitchFamily="34" charset="-120"/>
              </a:rPr>
              <a:t>주요 작업</a:t>
            </a:r>
            <a:endParaRPr lang="en-US" sz="1050" dirty="0"/>
          </a:p>
        </p:txBody>
      </p:sp>
      <p:pic>
        <p:nvPicPr>
          <p:cNvPr id="18" name="Image 1" descr="preencoded.png">    </p:cNvPr>
          <p:cNvPicPr>
            <a:picLocks noChangeAspect="1"/>
          </p:cNvPicPr>
          <p:nvPr/>
        </p:nvPicPr>
        <p:blipFill>
          <a:blip r:embed="rId2"/>
          <a:stretch>
            <a:fillRect/>
          </a:stretch>
        </p:blipFill>
        <p:spPr>
          <a:xfrm>
            <a:off x="868680" y="4828032"/>
            <a:ext cx="182880" cy="182880"/>
          </a:xfrm>
          <a:prstGeom prst="rect">
            <a:avLst/>
          </a:prstGeom>
        </p:spPr>
      </p:pic>
      <p:sp>
        <p:nvSpPr>
          <p:cNvPr id="19" name="Text 15"/>
          <p:cNvSpPr txBox="1"/>
          <p:nvPr/>
        </p:nvSpPr>
        <p:spPr>
          <a:xfrm>
            <a:off x="1143000" y="4773168"/>
            <a:ext cx="2606040" cy="292608"/>
          </a:xfrm>
          <a:prstGeom prst="rect">
            <a:avLst/>
          </a:prstGeom>
          <a:noFill/>
          <a:ln/>
        </p:spPr>
        <p:txBody>
          <a:bodyPr wrap="square" lIns="0" tIns="0" rIns="0" bIns="0" rtlCol="0" anchor="ctr"/>
          <a:lstStyle/>
          <a:p>
            <a:pPr indent="0" marL="0">
              <a:buNone/>
            </a:pPr>
            <a:r>
              <a:rPr lang="en-US" sz="1200" dirty="0">
                <a:solidFill>
                  <a:srgbClr val="0F1B2D"/>
                </a:solidFill>
                <a:latin typeface="Malgun Gothic" pitchFamily="34" charset="0"/>
                <a:ea typeface="Malgun Gothic" pitchFamily="34" charset="-122"/>
                <a:cs typeface="Malgun Gothic" pitchFamily="34" charset="-120"/>
              </a:rPr>
              <a:t>지역 현황 대시보드</a:t>
            </a:r>
            <a:endParaRPr lang="en-US" sz="1200" dirty="0"/>
          </a:p>
        </p:txBody>
      </p:sp>
      <p:pic>
        <p:nvPicPr>
          <p:cNvPr id="20" name="Image 2" descr="preencoded.png">    </p:cNvPr>
          <p:cNvPicPr>
            <a:picLocks noChangeAspect="1"/>
          </p:cNvPicPr>
          <p:nvPr/>
        </p:nvPicPr>
        <p:blipFill>
          <a:blip r:embed="rId3"/>
          <a:stretch>
            <a:fillRect/>
          </a:stretch>
        </p:blipFill>
        <p:spPr>
          <a:xfrm>
            <a:off x="868680" y="5175504"/>
            <a:ext cx="182880" cy="182880"/>
          </a:xfrm>
          <a:prstGeom prst="rect">
            <a:avLst/>
          </a:prstGeom>
        </p:spPr>
      </p:pic>
      <p:sp>
        <p:nvSpPr>
          <p:cNvPr id="21" name="Text 16"/>
          <p:cNvSpPr txBox="1"/>
          <p:nvPr/>
        </p:nvSpPr>
        <p:spPr>
          <a:xfrm>
            <a:off x="1143000" y="5120640"/>
            <a:ext cx="2606040" cy="292608"/>
          </a:xfrm>
          <a:prstGeom prst="rect">
            <a:avLst/>
          </a:prstGeom>
          <a:noFill/>
          <a:ln/>
        </p:spPr>
        <p:txBody>
          <a:bodyPr wrap="square" lIns="0" tIns="0" rIns="0" bIns="0" rtlCol="0" anchor="ctr"/>
          <a:lstStyle/>
          <a:p>
            <a:pPr indent="0" marL="0">
              <a:buNone/>
            </a:pPr>
            <a:r>
              <a:rPr lang="en-US" sz="1200" dirty="0">
                <a:solidFill>
                  <a:srgbClr val="0F1B2D"/>
                </a:solidFill>
                <a:latin typeface="Malgun Gothic" pitchFamily="34" charset="0"/>
                <a:ea typeface="Malgun Gothic" pitchFamily="34" charset="-122"/>
                <a:cs typeface="Malgun Gothic" pitchFamily="34" charset="-120"/>
              </a:rPr>
              <a:t>프로그램 설계 기능 · 예외처리</a:t>
            </a:r>
            <a:endParaRPr lang="en-US" sz="1200" dirty="0"/>
          </a:p>
        </p:txBody>
      </p:sp>
      <p:pic>
        <p:nvPicPr>
          <p:cNvPr id="22" name="Image 3" descr="preencoded.png">    </p:cNvPr>
          <p:cNvPicPr>
            <a:picLocks noChangeAspect="1"/>
          </p:cNvPicPr>
          <p:nvPr/>
        </p:nvPicPr>
        <p:blipFill>
          <a:blip r:embed="rId4"/>
          <a:stretch>
            <a:fillRect/>
          </a:stretch>
        </p:blipFill>
        <p:spPr>
          <a:xfrm>
            <a:off x="868680" y="5522976"/>
            <a:ext cx="182880" cy="182880"/>
          </a:xfrm>
          <a:prstGeom prst="rect">
            <a:avLst/>
          </a:prstGeom>
        </p:spPr>
      </p:pic>
      <p:sp>
        <p:nvSpPr>
          <p:cNvPr id="23" name="Text 17"/>
          <p:cNvSpPr txBox="1"/>
          <p:nvPr/>
        </p:nvSpPr>
        <p:spPr>
          <a:xfrm>
            <a:off x="1143000" y="5468112"/>
            <a:ext cx="2606040" cy="292608"/>
          </a:xfrm>
          <a:prstGeom prst="rect">
            <a:avLst/>
          </a:prstGeom>
          <a:noFill/>
          <a:ln/>
        </p:spPr>
        <p:txBody>
          <a:bodyPr wrap="square" lIns="0" tIns="0" rIns="0" bIns="0" rtlCol="0" anchor="ctr"/>
          <a:lstStyle/>
          <a:p>
            <a:pPr indent="0" marL="0">
              <a:buNone/>
            </a:pPr>
            <a:r>
              <a:rPr lang="en-US" sz="1200" dirty="0">
                <a:solidFill>
                  <a:srgbClr val="0F1B2D"/>
                </a:solidFill>
                <a:latin typeface="Malgun Gothic" pitchFamily="34" charset="0"/>
                <a:ea typeface="Malgun Gothic" pitchFamily="34" charset="-122"/>
                <a:cs typeface="Malgun Gothic" pitchFamily="34" charset="-120"/>
              </a:rPr>
              <a:t>AI 기능 UI · 사용자 흐름</a:t>
            </a:r>
            <a:endParaRPr lang="en-US" sz="1200" dirty="0"/>
          </a:p>
        </p:txBody>
      </p:sp>
      <p:sp>
        <p:nvSpPr>
          <p:cNvPr id="24" name="Text 18"/>
          <p:cNvSpPr txBox="1"/>
          <p:nvPr/>
        </p:nvSpPr>
        <p:spPr>
          <a:xfrm>
            <a:off x="868680" y="5833872"/>
            <a:ext cx="2880360" cy="237744"/>
          </a:xfrm>
          <a:prstGeom prst="rect">
            <a:avLst/>
          </a:prstGeom>
          <a:noFill/>
          <a:ln/>
        </p:spPr>
        <p:txBody>
          <a:bodyPr wrap="square" lIns="0" tIns="0" rIns="0" bIns="0" rtlCol="0" anchor="t"/>
          <a:lstStyle/>
          <a:p>
            <a:pPr indent="0" marL="0">
              <a:buNone/>
            </a:pPr>
            <a:r>
              <a:rPr lang="en-US" sz="1000" dirty="0">
                <a:solidFill>
                  <a:srgbClr val="56657A"/>
                </a:solidFill>
                <a:latin typeface="Malgun Gothic" pitchFamily="34" charset="0"/>
                <a:ea typeface="Malgun Gothic" pitchFamily="34" charset="-122"/>
                <a:cs typeface="Malgun Gothic" pitchFamily="34" charset="-120"/>
              </a:rPr>
              <a:t>github.com/SeokHwanHong</a:t>
            </a:r>
            <a:endParaRPr lang="en-US" sz="1000" dirty="0"/>
          </a:p>
        </p:txBody>
      </p:sp>
      <p:sp>
        <p:nvSpPr>
          <p:cNvPr id="25" name="Shape 19"/>
          <p:cNvSpPr/>
          <p:nvPr/>
        </p:nvSpPr>
        <p:spPr>
          <a:xfrm>
            <a:off x="4379976" y="2103120"/>
            <a:ext cx="3520440" cy="4114800"/>
          </a:xfrm>
          <a:prstGeom prst="roundRect">
            <a:avLst>
              <a:gd name="adj" fmla="val 5714"/>
            </a:avLst>
          </a:prstGeom>
          <a:solidFill>
            <a:srgbClr val="FFFFFF"/>
          </a:solidFill>
          <a:ln w="12700">
            <a:solidFill>
              <a:srgbClr val="DCE3EE"/>
            </a:solidFill>
            <a:prstDash val="solid"/>
          </a:ln>
        </p:spPr>
      </p:sp>
      <p:sp>
        <p:nvSpPr>
          <p:cNvPr id="26" name="Shape 20"/>
          <p:cNvSpPr/>
          <p:nvPr/>
        </p:nvSpPr>
        <p:spPr>
          <a:xfrm>
            <a:off x="4379976" y="2103120"/>
            <a:ext cx="3520440" cy="1417320"/>
          </a:xfrm>
          <a:prstGeom prst="roundRect">
            <a:avLst>
              <a:gd name="adj" fmla="val 14194"/>
            </a:avLst>
          </a:prstGeom>
          <a:solidFill>
            <a:srgbClr val="E0F8EF"/>
          </a:solidFill>
          <a:ln/>
        </p:spPr>
      </p:sp>
      <p:sp>
        <p:nvSpPr>
          <p:cNvPr id="27" name="Shape 21"/>
          <p:cNvSpPr/>
          <p:nvPr/>
        </p:nvSpPr>
        <p:spPr>
          <a:xfrm>
            <a:off x="4379976" y="3291840"/>
            <a:ext cx="3520440" cy="228600"/>
          </a:xfrm>
          <a:prstGeom prst="rect">
            <a:avLst/>
          </a:prstGeom>
          <a:solidFill>
            <a:srgbClr val="E0F8EF"/>
          </a:solidFill>
          <a:ln/>
        </p:spPr>
      </p:sp>
      <p:sp>
        <p:nvSpPr>
          <p:cNvPr id="28" name="Shape 22"/>
          <p:cNvSpPr/>
          <p:nvPr/>
        </p:nvSpPr>
        <p:spPr>
          <a:xfrm>
            <a:off x="4700016" y="2423160"/>
            <a:ext cx="777240" cy="777240"/>
          </a:xfrm>
          <a:prstGeom prst="ellipse">
            <a:avLst>
              <a:gd name="adj" fmla="val 14118"/>
            </a:avLst>
          </a:prstGeom>
          <a:solidFill>
            <a:srgbClr val="00996C"/>
          </a:solidFill>
          <a:ln/>
        </p:spPr>
      </p:sp>
      <p:pic>
        <p:nvPicPr>
          <p:cNvPr id="29" name="Image 4" descr="preencoded.png">    </p:cNvPr>
          <p:cNvPicPr>
            <a:picLocks noChangeAspect="1"/>
          </p:cNvPicPr>
          <p:nvPr/>
        </p:nvPicPr>
        <p:blipFill>
          <a:blip r:embed="rId5"/>
          <a:stretch>
            <a:fillRect/>
          </a:stretch>
        </p:blipFill>
        <p:spPr>
          <a:xfrm>
            <a:off x="4902098" y="2625242"/>
            <a:ext cx="373075" cy="373075"/>
          </a:xfrm>
          <a:prstGeom prst="rect">
            <a:avLst/>
          </a:prstGeom>
        </p:spPr>
      </p:pic>
      <p:sp>
        <p:nvSpPr>
          <p:cNvPr id="30" name="Text 23"/>
          <p:cNvSpPr txBox="1"/>
          <p:nvPr/>
        </p:nvSpPr>
        <p:spPr>
          <a:xfrm>
            <a:off x="5660136" y="2432304"/>
            <a:ext cx="2057400" cy="438912"/>
          </a:xfrm>
          <a:prstGeom prst="rect">
            <a:avLst/>
          </a:prstGeom>
          <a:noFill/>
          <a:ln/>
        </p:spPr>
        <p:txBody>
          <a:bodyPr wrap="square" lIns="0" tIns="0" rIns="0" bIns="0" rtlCol="0" anchor="t"/>
          <a:lstStyle/>
          <a:p>
            <a:pPr indent="0" marL="0">
              <a:buNone/>
            </a:pPr>
            <a:r>
              <a:rPr lang="en-US" sz="2200" b="1" dirty="0">
                <a:solidFill>
                  <a:srgbClr val="0F1B2D"/>
                </a:solidFill>
                <a:latin typeface="Malgun Gothic" pitchFamily="34" charset="0"/>
                <a:ea typeface="Malgun Gothic" pitchFamily="34" charset="-122"/>
                <a:cs typeface="Malgun Gothic" pitchFamily="34" charset="-120"/>
              </a:rPr>
              <a:t>서정길</a:t>
            </a:r>
            <a:endParaRPr lang="en-US" sz="2200" dirty="0"/>
          </a:p>
        </p:txBody>
      </p:sp>
      <p:sp>
        <p:nvSpPr>
          <p:cNvPr id="31" name="Shape 24"/>
          <p:cNvSpPr/>
          <p:nvPr/>
        </p:nvSpPr>
        <p:spPr>
          <a:xfrm>
            <a:off x="5660136" y="2907792"/>
            <a:ext cx="640080" cy="274320"/>
          </a:xfrm>
          <a:prstGeom prst="roundRect">
            <a:avLst>
              <a:gd name="adj" fmla="val 50000"/>
            </a:avLst>
          </a:prstGeom>
          <a:solidFill>
            <a:srgbClr val="FFFFFF"/>
          </a:solidFill>
          <a:ln/>
        </p:spPr>
      </p:sp>
      <p:sp>
        <p:nvSpPr>
          <p:cNvPr id="32" name="Text 25"/>
          <p:cNvSpPr txBox="1"/>
          <p:nvPr/>
        </p:nvSpPr>
        <p:spPr>
          <a:xfrm>
            <a:off x="5660136" y="2907792"/>
            <a:ext cx="640080" cy="274320"/>
          </a:xfrm>
          <a:prstGeom prst="rect">
            <a:avLst/>
          </a:prstGeom>
          <a:noFill/>
          <a:ln/>
        </p:spPr>
        <p:txBody>
          <a:bodyPr wrap="square" lIns="0" tIns="0" rIns="0" bIns="0" rtlCol="0" anchor="ctr"/>
          <a:lstStyle/>
          <a:p>
            <a:pPr algn="ctr" indent="0" marL="0">
              <a:buNone/>
            </a:pPr>
            <a:r>
              <a:rPr lang="en-US" sz="1050" b="1" dirty="0">
                <a:solidFill>
                  <a:srgbClr val="00996C"/>
                </a:solidFill>
                <a:latin typeface="Malgun Gothic" pitchFamily="34" charset="0"/>
                <a:ea typeface="Malgun Gothic" pitchFamily="34" charset="-122"/>
                <a:cs typeface="Malgun Gothic" pitchFamily="34" charset="-120"/>
              </a:rPr>
              <a:t>팀원</a:t>
            </a:r>
            <a:endParaRPr lang="en-US" sz="1050" dirty="0"/>
          </a:p>
        </p:txBody>
      </p:sp>
      <p:sp>
        <p:nvSpPr>
          <p:cNvPr id="33" name="Text 26"/>
          <p:cNvSpPr txBox="1"/>
          <p:nvPr/>
        </p:nvSpPr>
        <p:spPr>
          <a:xfrm>
            <a:off x="4700016" y="3749040"/>
            <a:ext cx="2880360" cy="256032"/>
          </a:xfrm>
          <a:prstGeom prst="rect">
            <a:avLst/>
          </a:prstGeom>
          <a:noFill/>
          <a:ln/>
        </p:spPr>
        <p:txBody>
          <a:bodyPr wrap="square" lIns="0" tIns="0" rIns="0" bIns="0" rtlCol="0" anchor="t"/>
          <a:lstStyle/>
          <a:p>
            <a:pPr indent="0" marL="0">
              <a:buNone/>
            </a:pPr>
            <a:r>
              <a:rPr lang="en-US" sz="1050" b="1" dirty="0">
                <a:solidFill>
                  <a:srgbClr val="8A97A8"/>
                </a:solidFill>
                <a:latin typeface="Malgun Gothic" pitchFamily="34" charset="0"/>
                <a:ea typeface="Malgun Gothic" pitchFamily="34" charset="-122"/>
                <a:cs typeface="Malgun Gothic" pitchFamily="34" charset="-120"/>
              </a:rPr>
              <a:t>담당 영역</a:t>
            </a:r>
            <a:endParaRPr lang="en-US" sz="1050" dirty="0"/>
          </a:p>
        </p:txBody>
      </p:sp>
      <p:sp>
        <p:nvSpPr>
          <p:cNvPr id="34" name="Text 27"/>
          <p:cNvSpPr txBox="1"/>
          <p:nvPr/>
        </p:nvSpPr>
        <p:spPr>
          <a:xfrm>
            <a:off x="4700016" y="4005072"/>
            <a:ext cx="2880360" cy="329184"/>
          </a:xfrm>
          <a:prstGeom prst="rect">
            <a:avLst/>
          </a:prstGeom>
          <a:noFill/>
          <a:ln/>
        </p:spPr>
        <p:txBody>
          <a:bodyPr wrap="square" lIns="0" tIns="0" rIns="0" bIns="0" rtlCol="0" anchor="t"/>
          <a:lstStyle/>
          <a:p>
            <a:pPr indent="0" marL="0">
              <a:buNone/>
            </a:pPr>
            <a:r>
              <a:rPr lang="en-US" sz="1500" b="1" dirty="0">
                <a:solidFill>
                  <a:srgbClr val="00996C"/>
                </a:solidFill>
                <a:latin typeface="Malgun Gothic" pitchFamily="34" charset="0"/>
                <a:ea typeface="Malgun Gothic" pitchFamily="34" charset="-122"/>
                <a:cs typeface="Malgun Gothic" pitchFamily="34" charset="-120"/>
              </a:rPr>
              <a:t>시설 현황 · AI 연동 · 배포</a:t>
            </a:r>
            <a:endParaRPr lang="en-US" sz="1500" dirty="0"/>
          </a:p>
        </p:txBody>
      </p:sp>
      <p:sp>
        <p:nvSpPr>
          <p:cNvPr id="35" name="Text 28"/>
          <p:cNvSpPr txBox="1"/>
          <p:nvPr/>
        </p:nvSpPr>
        <p:spPr>
          <a:xfrm>
            <a:off x="4700016" y="4480560"/>
            <a:ext cx="2880360" cy="256032"/>
          </a:xfrm>
          <a:prstGeom prst="rect">
            <a:avLst/>
          </a:prstGeom>
          <a:noFill/>
          <a:ln/>
        </p:spPr>
        <p:txBody>
          <a:bodyPr wrap="square" lIns="0" tIns="0" rIns="0" bIns="0" rtlCol="0" anchor="t"/>
          <a:lstStyle/>
          <a:p>
            <a:pPr indent="0" marL="0">
              <a:buNone/>
            </a:pPr>
            <a:r>
              <a:rPr lang="en-US" sz="1050" b="1" dirty="0">
                <a:solidFill>
                  <a:srgbClr val="8A97A8"/>
                </a:solidFill>
                <a:latin typeface="Malgun Gothic" pitchFamily="34" charset="0"/>
                <a:ea typeface="Malgun Gothic" pitchFamily="34" charset="-122"/>
                <a:cs typeface="Malgun Gothic" pitchFamily="34" charset="-120"/>
              </a:rPr>
              <a:t>주요 작업</a:t>
            </a:r>
            <a:endParaRPr lang="en-US" sz="1050" dirty="0"/>
          </a:p>
        </p:txBody>
      </p:sp>
      <p:pic>
        <p:nvPicPr>
          <p:cNvPr id="36" name="Image 5" descr="preencoded.png">    </p:cNvPr>
          <p:cNvPicPr>
            <a:picLocks noChangeAspect="1"/>
          </p:cNvPicPr>
          <p:nvPr/>
        </p:nvPicPr>
        <p:blipFill>
          <a:blip r:embed="rId6"/>
          <a:stretch>
            <a:fillRect/>
          </a:stretch>
        </p:blipFill>
        <p:spPr>
          <a:xfrm>
            <a:off x="4700016" y="4828032"/>
            <a:ext cx="182880" cy="182880"/>
          </a:xfrm>
          <a:prstGeom prst="rect">
            <a:avLst/>
          </a:prstGeom>
        </p:spPr>
      </p:pic>
      <p:sp>
        <p:nvSpPr>
          <p:cNvPr id="37" name="Text 29"/>
          <p:cNvSpPr txBox="1"/>
          <p:nvPr/>
        </p:nvSpPr>
        <p:spPr>
          <a:xfrm>
            <a:off x="4974336" y="4773168"/>
            <a:ext cx="2606040" cy="292608"/>
          </a:xfrm>
          <a:prstGeom prst="rect">
            <a:avLst/>
          </a:prstGeom>
          <a:noFill/>
          <a:ln/>
        </p:spPr>
        <p:txBody>
          <a:bodyPr wrap="square" lIns="0" tIns="0" rIns="0" bIns="0" rtlCol="0" anchor="ctr"/>
          <a:lstStyle/>
          <a:p>
            <a:pPr indent="0" marL="0">
              <a:buNone/>
            </a:pPr>
            <a:r>
              <a:rPr lang="en-US" sz="1200" dirty="0">
                <a:solidFill>
                  <a:srgbClr val="0F1B2D"/>
                </a:solidFill>
                <a:latin typeface="Malgun Gothic" pitchFamily="34" charset="0"/>
                <a:ea typeface="Malgun Gothic" pitchFamily="34" charset="-122"/>
                <a:cs typeface="Malgun Gothic" pitchFamily="34" charset="-120"/>
              </a:rPr>
              <a:t>시설 현황 조회 모듈</a:t>
            </a:r>
            <a:endParaRPr lang="en-US" sz="1200" dirty="0"/>
          </a:p>
        </p:txBody>
      </p:sp>
      <p:pic>
        <p:nvPicPr>
          <p:cNvPr id="38" name="Image 6" descr="preencoded.png">    </p:cNvPr>
          <p:cNvPicPr>
            <a:picLocks noChangeAspect="1"/>
          </p:cNvPicPr>
          <p:nvPr/>
        </p:nvPicPr>
        <p:blipFill>
          <a:blip r:embed="rId7"/>
          <a:stretch>
            <a:fillRect/>
          </a:stretch>
        </p:blipFill>
        <p:spPr>
          <a:xfrm>
            <a:off x="4700016" y="5175504"/>
            <a:ext cx="182880" cy="182880"/>
          </a:xfrm>
          <a:prstGeom prst="rect">
            <a:avLst/>
          </a:prstGeom>
        </p:spPr>
      </p:pic>
      <p:sp>
        <p:nvSpPr>
          <p:cNvPr id="39" name="Text 30"/>
          <p:cNvSpPr txBox="1"/>
          <p:nvPr/>
        </p:nvSpPr>
        <p:spPr>
          <a:xfrm>
            <a:off x="4974336" y="5120640"/>
            <a:ext cx="2606040" cy="292608"/>
          </a:xfrm>
          <a:prstGeom prst="rect">
            <a:avLst/>
          </a:prstGeom>
          <a:noFill/>
          <a:ln/>
        </p:spPr>
        <p:txBody>
          <a:bodyPr wrap="square" lIns="0" tIns="0" rIns="0" bIns="0" rtlCol="0" anchor="ctr"/>
          <a:lstStyle/>
          <a:p>
            <a:pPr indent="0" marL="0">
              <a:buNone/>
            </a:pPr>
            <a:r>
              <a:rPr lang="en-US" sz="1200" dirty="0">
                <a:solidFill>
                  <a:srgbClr val="0F1B2D"/>
                </a:solidFill>
                <a:latin typeface="Malgun Gothic" pitchFamily="34" charset="0"/>
                <a:ea typeface="Malgun Gothic" pitchFamily="34" charset="-122"/>
                <a:cs typeface="Malgun Gothic" pitchFamily="34" charset="-120"/>
              </a:rPr>
              <a:t>서비스 UI/UX 개선</a:t>
            </a:r>
            <a:endParaRPr lang="en-US" sz="1200" dirty="0"/>
          </a:p>
        </p:txBody>
      </p:sp>
      <p:pic>
        <p:nvPicPr>
          <p:cNvPr id="40" name="Image 7" descr="preencoded.png">    </p:cNvPr>
          <p:cNvPicPr>
            <a:picLocks noChangeAspect="1"/>
          </p:cNvPicPr>
          <p:nvPr/>
        </p:nvPicPr>
        <p:blipFill>
          <a:blip r:embed="rId8"/>
          <a:stretch>
            <a:fillRect/>
          </a:stretch>
        </p:blipFill>
        <p:spPr>
          <a:xfrm>
            <a:off x="4700016" y="5522976"/>
            <a:ext cx="182880" cy="182880"/>
          </a:xfrm>
          <a:prstGeom prst="rect">
            <a:avLst/>
          </a:prstGeom>
        </p:spPr>
      </p:pic>
      <p:sp>
        <p:nvSpPr>
          <p:cNvPr id="41" name="Text 31"/>
          <p:cNvSpPr txBox="1"/>
          <p:nvPr/>
        </p:nvSpPr>
        <p:spPr>
          <a:xfrm>
            <a:off x="4974336" y="5468112"/>
            <a:ext cx="2606040" cy="292608"/>
          </a:xfrm>
          <a:prstGeom prst="rect">
            <a:avLst/>
          </a:prstGeom>
          <a:noFill/>
          <a:ln/>
        </p:spPr>
        <p:txBody>
          <a:bodyPr wrap="square" lIns="0" tIns="0" rIns="0" bIns="0" rtlCol="0" anchor="ctr"/>
          <a:lstStyle/>
          <a:p>
            <a:pPr indent="0" marL="0">
              <a:buNone/>
            </a:pPr>
            <a:r>
              <a:rPr lang="en-US" sz="1200" dirty="0">
                <a:solidFill>
                  <a:srgbClr val="0F1B2D"/>
                </a:solidFill>
                <a:latin typeface="Malgun Gothic" pitchFamily="34" charset="0"/>
                <a:ea typeface="Malgun Gothic" pitchFamily="34" charset="-122"/>
                <a:cs typeface="Malgun Gothic" pitchFamily="34" charset="-120"/>
              </a:rPr>
              <a:t>Render 배포 · Gemini AI 연동</a:t>
            </a:r>
            <a:endParaRPr lang="en-US" sz="1200" dirty="0"/>
          </a:p>
        </p:txBody>
      </p:sp>
      <p:sp>
        <p:nvSpPr>
          <p:cNvPr id="42" name="Text 32"/>
          <p:cNvSpPr txBox="1"/>
          <p:nvPr/>
        </p:nvSpPr>
        <p:spPr>
          <a:xfrm>
            <a:off x="4700016" y="5833872"/>
            <a:ext cx="2880360" cy="237744"/>
          </a:xfrm>
          <a:prstGeom prst="rect">
            <a:avLst/>
          </a:prstGeom>
          <a:noFill/>
          <a:ln/>
        </p:spPr>
        <p:txBody>
          <a:bodyPr wrap="square" lIns="0" tIns="0" rIns="0" bIns="0" rtlCol="0" anchor="t"/>
          <a:lstStyle/>
          <a:p>
            <a:pPr indent="0" marL="0">
              <a:buNone/>
            </a:pPr>
            <a:r>
              <a:rPr lang="en-US" sz="1000" dirty="0">
                <a:solidFill>
                  <a:srgbClr val="56657A"/>
                </a:solidFill>
                <a:latin typeface="Malgun Gothic" pitchFamily="34" charset="0"/>
                <a:ea typeface="Malgun Gothic" pitchFamily="34" charset="-122"/>
                <a:cs typeface="Malgun Gothic" pitchFamily="34" charset="-120"/>
              </a:rPr>
              <a:t>github.com/kingdoms1212</a:t>
            </a:r>
            <a:endParaRPr lang="en-US" sz="1000" dirty="0"/>
          </a:p>
        </p:txBody>
      </p:sp>
      <p:sp>
        <p:nvSpPr>
          <p:cNvPr id="43" name="Shape 33"/>
          <p:cNvSpPr/>
          <p:nvPr/>
        </p:nvSpPr>
        <p:spPr>
          <a:xfrm>
            <a:off x="8211312" y="2103120"/>
            <a:ext cx="3520440" cy="4114800"/>
          </a:xfrm>
          <a:prstGeom prst="roundRect">
            <a:avLst>
              <a:gd name="adj" fmla="val 5714"/>
            </a:avLst>
          </a:prstGeom>
          <a:solidFill>
            <a:srgbClr val="FFFFFF"/>
          </a:solidFill>
          <a:ln w="12700">
            <a:solidFill>
              <a:srgbClr val="DCE3EE"/>
            </a:solidFill>
            <a:prstDash val="solid"/>
          </a:ln>
        </p:spPr>
      </p:sp>
      <p:sp>
        <p:nvSpPr>
          <p:cNvPr id="44" name="Shape 34"/>
          <p:cNvSpPr/>
          <p:nvPr/>
        </p:nvSpPr>
        <p:spPr>
          <a:xfrm>
            <a:off x="8211312" y="2103120"/>
            <a:ext cx="3520440" cy="1417320"/>
          </a:xfrm>
          <a:prstGeom prst="roundRect">
            <a:avLst>
              <a:gd name="adj" fmla="val 14194"/>
            </a:avLst>
          </a:prstGeom>
          <a:solidFill>
            <a:srgbClr val="EFEBFF"/>
          </a:solidFill>
          <a:ln/>
        </p:spPr>
      </p:sp>
      <p:sp>
        <p:nvSpPr>
          <p:cNvPr id="45" name="Shape 35"/>
          <p:cNvSpPr/>
          <p:nvPr/>
        </p:nvSpPr>
        <p:spPr>
          <a:xfrm>
            <a:off x="8211312" y="3291840"/>
            <a:ext cx="3520440" cy="228600"/>
          </a:xfrm>
          <a:prstGeom prst="rect">
            <a:avLst/>
          </a:prstGeom>
          <a:solidFill>
            <a:srgbClr val="EFEBFF"/>
          </a:solidFill>
          <a:ln/>
        </p:spPr>
      </p:sp>
      <p:sp>
        <p:nvSpPr>
          <p:cNvPr id="46" name="Shape 36"/>
          <p:cNvSpPr/>
          <p:nvPr/>
        </p:nvSpPr>
        <p:spPr>
          <a:xfrm>
            <a:off x="8531352" y="2423160"/>
            <a:ext cx="777240" cy="777240"/>
          </a:xfrm>
          <a:prstGeom prst="ellipse">
            <a:avLst>
              <a:gd name="adj" fmla="val 14118"/>
            </a:avLst>
          </a:prstGeom>
          <a:solidFill>
            <a:srgbClr val="7A5AF0"/>
          </a:solidFill>
          <a:ln/>
        </p:spPr>
      </p:sp>
      <p:pic>
        <p:nvPicPr>
          <p:cNvPr id="47" name="Image 8" descr="preencoded.png">    </p:cNvPr>
          <p:cNvPicPr>
            <a:picLocks noChangeAspect="1"/>
          </p:cNvPicPr>
          <p:nvPr/>
        </p:nvPicPr>
        <p:blipFill>
          <a:blip r:embed="rId9"/>
          <a:stretch>
            <a:fillRect/>
          </a:stretch>
        </p:blipFill>
        <p:spPr>
          <a:xfrm>
            <a:off x="8733434" y="2625242"/>
            <a:ext cx="373075" cy="373075"/>
          </a:xfrm>
          <a:prstGeom prst="rect">
            <a:avLst/>
          </a:prstGeom>
        </p:spPr>
      </p:pic>
      <p:sp>
        <p:nvSpPr>
          <p:cNvPr id="48" name="Text 37"/>
          <p:cNvSpPr txBox="1"/>
          <p:nvPr/>
        </p:nvSpPr>
        <p:spPr>
          <a:xfrm>
            <a:off x="9491472" y="2432304"/>
            <a:ext cx="2057400" cy="438912"/>
          </a:xfrm>
          <a:prstGeom prst="rect">
            <a:avLst/>
          </a:prstGeom>
          <a:noFill/>
          <a:ln/>
        </p:spPr>
        <p:txBody>
          <a:bodyPr wrap="square" lIns="0" tIns="0" rIns="0" bIns="0" rtlCol="0" anchor="t"/>
          <a:lstStyle/>
          <a:p>
            <a:pPr indent="0" marL="0">
              <a:buNone/>
            </a:pPr>
            <a:r>
              <a:rPr lang="en-US" sz="2200" b="1" dirty="0">
                <a:solidFill>
                  <a:srgbClr val="0F1B2D"/>
                </a:solidFill>
                <a:latin typeface="Malgun Gothic" pitchFamily="34" charset="0"/>
                <a:ea typeface="Malgun Gothic" pitchFamily="34" charset="-122"/>
                <a:cs typeface="Malgun Gothic" pitchFamily="34" charset="-120"/>
              </a:rPr>
              <a:t>설호현</a:t>
            </a:r>
            <a:endParaRPr lang="en-US" sz="2200" dirty="0"/>
          </a:p>
        </p:txBody>
      </p:sp>
      <p:sp>
        <p:nvSpPr>
          <p:cNvPr id="49" name="Shape 38"/>
          <p:cNvSpPr/>
          <p:nvPr/>
        </p:nvSpPr>
        <p:spPr>
          <a:xfrm>
            <a:off x="9491472" y="2907792"/>
            <a:ext cx="640080" cy="274320"/>
          </a:xfrm>
          <a:prstGeom prst="roundRect">
            <a:avLst>
              <a:gd name="adj" fmla="val 50000"/>
            </a:avLst>
          </a:prstGeom>
          <a:solidFill>
            <a:srgbClr val="FFFFFF"/>
          </a:solidFill>
          <a:ln/>
        </p:spPr>
      </p:sp>
      <p:sp>
        <p:nvSpPr>
          <p:cNvPr id="50" name="Text 39"/>
          <p:cNvSpPr txBox="1"/>
          <p:nvPr/>
        </p:nvSpPr>
        <p:spPr>
          <a:xfrm>
            <a:off x="9491472" y="2907792"/>
            <a:ext cx="640080" cy="274320"/>
          </a:xfrm>
          <a:prstGeom prst="rect">
            <a:avLst/>
          </a:prstGeom>
          <a:noFill/>
          <a:ln/>
        </p:spPr>
        <p:txBody>
          <a:bodyPr wrap="square" lIns="0" tIns="0" rIns="0" bIns="0" rtlCol="0" anchor="ctr"/>
          <a:lstStyle/>
          <a:p>
            <a:pPr algn="ctr" indent="0" marL="0">
              <a:buNone/>
            </a:pPr>
            <a:r>
              <a:rPr lang="en-US" sz="1050" b="1" dirty="0">
                <a:solidFill>
                  <a:srgbClr val="7A5AF0"/>
                </a:solidFill>
                <a:latin typeface="Malgun Gothic" pitchFamily="34" charset="0"/>
                <a:ea typeface="Malgun Gothic" pitchFamily="34" charset="-122"/>
                <a:cs typeface="Malgun Gothic" pitchFamily="34" charset="-120"/>
              </a:rPr>
              <a:t>팀원</a:t>
            </a:r>
            <a:endParaRPr lang="en-US" sz="1050" dirty="0"/>
          </a:p>
        </p:txBody>
      </p:sp>
      <p:sp>
        <p:nvSpPr>
          <p:cNvPr id="51" name="Text 40"/>
          <p:cNvSpPr txBox="1"/>
          <p:nvPr/>
        </p:nvSpPr>
        <p:spPr>
          <a:xfrm>
            <a:off x="8531352" y="3749040"/>
            <a:ext cx="2880360" cy="256032"/>
          </a:xfrm>
          <a:prstGeom prst="rect">
            <a:avLst/>
          </a:prstGeom>
          <a:noFill/>
          <a:ln/>
        </p:spPr>
        <p:txBody>
          <a:bodyPr wrap="square" lIns="0" tIns="0" rIns="0" bIns="0" rtlCol="0" anchor="t"/>
          <a:lstStyle/>
          <a:p>
            <a:pPr indent="0" marL="0">
              <a:buNone/>
            </a:pPr>
            <a:r>
              <a:rPr lang="en-US" sz="1050" b="1" dirty="0">
                <a:solidFill>
                  <a:srgbClr val="8A97A8"/>
                </a:solidFill>
                <a:latin typeface="Malgun Gothic" pitchFamily="34" charset="0"/>
                <a:ea typeface="Malgun Gothic" pitchFamily="34" charset="-122"/>
                <a:cs typeface="Malgun Gothic" pitchFamily="34" charset="-120"/>
              </a:rPr>
              <a:t>담당 영역</a:t>
            </a:r>
            <a:endParaRPr lang="en-US" sz="1050" dirty="0"/>
          </a:p>
        </p:txBody>
      </p:sp>
      <p:sp>
        <p:nvSpPr>
          <p:cNvPr id="52" name="Text 41"/>
          <p:cNvSpPr txBox="1"/>
          <p:nvPr/>
        </p:nvSpPr>
        <p:spPr>
          <a:xfrm>
            <a:off x="8531352" y="4005072"/>
            <a:ext cx="2880360" cy="329184"/>
          </a:xfrm>
          <a:prstGeom prst="rect">
            <a:avLst/>
          </a:prstGeom>
          <a:noFill/>
          <a:ln/>
        </p:spPr>
        <p:txBody>
          <a:bodyPr wrap="square" lIns="0" tIns="0" rIns="0" bIns="0" rtlCol="0" anchor="t"/>
          <a:lstStyle/>
          <a:p>
            <a:pPr indent="0" marL="0">
              <a:buNone/>
            </a:pPr>
            <a:r>
              <a:rPr lang="en-US" sz="1500" b="1" dirty="0">
                <a:solidFill>
                  <a:srgbClr val="7A5AF0"/>
                </a:solidFill>
                <a:latin typeface="Malgun Gothic" pitchFamily="34" charset="0"/>
                <a:ea typeface="Malgun Gothic" pitchFamily="34" charset="-122"/>
                <a:cs typeface="Malgun Gothic" pitchFamily="34" charset="-120"/>
              </a:rPr>
              <a:t>프로그램 현황 · CSV 정제</a:t>
            </a:r>
            <a:endParaRPr lang="en-US" sz="1500" dirty="0"/>
          </a:p>
        </p:txBody>
      </p:sp>
      <p:sp>
        <p:nvSpPr>
          <p:cNvPr id="53" name="Text 42"/>
          <p:cNvSpPr txBox="1"/>
          <p:nvPr/>
        </p:nvSpPr>
        <p:spPr>
          <a:xfrm>
            <a:off x="8531352" y="4480560"/>
            <a:ext cx="2880360" cy="256032"/>
          </a:xfrm>
          <a:prstGeom prst="rect">
            <a:avLst/>
          </a:prstGeom>
          <a:noFill/>
          <a:ln/>
        </p:spPr>
        <p:txBody>
          <a:bodyPr wrap="square" lIns="0" tIns="0" rIns="0" bIns="0" rtlCol="0" anchor="t"/>
          <a:lstStyle/>
          <a:p>
            <a:pPr indent="0" marL="0">
              <a:buNone/>
            </a:pPr>
            <a:r>
              <a:rPr lang="en-US" sz="1050" b="1" dirty="0">
                <a:solidFill>
                  <a:srgbClr val="8A97A8"/>
                </a:solidFill>
                <a:latin typeface="Malgun Gothic" pitchFamily="34" charset="0"/>
                <a:ea typeface="Malgun Gothic" pitchFamily="34" charset="-122"/>
                <a:cs typeface="Malgun Gothic" pitchFamily="34" charset="-120"/>
              </a:rPr>
              <a:t>주요 작업</a:t>
            </a:r>
            <a:endParaRPr lang="en-US" sz="1050" dirty="0"/>
          </a:p>
        </p:txBody>
      </p:sp>
      <p:pic>
        <p:nvPicPr>
          <p:cNvPr id="54" name="Image 9" descr="preencoded.png">    </p:cNvPr>
          <p:cNvPicPr>
            <a:picLocks noChangeAspect="1"/>
          </p:cNvPicPr>
          <p:nvPr/>
        </p:nvPicPr>
        <p:blipFill>
          <a:blip r:embed="rId10"/>
          <a:stretch>
            <a:fillRect/>
          </a:stretch>
        </p:blipFill>
        <p:spPr>
          <a:xfrm>
            <a:off x="8531352" y="4828032"/>
            <a:ext cx="182880" cy="182880"/>
          </a:xfrm>
          <a:prstGeom prst="rect">
            <a:avLst/>
          </a:prstGeom>
        </p:spPr>
      </p:pic>
      <p:sp>
        <p:nvSpPr>
          <p:cNvPr id="55" name="Text 43"/>
          <p:cNvSpPr txBox="1"/>
          <p:nvPr/>
        </p:nvSpPr>
        <p:spPr>
          <a:xfrm>
            <a:off x="8805672" y="4773168"/>
            <a:ext cx="2606040" cy="292608"/>
          </a:xfrm>
          <a:prstGeom prst="rect">
            <a:avLst/>
          </a:prstGeom>
          <a:noFill/>
          <a:ln/>
        </p:spPr>
        <p:txBody>
          <a:bodyPr wrap="square" lIns="0" tIns="0" rIns="0" bIns="0" rtlCol="0" anchor="ctr"/>
          <a:lstStyle/>
          <a:p>
            <a:pPr indent="0" marL="0">
              <a:buNone/>
            </a:pPr>
            <a:r>
              <a:rPr lang="en-US" sz="1200" dirty="0">
                <a:solidFill>
                  <a:srgbClr val="0F1B2D"/>
                </a:solidFill>
                <a:latin typeface="Malgun Gothic" pitchFamily="34" charset="0"/>
                <a:ea typeface="Malgun Gothic" pitchFamily="34" charset="-122"/>
                <a:cs typeface="Malgun Gothic" pitchFamily="34" charset="-120"/>
              </a:rPr>
              <a:t>프로그램 현황 조회 모듈</a:t>
            </a:r>
            <a:endParaRPr lang="en-US" sz="1200" dirty="0"/>
          </a:p>
        </p:txBody>
      </p:sp>
      <p:pic>
        <p:nvPicPr>
          <p:cNvPr id="56" name="Image 10" descr="preencoded.png">    </p:cNvPr>
          <p:cNvPicPr>
            <a:picLocks noChangeAspect="1"/>
          </p:cNvPicPr>
          <p:nvPr/>
        </p:nvPicPr>
        <p:blipFill>
          <a:blip r:embed="rId11"/>
          <a:stretch>
            <a:fillRect/>
          </a:stretch>
        </p:blipFill>
        <p:spPr>
          <a:xfrm>
            <a:off x="8531352" y="5175504"/>
            <a:ext cx="182880" cy="182880"/>
          </a:xfrm>
          <a:prstGeom prst="rect">
            <a:avLst/>
          </a:prstGeom>
        </p:spPr>
      </p:pic>
      <p:sp>
        <p:nvSpPr>
          <p:cNvPr id="57" name="Text 44"/>
          <p:cNvSpPr txBox="1"/>
          <p:nvPr/>
        </p:nvSpPr>
        <p:spPr>
          <a:xfrm>
            <a:off x="8805672" y="5120640"/>
            <a:ext cx="2606040" cy="292608"/>
          </a:xfrm>
          <a:prstGeom prst="rect">
            <a:avLst/>
          </a:prstGeom>
          <a:noFill/>
          <a:ln/>
        </p:spPr>
        <p:txBody>
          <a:bodyPr wrap="square" lIns="0" tIns="0" rIns="0" bIns="0" rtlCol="0" anchor="ctr"/>
          <a:lstStyle/>
          <a:p>
            <a:pPr indent="0" marL="0">
              <a:buNone/>
            </a:pPr>
            <a:r>
              <a:rPr lang="en-US" sz="1200" dirty="0">
                <a:solidFill>
                  <a:srgbClr val="0F1B2D"/>
                </a:solidFill>
                <a:latin typeface="Malgun Gothic" pitchFamily="34" charset="0"/>
                <a:ea typeface="Malgun Gothic" pitchFamily="34" charset="-122"/>
                <a:cs typeface="Malgun Gothic" pitchFamily="34" charset="-120"/>
              </a:rPr>
              <a:t>CSV 데이터 처리 · 수동 연동</a:t>
            </a:r>
            <a:endParaRPr lang="en-US" sz="1200" dirty="0"/>
          </a:p>
        </p:txBody>
      </p:sp>
      <p:pic>
        <p:nvPicPr>
          <p:cNvPr id="58" name="Image 11" descr="preencoded.png">    </p:cNvPr>
          <p:cNvPicPr>
            <a:picLocks noChangeAspect="1"/>
          </p:cNvPicPr>
          <p:nvPr/>
        </p:nvPicPr>
        <p:blipFill>
          <a:blip r:embed="rId12"/>
          <a:stretch>
            <a:fillRect/>
          </a:stretch>
        </p:blipFill>
        <p:spPr>
          <a:xfrm>
            <a:off x="8531352" y="5522976"/>
            <a:ext cx="182880" cy="182880"/>
          </a:xfrm>
          <a:prstGeom prst="rect">
            <a:avLst/>
          </a:prstGeom>
        </p:spPr>
      </p:pic>
      <p:sp>
        <p:nvSpPr>
          <p:cNvPr id="59" name="Text 45"/>
          <p:cNvSpPr txBox="1"/>
          <p:nvPr/>
        </p:nvSpPr>
        <p:spPr>
          <a:xfrm>
            <a:off x="8805672" y="5468112"/>
            <a:ext cx="2606040" cy="292608"/>
          </a:xfrm>
          <a:prstGeom prst="rect">
            <a:avLst/>
          </a:prstGeom>
          <a:noFill/>
          <a:ln/>
        </p:spPr>
        <p:txBody>
          <a:bodyPr wrap="square" lIns="0" tIns="0" rIns="0" bIns="0" rtlCol="0" anchor="ctr"/>
          <a:lstStyle/>
          <a:p>
            <a:pPr indent="0" marL="0">
              <a:buNone/>
            </a:pPr>
            <a:r>
              <a:rPr lang="en-US" sz="1200" dirty="0">
                <a:solidFill>
                  <a:srgbClr val="0F1B2D"/>
                </a:solidFill>
                <a:latin typeface="Malgun Gothic" pitchFamily="34" charset="0"/>
                <a:ea typeface="Malgun Gothic" pitchFamily="34" charset="-122"/>
                <a:cs typeface="Malgun Gothic" pitchFamily="34" charset="-120"/>
              </a:rPr>
              <a:t>CSV 예외처리 보완</a:t>
            </a:r>
            <a:endParaRPr lang="en-US" sz="1200" dirty="0"/>
          </a:p>
        </p:txBody>
      </p:sp>
      <p:sp>
        <p:nvSpPr>
          <p:cNvPr id="60" name="Text 46"/>
          <p:cNvSpPr txBox="1"/>
          <p:nvPr/>
        </p:nvSpPr>
        <p:spPr>
          <a:xfrm>
            <a:off x="8531352" y="5833872"/>
            <a:ext cx="2880360" cy="237744"/>
          </a:xfrm>
          <a:prstGeom prst="rect">
            <a:avLst/>
          </a:prstGeom>
          <a:noFill/>
          <a:ln/>
        </p:spPr>
        <p:txBody>
          <a:bodyPr wrap="square" lIns="0" tIns="0" rIns="0" bIns="0" rtlCol="0" anchor="t"/>
          <a:lstStyle/>
          <a:p>
            <a:pPr indent="0" marL="0">
              <a:buNone/>
            </a:pPr>
            <a:r>
              <a:rPr lang="en-US" sz="1000" dirty="0">
                <a:solidFill>
                  <a:srgbClr val="56657A"/>
                </a:solidFill>
                <a:latin typeface="Malgun Gothic" pitchFamily="34" charset="0"/>
                <a:ea typeface="Malgun Gothic" pitchFamily="34" charset="-122"/>
                <a:cs typeface="Malgun Gothic" pitchFamily="34" charset="-120"/>
              </a:rPr>
              <a:t>github.com/seoloo</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180015" y="6473952"/>
            <a:ext cx="1554480" cy="228600"/>
          </a:xfrm>
          <a:prstGeom prst="rect">
            <a:avLst/>
          </a:prstGeom>
          <a:noFill/>
          <a:ln/>
        </p:spPr>
        <p:txBody>
          <a:bodyPr wrap="square" lIns="0" tIns="0" rIns="0" bIns="0" rtlCol="0" anchor="t"/>
          <a:lstStyle/>
          <a:p>
            <a:pPr algn="r" indent="0" marL="0">
              <a:buNone/>
            </a:pPr>
            <a:r>
              <a:rPr lang="en-US" sz="900" b="1" dirty="0">
                <a:solidFill>
                  <a:srgbClr val="011F47"/>
                </a:solidFill>
                <a:latin typeface="Malgun Gothic" pitchFamily="34" charset="0"/>
                <a:ea typeface="Malgun Gothic" pitchFamily="34" charset="-122"/>
                <a:cs typeface="Malgun Gothic" pitchFamily="34" charset="-120"/>
              </a:rPr>
              <a:t>Hi스포링</a:t>
            </a:r>
            <a:pPr algn="r" indent="0" marL="0">
              <a:buNone/>
            </a:pPr>
            <a:r>
              <a:rPr lang="en-US" sz="900" dirty="0">
                <a:solidFill>
                  <a:srgbClr val="8A97A8"/>
                </a:solidFill>
                <a:latin typeface="Malgun Gothic" pitchFamily="34" charset="0"/>
                <a:ea typeface="Malgun Gothic" pitchFamily="34" charset="-122"/>
                <a:cs typeface="Malgun Gothic" pitchFamily="34" charset="-120"/>
              </a:rPr>
              <a:t>   03</a:t>
            </a:r>
            <a:endParaRPr lang="en-US" sz="900" dirty="0"/>
          </a:p>
        </p:txBody>
      </p:sp>
      <p:sp>
        <p:nvSpPr>
          <p:cNvPr id="3" name="Shape 1"/>
          <p:cNvSpPr/>
          <p:nvPr/>
        </p:nvSpPr>
        <p:spPr>
          <a:xfrm>
            <a:off x="548640" y="457200"/>
            <a:ext cx="781812" cy="310896"/>
          </a:xfrm>
          <a:prstGeom prst="roundRect">
            <a:avLst>
              <a:gd name="adj" fmla="val 50000"/>
            </a:avLst>
          </a:prstGeom>
          <a:solidFill>
            <a:srgbClr val="E8EFFF"/>
          </a:solidFill>
          <a:ln/>
        </p:spPr>
      </p:sp>
      <p:sp>
        <p:nvSpPr>
          <p:cNvPr id="4" name="Text 2"/>
          <p:cNvSpPr txBox="1"/>
          <p:nvPr/>
        </p:nvSpPr>
        <p:spPr>
          <a:xfrm>
            <a:off x="548640" y="457200"/>
            <a:ext cx="781812" cy="310896"/>
          </a:xfrm>
          <a:prstGeom prst="rect">
            <a:avLst/>
          </a:prstGeom>
          <a:noFill/>
          <a:ln/>
        </p:spPr>
        <p:txBody>
          <a:bodyPr wrap="square" lIns="0" tIns="0" rIns="0" bIns="0" rtlCol="0" anchor="ctr"/>
          <a:lstStyle/>
          <a:p>
            <a:pPr algn="ctr" indent="0" marL="0">
              <a:buNone/>
            </a:pPr>
            <a:r>
              <a:rPr lang="en-US" sz="1100" b="1" dirty="0">
                <a:solidFill>
                  <a:srgbClr val="0046F0"/>
                </a:solidFill>
                <a:latin typeface="Malgun Gothic" pitchFamily="34" charset="0"/>
                <a:ea typeface="Malgun Gothic" pitchFamily="34" charset="-122"/>
                <a:cs typeface="Malgun Gothic" pitchFamily="34" charset="-120"/>
              </a:rPr>
              <a:t>BRAND</a:t>
            </a:r>
            <a:endParaRPr lang="en-US" sz="1100" dirty="0"/>
          </a:p>
        </p:txBody>
      </p:sp>
      <p:sp>
        <p:nvSpPr>
          <p:cNvPr id="5" name="Text 3"/>
          <p:cNvSpPr txBox="1"/>
          <p:nvPr/>
        </p:nvSpPr>
        <p:spPr>
          <a:xfrm>
            <a:off x="548640" y="896112"/>
            <a:ext cx="11094415" cy="566928"/>
          </a:xfrm>
          <a:prstGeom prst="rect">
            <a:avLst/>
          </a:prstGeom>
          <a:noFill/>
          <a:ln/>
        </p:spPr>
        <p:txBody>
          <a:bodyPr wrap="square" lIns="0" tIns="0" rIns="0" bIns="0" rtlCol="0" anchor="t"/>
          <a:lstStyle/>
          <a:p>
            <a:pPr indent="0" marL="0">
              <a:buNone/>
            </a:pPr>
            <a:r>
              <a:rPr lang="en-US" sz="2800" b="1" dirty="0">
                <a:solidFill>
                  <a:srgbClr val="0F1B2D"/>
                </a:solidFill>
                <a:latin typeface="Malgun Gothic" pitchFamily="34" charset="0"/>
                <a:ea typeface="Malgun Gothic" pitchFamily="34" charset="-122"/>
                <a:cs typeface="Malgun Gothic" pitchFamily="34" charset="-120"/>
              </a:rPr>
              <a:t>Hi스포링, 이름에 담은 뜻</a:t>
            </a:r>
            <a:endParaRPr lang="en-US" sz="2800" dirty="0"/>
          </a:p>
        </p:txBody>
      </p:sp>
      <p:sp>
        <p:nvSpPr>
          <p:cNvPr id="6" name="Text 4"/>
          <p:cNvSpPr txBox="1"/>
          <p:nvPr/>
        </p:nvSpPr>
        <p:spPr>
          <a:xfrm>
            <a:off x="548640" y="1481328"/>
            <a:ext cx="11094415" cy="365760"/>
          </a:xfrm>
          <a:prstGeom prst="rect">
            <a:avLst/>
          </a:prstGeom>
          <a:noFill/>
          <a:ln/>
        </p:spPr>
        <p:txBody>
          <a:bodyPr wrap="square" lIns="0" tIns="0" rIns="0" bIns="0" rtlCol="0" anchor="t"/>
          <a:lstStyle/>
          <a:p>
            <a:pPr indent="0" marL="0">
              <a:buNone/>
            </a:pPr>
            <a:r>
              <a:rPr lang="en-US" sz="1400" dirty="0">
                <a:solidFill>
                  <a:srgbClr val="56657A"/>
                </a:solidFill>
                <a:latin typeface="Malgun Gothic" pitchFamily="34" charset="0"/>
                <a:ea typeface="Malgun Gothic" pitchFamily="34" charset="-122"/>
                <a:cs typeface="Malgun Gothic" pitchFamily="34" charset="-120"/>
              </a:rPr>
              <a:t>사람의 판단과 AI의 분석으로, 지역사회와 체육복지를 잇는다</a:t>
            </a:r>
            <a:endParaRPr lang="en-US" sz="1400" dirty="0"/>
          </a:p>
        </p:txBody>
      </p:sp>
      <p:sp>
        <p:nvSpPr>
          <p:cNvPr id="7" name="Shape 5"/>
          <p:cNvSpPr/>
          <p:nvPr/>
        </p:nvSpPr>
        <p:spPr>
          <a:xfrm>
            <a:off x="548640" y="2286000"/>
            <a:ext cx="2331720" cy="2377440"/>
          </a:xfrm>
          <a:prstGeom prst="roundRect">
            <a:avLst>
              <a:gd name="adj" fmla="val 7843"/>
            </a:avLst>
          </a:prstGeom>
          <a:solidFill>
            <a:srgbClr val="E8EFFF"/>
          </a:solidFill>
          <a:ln/>
        </p:spPr>
      </p:sp>
      <p:sp>
        <p:nvSpPr>
          <p:cNvPr id="8" name="Text 6"/>
          <p:cNvSpPr txBox="1"/>
          <p:nvPr/>
        </p:nvSpPr>
        <p:spPr>
          <a:xfrm>
            <a:off x="548640" y="2560320"/>
            <a:ext cx="2331720" cy="1005840"/>
          </a:xfrm>
          <a:prstGeom prst="rect">
            <a:avLst/>
          </a:prstGeom>
          <a:noFill/>
          <a:ln/>
        </p:spPr>
        <p:txBody>
          <a:bodyPr wrap="square" lIns="0" tIns="0" rIns="0" bIns="0" rtlCol="0" anchor="ctr"/>
          <a:lstStyle/>
          <a:p>
            <a:pPr algn="ctr" indent="0" marL="0">
              <a:buNone/>
            </a:pPr>
            <a:r>
              <a:rPr lang="en-US" sz="5400" b="1" dirty="0">
                <a:solidFill>
                  <a:srgbClr val="111111"/>
                </a:solidFill>
                <a:latin typeface="Malgun Gothic" pitchFamily="34" charset="0"/>
                <a:ea typeface="Malgun Gothic" pitchFamily="34" charset="-122"/>
                <a:cs typeface="Malgun Gothic" pitchFamily="34" charset="-120"/>
              </a:rPr>
              <a:t>H</a:t>
            </a:r>
            <a:endParaRPr lang="en-US" sz="5400" dirty="0"/>
          </a:p>
        </p:txBody>
      </p:sp>
      <p:sp>
        <p:nvSpPr>
          <p:cNvPr id="9" name="Text 7"/>
          <p:cNvSpPr txBox="1"/>
          <p:nvPr/>
        </p:nvSpPr>
        <p:spPr>
          <a:xfrm>
            <a:off x="548640" y="3657600"/>
            <a:ext cx="2331720" cy="365760"/>
          </a:xfrm>
          <a:prstGeom prst="rect">
            <a:avLst/>
          </a:prstGeom>
          <a:noFill/>
          <a:ln/>
        </p:spPr>
        <p:txBody>
          <a:bodyPr wrap="square" lIns="0" tIns="0" rIns="0" bIns="0" rtlCol="0" anchor="t"/>
          <a:lstStyle/>
          <a:p>
            <a:pPr algn="ctr" indent="0" marL="0">
              <a:buNone/>
            </a:pPr>
            <a:r>
              <a:rPr lang="en-US" sz="1800" b="1" dirty="0">
                <a:solidFill>
                  <a:srgbClr val="0F1B2D"/>
                </a:solidFill>
                <a:latin typeface="Malgun Gothic" pitchFamily="34" charset="0"/>
                <a:ea typeface="Malgun Gothic" pitchFamily="34" charset="-122"/>
                <a:cs typeface="Malgun Gothic" pitchFamily="34" charset="-120"/>
              </a:rPr>
              <a:t>Human</a:t>
            </a:r>
            <a:endParaRPr lang="en-US" sz="1800" dirty="0"/>
          </a:p>
        </p:txBody>
      </p:sp>
      <p:sp>
        <p:nvSpPr>
          <p:cNvPr id="10" name="Text 8"/>
          <p:cNvSpPr txBox="1"/>
          <p:nvPr/>
        </p:nvSpPr>
        <p:spPr>
          <a:xfrm>
            <a:off x="548640" y="4069080"/>
            <a:ext cx="2331720" cy="320040"/>
          </a:xfrm>
          <a:prstGeom prst="rect">
            <a:avLst/>
          </a:prstGeom>
          <a:noFill/>
          <a:ln/>
        </p:spPr>
        <p:txBody>
          <a:bodyPr wrap="square" lIns="0" tIns="0" rIns="0" bIns="0" rtlCol="0" anchor="t"/>
          <a:lstStyle/>
          <a:p>
            <a:pPr algn="ctr" indent="0" marL="0">
              <a:buNone/>
            </a:pPr>
            <a:r>
              <a:rPr lang="en-US" sz="1300" dirty="0">
                <a:solidFill>
                  <a:srgbClr val="56657A"/>
                </a:solidFill>
                <a:latin typeface="Malgun Gothic" pitchFamily="34" charset="0"/>
                <a:ea typeface="Malgun Gothic" pitchFamily="34" charset="-122"/>
                <a:cs typeface="Malgun Gothic" pitchFamily="34" charset="-120"/>
              </a:rPr>
              <a:t>담당자의 정책적 판단</a:t>
            </a:r>
            <a:endParaRPr lang="en-US" sz="1300" dirty="0"/>
          </a:p>
        </p:txBody>
      </p:sp>
      <p:sp>
        <p:nvSpPr>
          <p:cNvPr id="11" name="Text 9"/>
          <p:cNvSpPr txBox="1"/>
          <p:nvPr/>
        </p:nvSpPr>
        <p:spPr>
          <a:xfrm>
            <a:off x="2880360" y="3108960"/>
            <a:ext cx="502920" cy="548640"/>
          </a:xfrm>
          <a:prstGeom prst="rect">
            <a:avLst/>
          </a:prstGeom>
          <a:noFill/>
          <a:ln/>
        </p:spPr>
        <p:txBody>
          <a:bodyPr wrap="square" lIns="0" tIns="0" rIns="0" bIns="0" rtlCol="0" anchor="ctr"/>
          <a:lstStyle/>
          <a:p>
            <a:pPr algn="ctr" indent="0" marL="0">
              <a:buNone/>
            </a:pPr>
            <a:r>
              <a:rPr lang="en-US" sz="2600" b="1" dirty="0">
                <a:solidFill>
                  <a:srgbClr val="8A97A8"/>
                </a:solidFill>
                <a:latin typeface="Malgun Gothic" pitchFamily="34" charset="0"/>
                <a:ea typeface="Malgun Gothic" pitchFamily="34" charset="-122"/>
                <a:cs typeface="Malgun Gothic" pitchFamily="34" charset="-120"/>
              </a:rPr>
              <a:t>+</a:t>
            </a:r>
            <a:endParaRPr lang="en-US" sz="2600" dirty="0"/>
          </a:p>
        </p:txBody>
      </p:sp>
      <p:sp>
        <p:nvSpPr>
          <p:cNvPr id="12" name="Shape 10"/>
          <p:cNvSpPr/>
          <p:nvPr/>
        </p:nvSpPr>
        <p:spPr>
          <a:xfrm>
            <a:off x="3383280" y="2286000"/>
            <a:ext cx="2331720" cy="2377440"/>
          </a:xfrm>
          <a:prstGeom prst="roundRect">
            <a:avLst>
              <a:gd name="adj" fmla="val 7843"/>
            </a:avLst>
          </a:prstGeom>
          <a:solidFill>
            <a:srgbClr val="E8EFFF"/>
          </a:solidFill>
          <a:ln/>
        </p:spPr>
      </p:sp>
      <p:pic>
        <p:nvPicPr>
          <p:cNvPr id="13" name="Image 0" descr="/home/claude/deck/a/logo_i.png">    </p:cNvPr>
          <p:cNvPicPr>
            <a:picLocks noChangeAspect="1"/>
          </p:cNvPicPr>
          <p:nvPr/>
        </p:nvPicPr>
        <p:blipFill>
          <a:blip r:embed="rId1"/>
          <a:stretch>
            <a:fillRect/>
          </a:stretch>
        </p:blipFill>
        <p:spPr>
          <a:xfrm>
            <a:off x="4435963" y="2821724"/>
            <a:ext cx="226354" cy="561556"/>
          </a:xfrm>
          <a:prstGeom prst="rect">
            <a:avLst/>
          </a:prstGeom>
        </p:spPr>
      </p:pic>
      <p:sp>
        <p:nvSpPr>
          <p:cNvPr id="14" name="Text 11"/>
          <p:cNvSpPr txBox="1"/>
          <p:nvPr/>
        </p:nvSpPr>
        <p:spPr>
          <a:xfrm>
            <a:off x="3383280" y="3657600"/>
            <a:ext cx="2331720" cy="365760"/>
          </a:xfrm>
          <a:prstGeom prst="rect">
            <a:avLst/>
          </a:prstGeom>
          <a:noFill/>
          <a:ln/>
        </p:spPr>
        <p:txBody>
          <a:bodyPr wrap="square" lIns="0" tIns="0" rIns="0" bIns="0" rtlCol="0" anchor="t"/>
          <a:lstStyle/>
          <a:p>
            <a:pPr algn="ctr" indent="0" marL="0">
              <a:buNone/>
            </a:pPr>
            <a:r>
              <a:rPr lang="en-US" sz="1800" b="1" dirty="0">
                <a:solidFill>
                  <a:srgbClr val="0F1B2D"/>
                </a:solidFill>
                <a:latin typeface="Malgun Gothic" pitchFamily="34" charset="0"/>
                <a:ea typeface="Malgun Gothic" pitchFamily="34" charset="-122"/>
                <a:cs typeface="Malgun Gothic" pitchFamily="34" charset="-120"/>
              </a:rPr>
              <a:t>AI</a:t>
            </a:r>
            <a:endParaRPr lang="en-US" sz="1800" dirty="0"/>
          </a:p>
        </p:txBody>
      </p:sp>
      <p:sp>
        <p:nvSpPr>
          <p:cNvPr id="15" name="Text 12"/>
          <p:cNvSpPr txBox="1"/>
          <p:nvPr/>
        </p:nvSpPr>
        <p:spPr>
          <a:xfrm>
            <a:off x="3383280" y="4069080"/>
            <a:ext cx="2331720" cy="320040"/>
          </a:xfrm>
          <a:prstGeom prst="rect">
            <a:avLst/>
          </a:prstGeom>
          <a:noFill/>
          <a:ln/>
        </p:spPr>
        <p:txBody>
          <a:bodyPr wrap="square" lIns="0" tIns="0" rIns="0" bIns="0" rtlCol="0" anchor="t"/>
          <a:lstStyle/>
          <a:p>
            <a:pPr algn="ctr" indent="0" marL="0">
              <a:buNone/>
            </a:pPr>
            <a:r>
              <a:rPr lang="en-US" sz="1300" dirty="0">
                <a:solidFill>
                  <a:srgbClr val="56657A"/>
                </a:solidFill>
                <a:latin typeface="Malgun Gothic" pitchFamily="34" charset="0"/>
                <a:ea typeface="Malgun Gothic" pitchFamily="34" charset="-122"/>
                <a:cs typeface="Malgun Gothic" pitchFamily="34" charset="-120"/>
              </a:rPr>
              <a:t>데이터 기반 분석·검토</a:t>
            </a:r>
            <a:endParaRPr lang="en-US" sz="1300" dirty="0"/>
          </a:p>
        </p:txBody>
      </p:sp>
      <p:sp>
        <p:nvSpPr>
          <p:cNvPr id="16" name="Text 13"/>
          <p:cNvSpPr txBox="1"/>
          <p:nvPr/>
        </p:nvSpPr>
        <p:spPr>
          <a:xfrm>
            <a:off x="5715000" y="3108960"/>
            <a:ext cx="502920" cy="548640"/>
          </a:xfrm>
          <a:prstGeom prst="rect">
            <a:avLst/>
          </a:prstGeom>
          <a:noFill/>
          <a:ln/>
        </p:spPr>
        <p:txBody>
          <a:bodyPr wrap="square" lIns="0" tIns="0" rIns="0" bIns="0" rtlCol="0" anchor="ctr"/>
          <a:lstStyle/>
          <a:p>
            <a:pPr algn="ctr" indent="0" marL="0">
              <a:buNone/>
            </a:pPr>
            <a:r>
              <a:rPr lang="en-US" sz="2600" b="1" dirty="0">
                <a:solidFill>
                  <a:srgbClr val="8A97A8"/>
                </a:solidFill>
                <a:latin typeface="Malgun Gothic" pitchFamily="34" charset="0"/>
                <a:ea typeface="Malgun Gothic" pitchFamily="34" charset="-122"/>
                <a:cs typeface="Malgun Gothic" pitchFamily="34" charset="-120"/>
              </a:rPr>
              <a:t>·</a:t>
            </a:r>
            <a:endParaRPr lang="en-US" sz="2600" dirty="0"/>
          </a:p>
        </p:txBody>
      </p:sp>
      <p:sp>
        <p:nvSpPr>
          <p:cNvPr id="17" name="Shape 14"/>
          <p:cNvSpPr/>
          <p:nvPr/>
        </p:nvSpPr>
        <p:spPr>
          <a:xfrm>
            <a:off x="6217920" y="2286000"/>
            <a:ext cx="2331720" cy="2377440"/>
          </a:xfrm>
          <a:prstGeom prst="roundRect">
            <a:avLst>
              <a:gd name="adj" fmla="val 7843"/>
            </a:avLst>
          </a:prstGeom>
          <a:solidFill>
            <a:srgbClr val="E0F8EF"/>
          </a:solidFill>
          <a:ln/>
        </p:spPr>
      </p:sp>
      <p:sp>
        <p:nvSpPr>
          <p:cNvPr id="18" name="Text 15"/>
          <p:cNvSpPr txBox="1"/>
          <p:nvPr/>
        </p:nvSpPr>
        <p:spPr>
          <a:xfrm>
            <a:off x="6217920" y="2560320"/>
            <a:ext cx="2331720" cy="1005840"/>
          </a:xfrm>
          <a:prstGeom prst="rect">
            <a:avLst/>
          </a:prstGeom>
          <a:noFill/>
          <a:ln/>
        </p:spPr>
        <p:txBody>
          <a:bodyPr wrap="square" lIns="0" tIns="0" rIns="0" bIns="0" rtlCol="0" anchor="ctr"/>
          <a:lstStyle/>
          <a:p>
            <a:pPr algn="ctr" indent="0" marL="0">
              <a:buNone/>
            </a:pPr>
            <a:r>
              <a:rPr lang="en-US" sz="5400" b="1" dirty="0">
                <a:solidFill>
                  <a:srgbClr val="111111"/>
                </a:solidFill>
                <a:latin typeface="Malgun Gothic" pitchFamily="34" charset="0"/>
                <a:ea typeface="Malgun Gothic" pitchFamily="34" charset="-122"/>
                <a:cs typeface="Malgun Gothic" pitchFamily="34" charset="-120"/>
              </a:rPr>
              <a:t>스포</a:t>
            </a:r>
            <a:endParaRPr lang="en-US" sz="5400" dirty="0"/>
          </a:p>
        </p:txBody>
      </p:sp>
      <p:sp>
        <p:nvSpPr>
          <p:cNvPr id="19" name="Text 16"/>
          <p:cNvSpPr txBox="1"/>
          <p:nvPr/>
        </p:nvSpPr>
        <p:spPr>
          <a:xfrm>
            <a:off x="6217920" y="3657600"/>
            <a:ext cx="2331720" cy="365760"/>
          </a:xfrm>
          <a:prstGeom prst="rect">
            <a:avLst/>
          </a:prstGeom>
          <a:noFill/>
          <a:ln/>
        </p:spPr>
        <p:txBody>
          <a:bodyPr wrap="square" lIns="0" tIns="0" rIns="0" bIns="0" rtlCol="0" anchor="t"/>
          <a:lstStyle/>
          <a:p>
            <a:pPr algn="ctr" indent="0" marL="0">
              <a:buNone/>
            </a:pPr>
            <a:r>
              <a:rPr lang="en-US" sz="1800" b="1" dirty="0">
                <a:solidFill>
                  <a:srgbClr val="0F1B2D"/>
                </a:solidFill>
                <a:latin typeface="Malgun Gothic" pitchFamily="34" charset="0"/>
                <a:ea typeface="Malgun Gothic" pitchFamily="34" charset="-122"/>
                <a:cs typeface="Malgun Gothic" pitchFamily="34" charset="-120"/>
              </a:rPr>
              <a:t>Sports</a:t>
            </a:r>
            <a:endParaRPr lang="en-US" sz="1800" dirty="0"/>
          </a:p>
        </p:txBody>
      </p:sp>
      <p:sp>
        <p:nvSpPr>
          <p:cNvPr id="20" name="Text 17"/>
          <p:cNvSpPr txBox="1"/>
          <p:nvPr/>
        </p:nvSpPr>
        <p:spPr>
          <a:xfrm>
            <a:off x="6217920" y="4069080"/>
            <a:ext cx="2331720" cy="320040"/>
          </a:xfrm>
          <a:prstGeom prst="rect">
            <a:avLst/>
          </a:prstGeom>
          <a:noFill/>
          <a:ln/>
        </p:spPr>
        <p:txBody>
          <a:bodyPr wrap="square" lIns="0" tIns="0" rIns="0" bIns="0" rtlCol="0" anchor="t"/>
          <a:lstStyle/>
          <a:p>
            <a:pPr algn="ctr" indent="0" marL="0">
              <a:buNone/>
            </a:pPr>
            <a:r>
              <a:rPr lang="en-US" sz="1300" dirty="0">
                <a:solidFill>
                  <a:srgbClr val="56657A"/>
                </a:solidFill>
                <a:latin typeface="Malgun Gothic" pitchFamily="34" charset="0"/>
                <a:ea typeface="Malgun Gothic" pitchFamily="34" charset="-122"/>
                <a:cs typeface="Malgun Gothic" pitchFamily="34" charset="-120"/>
              </a:rPr>
              <a:t>지역 체육 프로그램</a:t>
            </a:r>
            <a:endParaRPr lang="en-US" sz="1300" dirty="0"/>
          </a:p>
        </p:txBody>
      </p:sp>
      <p:sp>
        <p:nvSpPr>
          <p:cNvPr id="21" name="Text 18"/>
          <p:cNvSpPr txBox="1"/>
          <p:nvPr/>
        </p:nvSpPr>
        <p:spPr>
          <a:xfrm>
            <a:off x="8549640" y="3108960"/>
            <a:ext cx="502920" cy="548640"/>
          </a:xfrm>
          <a:prstGeom prst="rect">
            <a:avLst/>
          </a:prstGeom>
          <a:noFill/>
          <a:ln/>
        </p:spPr>
        <p:txBody>
          <a:bodyPr wrap="square" lIns="0" tIns="0" rIns="0" bIns="0" rtlCol="0" anchor="ctr"/>
          <a:lstStyle/>
          <a:p>
            <a:pPr algn="ctr" indent="0" marL="0">
              <a:buNone/>
            </a:pPr>
            <a:r>
              <a:rPr lang="en-US" sz="2600" b="1" dirty="0">
                <a:solidFill>
                  <a:srgbClr val="8A97A8"/>
                </a:solidFill>
                <a:latin typeface="Malgun Gothic" pitchFamily="34" charset="0"/>
                <a:ea typeface="Malgun Gothic" pitchFamily="34" charset="-122"/>
                <a:cs typeface="Malgun Gothic" pitchFamily="34" charset="-120"/>
              </a:rPr>
              <a:t>+</a:t>
            </a:r>
            <a:endParaRPr lang="en-US" sz="2600" dirty="0"/>
          </a:p>
        </p:txBody>
      </p:sp>
      <p:sp>
        <p:nvSpPr>
          <p:cNvPr id="22" name="Shape 19"/>
          <p:cNvSpPr/>
          <p:nvPr/>
        </p:nvSpPr>
        <p:spPr>
          <a:xfrm>
            <a:off x="9052560" y="2286000"/>
            <a:ext cx="2331720" cy="2377440"/>
          </a:xfrm>
          <a:prstGeom prst="roundRect">
            <a:avLst>
              <a:gd name="adj" fmla="val 7843"/>
            </a:avLst>
          </a:prstGeom>
          <a:solidFill>
            <a:srgbClr val="E0F8EF"/>
          </a:solidFill>
          <a:ln/>
        </p:spPr>
      </p:sp>
      <p:sp>
        <p:nvSpPr>
          <p:cNvPr id="23" name="Text 20"/>
          <p:cNvSpPr txBox="1"/>
          <p:nvPr/>
        </p:nvSpPr>
        <p:spPr>
          <a:xfrm>
            <a:off x="9052560" y="2560320"/>
            <a:ext cx="2331720" cy="1005840"/>
          </a:xfrm>
          <a:prstGeom prst="rect">
            <a:avLst/>
          </a:prstGeom>
          <a:noFill/>
          <a:ln/>
        </p:spPr>
        <p:txBody>
          <a:bodyPr wrap="square" lIns="0" tIns="0" rIns="0" bIns="0" rtlCol="0" anchor="ctr"/>
          <a:lstStyle/>
          <a:p>
            <a:pPr algn="ctr" indent="0" marL="0">
              <a:buNone/>
            </a:pPr>
            <a:r>
              <a:rPr lang="en-US" sz="5400" b="1" dirty="0">
                <a:solidFill>
                  <a:srgbClr val="111111"/>
                </a:solidFill>
                <a:latin typeface="Malgun Gothic" pitchFamily="34" charset="0"/>
                <a:ea typeface="Malgun Gothic" pitchFamily="34" charset="-122"/>
                <a:cs typeface="Malgun Gothic" pitchFamily="34" charset="-120"/>
              </a:rPr>
              <a:t>링</a:t>
            </a:r>
            <a:endParaRPr lang="en-US" sz="5400" dirty="0"/>
          </a:p>
        </p:txBody>
      </p:sp>
      <p:sp>
        <p:nvSpPr>
          <p:cNvPr id="24" name="Text 21"/>
          <p:cNvSpPr txBox="1"/>
          <p:nvPr/>
        </p:nvSpPr>
        <p:spPr>
          <a:xfrm>
            <a:off x="9052560" y="3657600"/>
            <a:ext cx="2331720" cy="365760"/>
          </a:xfrm>
          <a:prstGeom prst="rect">
            <a:avLst/>
          </a:prstGeom>
          <a:noFill/>
          <a:ln/>
        </p:spPr>
        <p:txBody>
          <a:bodyPr wrap="square" lIns="0" tIns="0" rIns="0" bIns="0" rtlCol="0" anchor="t"/>
          <a:lstStyle/>
          <a:p>
            <a:pPr algn="ctr" indent="0" marL="0">
              <a:buNone/>
            </a:pPr>
            <a:r>
              <a:rPr lang="en-US" sz="1800" b="1" dirty="0">
                <a:solidFill>
                  <a:srgbClr val="0F1B2D"/>
                </a:solidFill>
                <a:latin typeface="Malgun Gothic" pitchFamily="34" charset="0"/>
                <a:ea typeface="Malgun Gothic" pitchFamily="34" charset="-122"/>
                <a:cs typeface="Malgun Gothic" pitchFamily="34" charset="-120"/>
              </a:rPr>
              <a:t>Ring</a:t>
            </a:r>
            <a:endParaRPr lang="en-US" sz="1800" dirty="0"/>
          </a:p>
        </p:txBody>
      </p:sp>
      <p:sp>
        <p:nvSpPr>
          <p:cNvPr id="25" name="Text 22"/>
          <p:cNvSpPr txBox="1"/>
          <p:nvPr/>
        </p:nvSpPr>
        <p:spPr>
          <a:xfrm>
            <a:off x="9052560" y="4069080"/>
            <a:ext cx="2331720" cy="320040"/>
          </a:xfrm>
          <a:prstGeom prst="rect">
            <a:avLst/>
          </a:prstGeom>
          <a:noFill/>
          <a:ln/>
        </p:spPr>
        <p:txBody>
          <a:bodyPr wrap="square" lIns="0" tIns="0" rIns="0" bIns="0" rtlCol="0" anchor="t"/>
          <a:lstStyle/>
          <a:p>
            <a:pPr algn="ctr" indent="0" marL="0">
              <a:buNone/>
            </a:pPr>
            <a:r>
              <a:rPr lang="en-US" sz="1300" dirty="0">
                <a:solidFill>
                  <a:srgbClr val="56657A"/>
                </a:solidFill>
                <a:latin typeface="Malgun Gothic" pitchFamily="34" charset="0"/>
                <a:ea typeface="Malgun Gothic" pitchFamily="34" charset="-122"/>
                <a:cs typeface="Malgun Gothic" pitchFamily="34" charset="-120"/>
              </a:rPr>
              <a:t>지역사회와의 연결</a:t>
            </a:r>
            <a:endParaRPr lang="en-US" sz="1300" dirty="0"/>
          </a:p>
        </p:txBody>
      </p:sp>
      <p:sp>
        <p:nvSpPr>
          <p:cNvPr id="26" name="Text 23"/>
          <p:cNvSpPr txBox="1"/>
          <p:nvPr/>
        </p:nvSpPr>
        <p:spPr>
          <a:xfrm>
            <a:off x="548640" y="4846320"/>
            <a:ext cx="5166360" cy="365760"/>
          </a:xfrm>
          <a:prstGeom prst="rect">
            <a:avLst/>
          </a:prstGeom>
          <a:noFill/>
          <a:ln/>
        </p:spPr>
        <p:txBody>
          <a:bodyPr wrap="square" lIns="0" tIns="0" rIns="0" bIns="0" rtlCol="0" anchor="t"/>
          <a:lstStyle/>
          <a:p>
            <a:pPr algn="ctr" indent="0" marL="0">
              <a:buNone/>
            </a:pPr>
            <a:r>
              <a:rPr lang="en-US" sz="1500" b="1" dirty="0">
                <a:solidFill>
                  <a:srgbClr val="0046F0"/>
                </a:solidFill>
                <a:latin typeface="Malgun Gothic" pitchFamily="34" charset="0"/>
                <a:ea typeface="Malgun Gothic" pitchFamily="34" charset="-122"/>
                <a:cs typeface="Malgun Gothic" pitchFamily="34" charset="-120"/>
              </a:rPr>
              <a:t>HI  =  Human + AI</a:t>
            </a:r>
            <a:endParaRPr lang="en-US" sz="1500" dirty="0"/>
          </a:p>
        </p:txBody>
      </p:sp>
      <p:sp>
        <p:nvSpPr>
          <p:cNvPr id="27" name="Text 24"/>
          <p:cNvSpPr txBox="1"/>
          <p:nvPr/>
        </p:nvSpPr>
        <p:spPr>
          <a:xfrm>
            <a:off x="6217920" y="4846320"/>
            <a:ext cx="5166360" cy="365760"/>
          </a:xfrm>
          <a:prstGeom prst="rect">
            <a:avLst/>
          </a:prstGeom>
          <a:noFill/>
          <a:ln/>
        </p:spPr>
        <p:txBody>
          <a:bodyPr wrap="square" lIns="0" tIns="0" rIns="0" bIns="0" rtlCol="0" anchor="t"/>
          <a:lstStyle/>
          <a:p>
            <a:pPr algn="ctr" indent="0" marL="0">
              <a:buNone/>
            </a:pPr>
            <a:r>
              <a:rPr lang="en-US" sz="1500" b="1" dirty="0">
                <a:solidFill>
                  <a:srgbClr val="00996C"/>
                </a:solidFill>
                <a:latin typeface="Malgun Gothic" pitchFamily="34" charset="0"/>
                <a:ea typeface="Malgun Gothic" pitchFamily="34" charset="-122"/>
                <a:cs typeface="Malgun Gothic" pitchFamily="34" charset="-120"/>
              </a:rPr>
              <a:t>스포링  =  Sports + Ring</a:t>
            </a:r>
            <a:endParaRPr lang="en-US" sz="1500" dirty="0"/>
          </a:p>
        </p:txBody>
      </p:sp>
      <p:sp>
        <p:nvSpPr>
          <p:cNvPr id="28" name="Shape 25"/>
          <p:cNvSpPr/>
          <p:nvPr/>
        </p:nvSpPr>
        <p:spPr>
          <a:xfrm>
            <a:off x="548640" y="5532120"/>
            <a:ext cx="11094415" cy="640080"/>
          </a:xfrm>
          <a:prstGeom prst="roundRect">
            <a:avLst>
              <a:gd name="adj" fmla="val 50000"/>
            </a:avLst>
          </a:prstGeom>
          <a:solidFill>
            <a:srgbClr val="F4F7FC"/>
          </a:solidFill>
          <a:ln/>
        </p:spPr>
      </p:sp>
      <p:sp>
        <p:nvSpPr>
          <p:cNvPr id="29" name="Text 26"/>
          <p:cNvSpPr txBox="1"/>
          <p:nvPr/>
        </p:nvSpPr>
        <p:spPr>
          <a:xfrm>
            <a:off x="548640" y="5532120"/>
            <a:ext cx="11094415" cy="640080"/>
          </a:xfrm>
          <a:prstGeom prst="rect">
            <a:avLst/>
          </a:prstGeom>
          <a:noFill/>
          <a:ln/>
        </p:spPr>
        <p:txBody>
          <a:bodyPr wrap="square" lIns="0" tIns="0" rIns="0" bIns="0" rtlCol="0" anchor="ctr"/>
          <a:lstStyle/>
          <a:p>
            <a:pPr algn="ctr" indent="0" marL="0">
              <a:buNone/>
            </a:pPr>
            <a:r>
              <a:rPr lang="en-US" sz="1500" dirty="0">
                <a:solidFill>
                  <a:srgbClr val="0F1B2D"/>
                </a:solidFill>
                <a:latin typeface="Malgun Gothic" pitchFamily="34" charset="0"/>
                <a:ea typeface="Malgun Gothic" pitchFamily="34" charset="-122"/>
                <a:cs typeface="Malgun Gothic" pitchFamily="34" charset="-120"/>
              </a:rPr>
              <a:t>지역 특성에 맞는 체육 프로그램을 제안하고, 지역사회와 스포츠·체육복지를 연결합니다.</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180015" y="6473952"/>
            <a:ext cx="1554480" cy="228600"/>
          </a:xfrm>
          <a:prstGeom prst="rect">
            <a:avLst/>
          </a:prstGeom>
          <a:noFill/>
          <a:ln/>
        </p:spPr>
        <p:txBody>
          <a:bodyPr wrap="square" lIns="0" tIns="0" rIns="0" bIns="0" rtlCol="0" anchor="t"/>
          <a:lstStyle/>
          <a:p>
            <a:pPr algn="r" indent="0" marL="0">
              <a:buNone/>
            </a:pPr>
            <a:r>
              <a:rPr lang="en-US" sz="900" b="1" dirty="0">
                <a:solidFill>
                  <a:srgbClr val="011F47"/>
                </a:solidFill>
                <a:latin typeface="Malgun Gothic" pitchFamily="34" charset="0"/>
                <a:ea typeface="Malgun Gothic" pitchFamily="34" charset="-122"/>
                <a:cs typeface="Malgun Gothic" pitchFamily="34" charset="-120"/>
              </a:rPr>
              <a:t>Hi스포링</a:t>
            </a:r>
            <a:pPr algn="r" indent="0" marL="0">
              <a:buNone/>
            </a:pPr>
            <a:r>
              <a:rPr lang="en-US" sz="900" dirty="0">
                <a:solidFill>
                  <a:srgbClr val="8A97A8"/>
                </a:solidFill>
                <a:latin typeface="Malgun Gothic" pitchFamily="34" charset="0"/>
                <a:ea typeface="Malgun Gothic" pitchFamily="34" charset="-122"/>
                <a:cs typeface="Malgun Gothic" pitchFamily="34" charset="-120"/>
              </a:rPr>
              <a:t>   04</a:t>
            </a:r>
            <a:endParaRPr lang="en-US" sz="900" dirty="0"/>
          </a:p>
        </p:txBody>
      </p:sp>
      <p:sp>
        <p:nvSpPr>
          <p:cNvPr id="3" name="Shape 1"/>
          <p:cNvSpPr/>
          <p:nvPr/>
        </p:nvSpPr>
        <p:spPr>
          <a:xfrm>
            <a:off x="548640" y="457200"/>
            <a:ext cx="1097280" cy="310896"/>
          </a:xfrm>
          <a:prstGeom prst="roundRect">
            <a:avLst>
              <a:gd name="adj" fmla="val 50000"/>
            </a:avLst>
          </a:prstGeom>
          <a:solidFill>
            <a:srgbClr val="E8EFFF"/>
          </a:solidFill>
          <a:ln/>
        </p:spPr>
      </p:sp>
      <p:sp>
        <p:nvSpPr>
          <p:cNvPr id="4" name="Text 2"/>
          <p:cNvSpPr txBox="1"/>
          <p:nvPr/>
        </p:nvSpPr>
        <p:spPr>
          <a:xfrm>
            <a:off x="548640" y="457200"/>
            <a:ext cx="1097280" cy="310896"/>
          </a:xfrm>
          <a:prstGeom prst="rect">
            <a:avLst/>
          </a:prstGeom>
          <a:noFill/>
          <a:ln/>
        </p:spPr>
        <p:txBody>
          <a:bodyPr wrap="square" lIns="0" tIns="0" rIns="0" bIns="0" rtlCol="0" anchor="ctr"/>
          <a:lstStyle/>
          <a:p>
            <a:pPr algn="ctr" indent="0" marL="0">
              <a:buNone/>
            </a:pPr>
            <a:r>
              <a:rPr lang="en-US" sz="1100" b="1" dirty="0">
                <a:solidFill>
                  <a:srgbClr val="0046F0"/>
                </a:solidFill>
                <a:latin typeface="Malgun Gothic" pitchFamily="34" charset="0"/>
                <a:ea typeface="Malgun Gothic" pitchFamily="34" charset="-122"/>
                <a:cs typeface="Malgun Gothic" pitchFamily="34" charset="-120"/>
              </a:rPr>
              <a:t>CONTENTS</a:t>
            </a:r>
            <a:endParaRPr lang="en-US" sz="1100" dirty="0"/>
          </a:p>
        </p:txBody>
      </p:sp>
      <p:sp>
        <p:nvSpPr>
          <p:cNvPr id="5" name="Text 3"/>
          <p:cNvSpPr txBox="1"/>
          <p:nvPr/>
        </p:nvSpPr>
        <p:spPr>
          <a:xfrm>
            <a:off x="548640" y="896112"/>
            <a:ext cx="11094415" cy="566928"/>
          </a:xfrm>
          <a:prstGeom prst="rect">
            <a:avLst/>
          </a:prstGeom>
          <a:noFill/>
          <a:ln/>
        </p:spPr>
        <p:txBody>
          <a:bodyPr wrap="square" lIns="0" tIns="0" rIns="0" bIns="0" rtlCol="0" anchor="t"/>
          <a:lstStyle/>
          <a:p>
            <a:pPr indent="0" marL="0">
              <a:buNone/>
            </a:pPr>
            <a:r>
              <a:rPr lang="en-US" sz="2800" b="1" dirty="0">
                <a:solidFill>
                  <a:srgbClr val="0F1B2D"/>
                </a:solidFill>
                <a:latin typeface="Malgun Gothic" pitchFamily="34" charset="0"/>
                <a:ea typeface="Malgun Gothic" pitchFamily="34" charset="-122"/>
                <a:cs typeface="Malgun Gothic" pitchFamily="34" charset="-120"/>
              </a:rPr>
              <a:t>발표 순서</a:t>
            </a:r>
            <a:endParaRPr lang="en-US" sz="2800" dirty="0"/>
          </a:p>
        </p:txBody>
      </p:sp>
      <p:sp>
        <p:nvSpPr>
          <p:cNvPr id="6" name="Shape 4"/>
          <p:cNvSpPr/>
          <p:nvPr/>
        </p:nvSpPr>
        <p:spPr>
          <a:xfrm>
            <a:off x="548640" y="1783080"/>
            <a:ext cx="3474720" cy="1920240"/>
          </a:xfrm>
          <a:prstGeom prst="roundRect">
            <a:avLst>
              <a:gd name="adj" fmla="val 8571"/>
            </a:avLst>
          </a:prstGeom>
          <a:solidFill>
            <a:srgbClr val="F4F7FC"/>
          </a:solidFill>
          <a:ln/>
        </p:spPr>
      </p:sp>
      <p:sp>
        <p:nvSpPr>
          <p:cNvPr id="7" name="Text 5"/>
          <p:cNvSpPr txBox="1"/>
          <p:nvPr/>
        </p:nvSpPr>
        <p:spPr>
          <a:xfrm>
            <a:off x="868680" y="2057400"/>
            <a:ext cx="1371600" cy="548640"/>
          </a:xfrm>
          <a:prstGeom prst="rect">
            <a:avLst/>
          </a:prstGeom>
          <a:noFill/>
          <a:ln/>
        </p:spPr>
        <p:txBody>
          <a:bodyPr wrap="square" lIns="0" tIns="0" rIns="0" bIns="0" rtlCol="0" anchor="t"/>
          <a:lstStyle/>
          <a:p>
            <a:pPr indent="0" marL="0">
              <a:buNone/>
            </a:pPr>
            <a:r>
              <a:rPr lang="en-US" sz="3000" b="1" dirty="0">
                <a:solidFill>
                  <a:srgbClr val="0046F0"/>
                </a:solidFill>
                <a:latin typeface="Malgun Gothic" pitchFamily="34" charset="0"/>
                <a:ea typeface="Malgun Gothic" pitchFamily="34" charset="-122"/>
                <a:cs typeface="Malgun Gothic" pitchFamily="34" charset="-120"/>
              </a:rPr>
              <a:t>01</a:t>
            </a:r>
            <a:endParaRPr lang="en-US" sz="3000" dirty="0"/>
          </a:p>
        </p:txBody>
      </p:sp>
      <p:sp>
        <p:nvSpPr>
          <p:cNvPr id="8" name="Text 6"/>
          <p:cNvSpPr txBox="1"/>
          <p:nvPr/>
        </p:nvSpPr>
        <p:spPr>
          <a:xfrm>
            <a:off x="868680" y="2697480"/>
            <a:ext cx="2834640" cy="411480"/>
          </a:xfrm>
          <a:prstGeom prst="rect">
            <a:avLst/>
          </a:prstGeom>
          <a:noFill/>
          <a:ln/>
        </p:spPr>
        <p:txBody>
          <a:bodyPr wrap="square" lIns="0" tIns="0" rIns="0" bIns="0" rtlCol="0" anchor="t"/>
          <a:lstStyle/>
          <a:p>
            <a:pPr indent="0" marL="0">
              <a:buNone/>
            </a:pPr>
            <a:r>
              <a:rPr lang="en-US" sz="1900" b="1" dirty="0">
                <a:solidFill>
                  <a:srgbClr val="0F1B2D"/>
                </a:solidFill>
                <a:latin typeface="Malgun Gothic" pitchFamily="34" charset="0"/>
                <a:ea typeface="Malgun Gothic" pitchFamily="34" charset="-122"/>
                <a:cs typeface="Malgun Gothic" pitchFamily="34" charset="-120"/>
              </a:rPr>
              <a:t>프로젝트 개요</a:t>
            </a:r>
            <a:endParaRPr lang="en-US" sz="1900" dirty="0"/>
          </a:p>
        </p:txBody>
      </p:sp>
      <p:sp>
        <p:nvSpPr>
          <p:cNvPr id="9" name="Text 7"/>
          <p:cNvSpPr txBox="1"/>
          <p:nvPr/>
        </p:nvSpPr>
        <p:spPr>
          <a:xfrm>
            <a:off x="868680" y="3136392"/>
            <a:ext cx="2834640" cy="320040"/>
          </a:xfrm>
          <a:prstGeom prst="rect">
            <a:avLst/>
          </a:prstGeom>
          <a:noFill/>
          <a:ln/>
        </p:spPr>
        <p:txBody>
          <a:bodyPr wrap="square" lIns="0" tIns="0" rIns="0" bIns="0" rtlCol="0" anchor="t"/>
          <a:lstStyle/>
          <a:p>
            <a:pPr indent="0" marL="0">
              <a:buNone/>
            </a:pPr>
            <a:r>
              <a:rPr lang="en-US" sz="1250" dirty="0">
                <a:solidFill>
                  <a:srgbClr val="56657A"/>
                </a:solidFill>
                <a:latin typeface="Malgun Gothic" pitchFamily="34" charset="0"/>
                <a:ea typeface="Malgun Gothic" pitchFamily="34" charset="-122"/>
                <a:cs typeface="Malgun Gothic" pitchFamily="34" charset="-120"/>
              </a:rPr>
              <a:t>배경 · 서비스 흐름 · 활용 데이터</a:t>
            </a:r>
            <a:endParaRPr lang="en-US" sz="1250" dirty="0"/>
          </a:p>
        </p:txBody>
      </p:sp>
      <p:sp>
        <p:nvSpPr>
          <p:cNvPr id="10" name="Shape 8"/>
          <p:cNvSpPr/>
          <p:nvPr/>
        </p:nvSpPr>
        <p:spPr>
          <a:xfrm>
            <a:off x="4361688" y="1783080"/>
            <a:ext cx="3474720" cy="1920240"/>
          </a:xfrm>
          <a:prstGeom prst="roundRect">
            <a:avLst>
              <a:gd name="adj" fmla="val 8571"/>
            </a:avLst>
          </a:prstGeom>
          <a:solidFill>
            <a:srgbClr val="F4F7FC"/>
          </a:solidFill>
          <a:ln/>
        </p:spPr>
      </p:sp>
      <p:sp>
        <p:nvSpPr>
          <p:cNvPr id="11" name="Text 9"/>
          <p:cNvSpPr txBox="1"/>
          <p:nvPr/>
        </p:nvSpPr>
        <p:spPr>
          <a:xfrm>
            <a:off x="4681728" y="2057400"/>
            <a:ext cx="1371600" cy="548640"/>
          </a:xfrm>
          <a:prstGeom prst="rect">
            <a:avLst/>
          </a:prstGeom>
          <a:noFill/>
          <a:ln/>
        </p:spPr>
        <p:txBody>
          <a:bodyPr wrap="square" lIns="0" tIns="0" rIns="0" bIns="0" rtlCol="0" anchor="t"/>
          <a:lstStyle/>
          <a:p>
            <a:pPr indent="0" marL="0">
              <a:buNone/>
            </a:pPr>
            <a:r>
              <a:rPr lang="en-US" sz="3000" b="1" dirty="0">
                <a:solidFill>
                  <a:srgbClr val="0046F0"/>
                </a:solidFill>
                <a:latin typeface="Malgun Gothic" pitchFamily="34" charset="0"/>
                <a:ea typeface="Malgun Gothic" pitchFamily="34" charset="-122"/>
                <a:cs typeface="Malgun Gothic" pitchFamily="34" charset="-120"/>
              </a:rPr>
              <a:t>02</a:t>
            </a:r>
            <a:endParaRPr lang="en-US" sz="3000" dirty="0"/>
          </a:p>
        </p:txBody>
      </p:sp>
      <p:sp>
        <p:nvSpPr>
          <p:cNvPr id="12" name="Text 10"/>
          <p:cNvSpPr txBox="1"/>
          <p:nvPr/>
        </p:nvSpPr>
        <p:spPr>
          <a:xfrm>
            <a:off x="4681728" y="2697480"/>
            <a:ext cx="2834640" cy="411480"/>
          </a:xfrm>
          <a:prstGeom prst="rect">
            <a:avLst/>
          </a:prstGeom>
          <a:noFill/>
          <a:ln/>
        </p:spPr>
        <p:txBody>
          <a:bodyPr wrap="square" lIns="0" tIns="0" rIns="0" bIns="0" rtlCol="0" anchor="t"/>
          <a:lstStyle/>
          <a:p>
            <a:pPr indent="0" marL="0">
              <a:buNone/>
            </a:pPr>
            <a:r>
              <a:rPr lang="en-US" sz="1900" b="1" dirty="0">
                <a:solidFill>
                  <a:srgbClr val="0F1B2D"/>
                </a:solidFill>
                <a:latin typeface="Malgun Gothic" pitchFamily="34" charset="0"/>
                <a:ea typeface="Malgun Gothic" pitchFamily="34" charset="-122"/>
                <a:cs typeface="Malgun Gothic" pitchFamily="34" charset="-120"/>
              </a:rPr>
              <a:t>팀 &amp; 일정</a:t>
            </a:r>
            <a:endParaRPr lang="en-US" sz="1900" dirty="0"/>
          </a:p>
        </p:txBody>
      </p:sp>
      <p:sp>
        <p:nvSpPr>
          <p:cNvPr id="13" name="Text 11"/>
          <p:cNvSpPr txBox="1"/>
          <p:nvPr/>
        </p:nvSpPr>
        <p:spPr>
          <a:xfrm>
            <a:off x="4681728" y="3136392"/>
            <a:ext cx="2834640" cy="320040"/>
          </a:xfrm>
          <a:prstGeom prst="rect">
            <a:avLst/>
          </a:prstGeom>
          <a:noFill/>
          <a:ln/>
        </p:spPr>
        <p:txBody>
          <a:bodyPr wrap="square" lIns="0" tIns="0" rIns="0" bIns="0" rtlCol="0" anchor="t"/>
          <a:lstStyle/>
          <a:p>
            <a:pPr indent="0" marL="0">
              <a:buNone/>
            </a:pPr>
            <a:r>
              <a:rPr lang="en-US" sz="1250" dirty="0">
                <a:solidFill>
                  <a:srgbClr val="56657A"/>
                </a:solidFill>
                <a:latin typeface="Malgun Gothic" pitchFamily="34" charset="0"/>
                <a:ea typeface="Malgun Gothic" pitchFamily="34" charset="-122"/>
                <a:cs typeface="Malgun Gothic" pitchFamily="34" charset="-120"/>
              </a:rPr>
              <a:t>역할 분담 · WBS · 요구사항</a:t>
            </a:r>
            <a:endParaRPr lang="en-US" sz="1250" dirty="0"/>
          </a:p>
        </p:txBody>
      </p:sp>
      <p:sp>
        <p:nvSpPr>
          <p:cNvPr id="14" name="Shape 12"/>
          <p:cNvSpPr/>
          <p:nvPr/>
        </p:nvSpPr>
        <p:spPr>
          <a:xfrm>
            <a:off x="8174736" y="1783080"/>
            <a:ext cx="3474720" cy="1920240"/>
          </a:xfrm>
          <a:prstGeom prst="roundRect">
            <a:avLst>
              <a:gd name="adj" fmla="val 8571"/>
            </a:avLst>
          </a:prstGeom>
          <a:solidFill>
            <a:srgbClr val="F4F7FC"/>
          </a:solidFill>
          <a:ln/>
        </p:spPr>
      </p:sp>
      <p:sp>
        <p:nvSpPr>
          <p:cNvPr id="15" name="Text 13"/>
          <p:cNvSpPr txBox="1"/>
          <p:nvPr/>
        </p:nvSpPr>
        <p:spPr>
          <a:xfrm>
            <a:off x="8494776" y="2057400"/>
            <a:ext cx="1371600" cy="548640"/>
          </a:xfrm>
          <a:prstGeom prst="rect">
            <a:avLst/>
          </a:prstGeom>
          <a:noFill/>
          <a:ln/>
        </p:spPr>
        <p:txBody>
          <a:bodyPr wrap="square" lIns="0" tIns="0" rIns="0" bIns="0" rtlCol="0" anchor="t"/>
          <a:lstStyle/>
          <a:p>
            <a:pPr indent="0" marL="0">
              <a:buNone/>
            </a:pPr>
            <a:r>
              <a:rPr lang="en-US" sz="3000" b="1" dirty="0">
                <a:solidFill>
                  <a:srgbClr val="0046F0"/>
                </a:solidFill>
                <a:latin typeface="Malgun Gothic" pitchFamily="34" charset="0"/>
                <a:ea typeface="Malgun Gothic" pitchFamily="34" charset="-122"/>
                <a:cs typeface="Malgun Gothic" pitchFamily="34" charset="-120"/>
              </a:rPr>
              <a:t>03</a:t>
            </a:r>
            <a:endParaRPr lang="en-US" sz="3000" dirty="0"/>
          </a:p>
        </p:txBody>
      </p:sp>
      <p:sp>
        <p:nvSpPr>
          <p:cNvPr id="16" name="Text 14"/>
          <p:cNvSpPr txBox="1"/>
          <p:nvPr/>
        </p:nvSpPr>
        <p:spPr>
          <a:xfrm>
            <a:off x="8494776" y="2697480"/>
            <a:ext cx="2834640" cy="411480"/>
          </a:xfrm>
          <a:prstGeom prst="rect">
            <a:avLst/>
          </a:prstGeom>
          <a:noFill/>
          <a:ln/>
        </p:spPr>
        <p:txBody>
          <a:bodyPr wrap="square" lIns="0" tIns="0" rIns="0" bIns="0" rtlCol="0" anchor="t"/>
          <a:lstStyle/>
          <a:p>
            <a:pPr indent="0" marL="0">
              <a:buNone/>
            </a:pPr>
            <a:r>
              <a:rPr lang="en-US" sz="1900" b="1" dirty="0">
                <a:solidFill>
                  <a:srgbClr val="0F1B2D"/>
                </a:solidFill>
                <a:latin typeface="Malgun Gothic" pitchFamily="34" charset="0"/>
                <a:ea typeface="Malgun Gothic" pitchFamily="34" charset="-122"/>
                <a:cs typeface="Malgun Gothic" pitchFamily="34" charset="-120"/>
              </a:rPr>
              <a:t>기술 &amp; 아키텍처</a:t>
            </a:r>
            <a:endParaRPr lang="en-US" sz="1900" dirty="0"/>
          </a:p>
        </p:txBody>
      </p:sp>
      <p:sp>
        <p:nvSpPr>
          <p:cNvPr id="17" name="Text 15"/>
          <p:cNvSpPr txBox="1"/>
          <p:nvPr/>
        </p:nvSpPr>
        <p:spPr>
          <a:xfrm>
            <a:off x="8494776" y="3136392"/>
            <a:ext cx="2834640" cy="320040"/>
          </a:xfrm>
          <a:prstGeom prst="rect">
            <a:avLst/>
          </a:prstGeom>
          <a:noFill/>
          <a:ln/>
        </p:spPr>
        <p:txBody>
          <a:bodyPr wrap="square" lIns="0" tIns="0" rIns="0" bIns="0" rtlCol="0" anchor="t"/>
          <a:lstStyle/>
          <a:p>
            <a:pPr indent="0" marL="0">
              <a:buNone/>
            </a:pPr>
            <a:r>
              <a:rPr lang="en-US" sz="1250" dirty="0">
                <a:solidFill>
                  <a:srgbClr val="56657A"/>
                </a:solidFill>
                <a:latin typeface="Malgun Gothic" pitchFamily="34" charset="0"/>
                <a:ea typeface="Malgun Gothic" pitchFamily="34" charset="-122"/>
                <a:cs typeface="Malgun Gothic" pitchFamily="34" charset="-120"/>
              </a:rPr>
              <a:t>기술 스택 · 시스템 구조 · 모듈</a:t>
            </a:r>
            <a:endParaRPr lang="en-US" sz="1250" dirty="0"/>
          </a:p>
        </p:txBody>
      </p:sp>
      <p:sp>
        <p:nvSpPr>
          <p:cNvPr id="18" name="Shape 16"/>
          <p:cNvSpPr/>
          <p:nvPr/>
        </p:nvSpPr>
        <p:spPr>
          <a:xfrm>
            <a:off x="548640" y="4023360"/>
            <a:ext cx="3474720" cy="1920240"/>
          </a:xfrm>
          <a:prstGeom prst="roundRect">
            <a:avLst>
              <a:gd name="adj" fmla="val 8571"/>
            </a:avLst>
          </a:prstGeom>
          <a:solidFill>
            <a:srgbClr val="F4F7FC"/>
          </a:solidFill>
          <a:ln/>
        </p:spPr>
      </p:sp>
      <p:sp>
        <p:nvSpPr>
          <p:cNvPr id="19" name="Text 17"/>
          <p:cNvSpPr txBox="1"/>
          <p:nvPr/>
        </p:nvSpPr>
        <p:spPr>
          <a:xfrm>
            <a:off x="868680" y="4297680"/>
            <a:ext cx="1371600" cy="548640"/>
          </a:xfrm>
          <a:prstGeom prst="rect">
            <a:avLst/>
          </a:prstGeom>
          <a:noFill/>
          <a:ln/>
        </p:spPr>
        <p:txBody>
          <a:bodyPr wrap="square" lIns="0" tIns="0" rIns="0" bIns="0" rtlCol="0" anchor="t"/>
          <a:lstStyle/>
          <a:p>
            <a:pPr indent="0" marL="0">
              <a:buNone/>
            </a:pPr>
            <a:r>
              <a:rPr lang="en-US" sz="3000" b="1" dirty="0">
                <a:solidFill>
                  <a:srgbClr val="0046F0"/>
                </a:solidFill>
                <a:latin typeface="Malgun Gothic" pitchFamily="34" charset="0"/>
                <a:ea typeface="Malgun Gothic" pitchFamily="34" charset="-122"/>
                <a:cs typeface="Malgun Gothic" pitchFamily="34" charset="-120"/>
              </a:rPr>
              <a:t>04</a:t>
            </a:r>
            <a:endParaRPr lang="en-US" sz="3000" dirty="0"/>
          </a:p>
        </p:txBody>
      </p:sp>
      <p:sp>
        <p:nvSpPr>
          <p:cNvPr id="20" name="Text 18"/>
          <p:cNvSpPr txBox="1"/>
          <p:nvPr/>
        </p:nvSpPr>
        <p:spPr>
          <a:xfrm>
            <a:off x="868680" y="4937760"/>
            <a:ext cx="2834640" cy="411480"/>
          </a:xfrm>
          <a:prstGeom prst="rect">
            <a:avLst/>
          </a:prstGeom>
          <a:noFill/>
          <a:ln/>
        </p:spPr>
        <p:txBody>
          <a:bodyPr wrap="square" lIns="0" tIns="0" rIns="0" bIns="0" rtlCol="0" anchor="t"/>
          <a:lstStyle/>
          <a:p>
            <a:pPr indent="0" marL="0">
              <a:buNone/>
            </a:pPr>
            <a:r>
              <a:rPr lang="en-US" sz="1900" b="1" dirty="0">
                <a:solidFill>
                  <a:srgbClr val="0F1B2D"/>
                </a:solidFill>
                <a:latin typeface="Malgun Gothic" pitchFamily="34" charset="0"/>
                <a:ea typeface="Malgun Gothic" pitchFamily="34" charset="-122"/>
                <a:cs typeface="Malgun Gothic" pitchFamily="34" charset="-120"/>
              </a:rPr>
              <a:t>핵심 구현</a:t>
            </a:r>
            <a:endParaRPr lang="en-US" sz="1900" dirty="0"/>
          </a:p>
        </p:txBody>
      </p:sp>
      <p:sp>
        <p:nvSpPr>
          <p:cNvPr id="21" name="Text 19"/>
          <p:cNvSpPr txBox="1"/>
          <p:nvPr/>
        </p:nvSpPr>
        <p:spPr>
          <a:xfrm>
            <a:off x="868680" y="5376672"/>
            <a:ext cx="2834640" cy="320040"/>
          </a:xfrm>
          <a:prstGeom prst="rect">
            <a:avLst/>
          </a:prstGeom>
          <a:noFill/>
          <a:ln/>
        </p:spPr>
        <p:txBody>
          <a:bodyPr wrap="square" lIns="0" tIns="0" rIns="0" bIns="0" rtlCol="0" anchor="t"/>
          <a:lstStyle/>
          <a:p>
            <a:pPr indent="0" marL="0">
              <a:buNone/>
            </a:pPr>
            <a:r>
              <a:rPr lang="en-US" sz="1250" dirty="0">
                <a:solidFill>
                  <a:srgbClr val="56657A"/>
                </a:solidFill>
                <a:latin typeface="Malgun Gothic" pitchFamily="34" charset="0"/>
                <a:ea typeface="Malgun Gothic" pitchFamily="34" charset="-122"/>
                <a:cs typeface="Malgun Gothic" pitchFamily="34" charset="-120"/>
              </a:rPr>
              <a:t>데이터 설계 · AI 연동 · 예외처리</a:t>
            </a:r>
            <a:endParaRPr lang="en-US" sz="1250" dirty="0"/>
          </a:p>
        </p:txBody>
      </p:sp>
      <p:sp>
        <p:nvSpPr>
          <p:cNvPr id="22" name="Shape 20"/>
          <p:cNvSpPr/>
          <p:nvPr/>
        </p:nvSpPr>
        <p:spPr>
          <a:xfrm>
            <a:off x="4361688" y="4023360"/>
            <a:ext cx="3474720" cy="1920240"/>
          </a:xfrm>
          <a:prstGeom prst="roundRect">
            <a:avLst>
              <a:gd name="adj" fmla="val 8571"/>
            </a:avLst>
          </a:prstGeom>
          <a:solidFill>
            <a:srgbClr val="F4F7FC"/>
          </a:solidFill>
          <a:ln/>
        </p:spPr>
      </p:sp>
      <p:sp>
        <p:nvSpPr>
          <p:cNvPr id="23" name="Text 21"/>
          <p:cNvSpPr txBox="1"/>
          <p:nvPr/>
        </p:nvSpPr>
        <p:spPr>
          <a:xfrm>
            <a:off x="4681728" y="4297680"/>
            <a:ext cx="1371600" cy="548640"/>
          </a:xfrm>
          <a:prstGeom prst="rect">
            <a:avLst/>
          </a:prstGeom>
          <a:noFill/>
          <a:ln/>
        </p:spPr>
        <p:txBody>
          <a:bodyPr wrap="square" lIns="0" tIns="0" rIns="0" bIns="0" rtlCol="0" anchor="t"/>
          <a:lstStyle/>
          <a:p>
            <a:pPr indent="0" marL="0">
              <a:buNone/>
            </a:pPr>
            <a:r>
              <a:rPr lang="en-US" sz="3000" b="1" dirty="0">
                <a:solidFill>
                  <a:srgbClr val="0046F0"/>
                </a:solidFill>
                <a:latin typeface="Malgun Gothic" pitchFamily="34" charset="0"/>
                <a:ea typeface="Malgun Gothic" pitchFamily="34" charset="-122"/>
                <a:cs typeface="Malgun Gothic" pitchFamily="34" charset="-120"/>
              </a:rPr>
              <a:t>05</a:t>
            </a:r>
            <a:endParaRPr lang="en-US" sz="3000" dirty="0"/>
          </a:p>
        </p:txBody>
      </p:sp>
      <p:sp>
        <p:nvSpPr>
          <p:cNvPr id="24" name="Text 22"/>
          <p:cNvSpPr txBox="1"/>
          <p:nvPr/>
        </p:nvSpPr>
        <p:spPr>
          <a:xfrm>
            <a:off x="4681728" y="4937760"/>
            <a:ext cx="2834640" cy="411480"/>
          </a:xfrm>
          <a:prstGeom prst="rect">
            <a:avLst/>
          </a:prstGeom>
          <a:noFill/>
          <a:ln/>
        </p:spPr>
        <p:txBody>
          <a:bodyPr wrap="square" lIns="0" tIns="0" rIns="0" bIns="0" rtlCol="0" anchor="t"/>
          <a:lstStyle/>
          <a:p>
            <a:pPr indent="0" marL="0">
              <a:buNone/>
            </a:pPr>
            <a:r>
              <a:rPr lang="en-US" sz="1900" b="1" dirty="0">
                <a:solidFill>
                  <a:srgbClr val="0F1B2D"/>
                </a:solidFill>
                <a:latin typeface="Malgun Gothic" pitchFamily="34" charset="0"/>
                <a:ea typeface="Malgun Gothic" pitchFamily="34" charset="-122"/>
                <a:cs typeface="Malgun Gothic" pitchFamily="34" charset="-120"/>
              </a:rPr>
              <a:t>서비스 시연</a:t>
            </a:r>
            <a:endParaRPr lang="en-US" sz="1900" dirty="0"/>
          </a:p>
        </p:txBody>
      </p:sp>
      <p:sp>
        <p:nvSpPr>
          <p:cNvPr id="25" name="Text 23"/>
          <p:cNvSpPr txBox="1"/>
          <p:nvPr/>
        </p:nvSpPr>
        <p:spPr>
          <a:xfrm>
            <a:off x="4681728" y="5376672"/>
            <a:ext cx="2834640" cy="320040"/>
          </a:xfrm>
          <a:prstGeom prst="rect">
            <a:avLst/>
          </a:prstGeom>
          <a:noFill/>
          <a:ln/>
        </p:spPr>
        <p:txBody>
          <a:bodyPr wrap="square" lIns="0" tIns="0" rIns="0" bIns="0" rtlCol="0" anchor="t"/>
          <a:lstStyle/>
          <a:p>
            <a:pPr indent="0" marL="0">
              <a:buNone/>
            </a:pPr>
            <a:r>
              <a:rPr lang="en-US" sz="1250" dirty="0">
                <a:solidFill>
                  <a:srgbClr val="56657A"/>
                </a:solidFill>
                <a:latin typeface="Malgun Gothic" pitchFamily="34" charset="0"/>
                <a:ea typeface="Malgun Gothic" pitchFamily="34" charset="-122"/>
                <a:cs typeface="Malgun Gothic" pitchFamily="34" charset="-120"/>
              </a:rPr>
              <a:t>프로그램 설계 3단계 · 부가 기능</a:t>
            </a:r>
            <a:endParaRPr lang="en-US" sz="1250" dirty="0"/>
          </a:p>
        </p:txBody>
      </p:sp>
      <p:sp>
        <p:nvSpPr>
          <p:cNvPr id="26" name="Shape 24"/>
          <p:cNvSpPr/>
          <p:nvPr/>
        </p:nvSpPr>
        <p:spPr>
          <a:xfrm>
            <a:off x="8174736" y="4023360"/>
            <a:ext cx="3474720" cy="1920240"/>
          </a:xfrm>
          <a:prstGeom prst="roundRect">
            <a:avLst>
              <a:gd name="adj" fmla="val 8571"/>
            </a:avLst>
          </a:prstGeom>
          <a:solidFill>
            <a:srgbClr val="F4F7FC"/>
          </a:solidFill>
          <a:ln/>
        </p:spPr>
      </p:sp>
      <p:sp>
        <p:nvSpPr>
          <p:cNvPr id="27" name="Text 25"/>
          <p:cNvSpPr txBox="1"/>
          <p:nvPr/>
        </p:nvSpPr>
        <p:spPr>
          <a:xfrm>
            <a:off x="8494776" y="4297680"/>
            <a:ext cx="1371600" cy="548640"/>
          </a:xfrm>
          <a:prstGeom prst="rect">
            <a:avLst/>
          </a:prstGeom>
          <a:noFill/>
          <a:ln/>
        </p:spPr>
        <p:txBody>
          <a:bodyPr wrap="square" lIns="0" tIns="0" rIns="0" bIns="0" rtlCol="0" anchor="t"/>
          <a:lstStyle/>
          <a:p>
            <a:pPr indent="0" marL="0">
              <a:buNone/>
            </a:pPr>
            <a:r>
              <a:rPr lang="en-US" sz="3000" b="1" dirty="0">
                <a:solidFill>
                  <a:srgbClr val="0046F0"/>
                </a:solidFill>
                <a:latin typeface="Malgun Gothic" pitchFamily="34" charset="0"/>
                <a:ea typeface="Malgun Gothic" pitchFamily="34" charset="-122"/>
                <a:cs typeface="Malgun Gothic" pitchFamily="34" charset="-120"/>
              </a:rPr>
              <a:t>06</a:t>
            </a:r>
            <a:endParaRPr lang="en-US" sz="3000" dirty="0"/>
          </a:p>
        </p:txBody>
      </p:sp>
      <p:sp>
        <p:nvSpPr>
          <p:cNvPr id="28" name="Text 26"/>
          <p:cNvSpPr txBox="1"/>
          <p:nvPr/>
        </p:nvSpPr>
        <p:spPr>
          <a:xfrm>
            <a:off x="8494776" y="4937760"/>
            <a:ext cx="2834640" cy="411480"/>
          </a:xfrm>
          <a:prstGeom prst="rect">
            <a:avLst/>
          </a:prstGeom>
          <a:noFill/>
          <a:ln/>
        </p:spPr>
        <p:txBody>
          <a:bodyPr wrap="square" lIns="0" tIns="0" rIns="0" bIns="0" rtlCol="0" anchor="t"/>
          <a:lstStyle/>
          <a:p>
            <a:pPr indent="0" marL="0">
              <a:buNone/>
            </a:pPr>
            <a:r>
              <a:rPr lang="en-US" sz="1900" b="1" dirty="0">
                <a:solidFill>
                  <a:srgbClr val="0F1B2D"/>
                </a:solidFill>
                <a:latin typeface="Malgun Gothic" pitchFamily="34" charset="0"/>
                <a:ea typeface="Malgun Gothic" pitchFamily="34" charset="-122"/>
                <a:cs typeface="Malgun Gothic" pitchFamily="34" charset="-120"/>
              </a:rPr>
              <a:t>마무리</a:t>
            </a:r>
            <a:endParaRPr lang="en-US" sz="1900" dirty="0"/>
          </a:p>
        </p:txBody>
      </p:sp>
      <p:sp>
        <p:nvSpPr>
          <p:cNvPr id="29" name="Text 27"/>
          <p:cNvSpPr txBox="1"/>
          <p:nvPr/>
        </p:nvSpPr>
        <p:spPr>
          <a:xfrm>
            <a:off x="8494776" y="5376672"/>
            <a:ext cx="2834640" cy="320040"/>
          </a:xfrm>
          <a:prstGeom prst="rect">
            <a:avLst/>
          </a:prstGeom>
          <a:noFill/>
          <a:ln/>
        </p:spPr>
        <p:txBody>
          <a:bodyPr wrap="square" lIns="0" tIns="0" rIns="0" bIns="0" rtlCol="0" anchor="t"/>
          <a:lstStyle/>
          <a:p>
            <a:pPr indent="0" marL="0">
              <a:buNone/>
            </a:pPr>
            <a:r>
              <a:rPr lang="en-US" sz="1250" dirty="0">
                <a:solidFill>
                  <a:srgbClr val="56657A"/>
                </a:solidFill>
                <a:latin typeface="Malgun Gothic" pitchFamily="34" charset="0"/>
                <a:ea typeface="Malgun Gothic" pitchFamily="34" charset="-122"/>
                <a:cs typeface="Malgun Gothic" pitchFamily="34" charset="-120"/>
              </a:rPr>
              <a:t>제약사항 · 향후 계획 · 회고</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180015" y="6473952"/>
            <a:ext cx="1554480" cy="228600"/>
          </a:xfrm>
          <a:prstGeom prst="rect">
            <a:avLst/>
          </a:prstGeom>
          <a:noFill/>
          <a:ln/>
        </p:spPr>
        <p:txBody>
          <a:bodyPr wrap="square" lIns="0" tIns="0" rIns="0" bIns="0" rtlCol="0" anchor="t"/>
          <a:lstStyle/>
          <a:p>
            <a:pPr algn="r" indent="0" marL="0">
              <a:buNone/>
            </a:pPr>
            <a:r>
              <a:rPr lang="en-US" sz="900" b="1" dirty="0">
                <a:solidFill>
                  <a:srgbClr val="011F47"/>
                </a:solidFill>
                <a:latin typeface="Malgun Gothic" pitchFamily="34" charset="0"/>
                <a:ea typeface="Malgun Gothic" pitchFamily="34" charset="-122"/>
                <a:cs typeface="Malgun Gothic" pitchFamily="34" charset="-120"/>
              </a:rPr>
              <a:t>Hi스포링</a:t>
            </a:r>
            <a:pPr algn="r" indent="0" marL="0">
              <a:buNone/>
            </a:pPr>
            <a:r>
              <a:rPr lang="en-US" sz="900" dirty="0">
                <a:solidFill>
                  <a:srgbClr val="8A97A8"/>
                </a:solidFill>
                <a:latin typeface="Malgun Gothic" pitchFamily="34" charset="0"/>
                <a:ea typeface="Malgun Gothic" pitchFamily="34" charset="-122"/>
                <a:cs typeface="Malgun Gothic" pitchFamily="34" charset="-120"/>
              </a:rPr>
              <a:t>   05</a:t>
            </a:r>
            <a:endParaRPr lang="en-US" sz="900" dirty="0"/>
          </a:p>
        </p:txBody>
      </p:sp>
      <p:sp>
        <p:nvSpPr>
          <p:cNvPr id="3" name="Shape 1"/>
          <p:cNvSpPr/>
          <p:nvPr/>
        </p:nvSpPr>
        <p:spPr>
          <a:xfrm>
            <a:off x="548640" y="457200"/>
            <a:ext cx="992124" cy="310896"/>
          </a:xfrm>
          <a:prstGeom prst="roundRect">
            <a:avLst>
              <a:gd name="adj" fmla="val 50000"/>
            </a:avLst>
          </a:prstGeom>
          <a:solidFill>
            <a:srgbClr val="E8EFFF"/>
          </a:solidFill>
          <a:ln/>
        </p:spPr>
      </p:sp>
      <p:sp>
        <p:nvSpPr>
          <p:cNvPr id="4" name="Text 2"/>
          <p:cNvSpPr txBox="1"/>
          <p:nvPr/>
        </p:nvSpPr>
        <p:spPr>
          <a:xfrm>
            <a:off x="548640" y="457200"/>
            <a:ext cx="992124" cy="310896"/>
          </a:xfrm>
          <a:prstGeom prst="rect">
            <a:avLst/>
          </a:prstGeom>
          <a:noFill/>
          <a:ln/>
        </p:spPr>
        <p:txBody>
          <a:bodyPr wrap="square" lIns="0" tIns="0" rIns="0" bIns="0" rtlCol="0" anchor="ctr"/>
          <a:lstStyle/>
          <a:p>
            <a:pPr algn="ctr" indent="0" marL="0">
              <a:buNone/>
            </a:pPr>
            <a:r>
              <a:rPr lang="en-US" sz="1100" b="1" dirty="0">
                <a:solidFill>
                  <a:srgbClr val="0046F0"/>
                </a:solidFill>
                <a:latin typeface="Malgun Gothic" pitchFamily="34" charset="0"/>
                <a:ea typeface="Malgun Gothic" pitchFamily="34" charset="-122"/>
                <a:cs typeface="Malgun Gothic" pitchFamily="34" charset="-120"/>
              </a:rPr>
              <a:t>01 · 배경</a:t>
            </a:r>
            <a:endParaRPr lang="en-US" sz="1100" dirty="0"/>
          </a:p>
        </p:txBody>
      </p:sp>
      <p:sp>
        <p:nvSpPr>
          <p:cNvPr id="5" name="Text 3"/>
          <p:cNvSpPr txBox="1"/>
          <p:nvPr/>
        </p:nvSpPr>
        <p:spPr>
          <a:xfrm>
            <a:off x="548640" y="896112"/>
            <a:ext cx="11094415" cy="566928"/>
          </a:xfrm>
          <a:prstGeom prst="rect">
            <a:avLst/>
          </a:prstGeom>
          <a:noFill/>
          <a:ln/>
        </p:spPr>
        <p:txBody>
          <a:bodyPr wrap="square" lIns="0" tIns="0" rIns="0" bIns="0" rtlCol="0" anchor="t"/>
          <a:lstStyle/>
          <a:p>
            <a:pPr indent="0" marL="0">
              <a:buNone/>
            </a:pPr>
            <a:r>
              <a:rPr lang="en-US" sz="2800" b="1" dirty="0">
                <a:solidFill>
                  <a:srgbClr val="0F1B2D"/>
                </a:solidFill>
                <a:latin typeface="Malgun Gothic" pitchFamily="34" charset="0"/>
                <a:ea typeface="Malgun Gothic" pitchFamily="34" charset="-122"/>
                <a:cs typeface="Malgun Gothic" pitchFamily="34" charset="-120"/>
              </a:rPr>
              <a:t>지역에 맞는 프로그램을 기획하려면</a:t>
            </a:r>
            <a:endParaRPr lang="en-US" sz="2800" dirty="0"/>
          </a:p>
        </p:txBody>
      </p:sp>
      <p:sp>
        <p:nvSpPr>
          <p:cNvPr id="6" name="Text 4"/>
          <p:cNvSpPr txBox="1"/>
          <p:nvPr/>
        </p:nvSpPr>
        <p:spPr>
          <a:xfrm>
            <a:off x="548640" y="1481328"/>
            <a:ext cx="11094415" cy="365760"/>
          </a:xfrm>
          <a:prstGeom prst="rect">
            <a:avLst/>
          </a:prstGeom>
          <a:noFill/>
          <a:ln/>
        </p:spPr>
        <p:txBody>
          <a:bodyPr wrap="square" lIns="0" tIns="0" rIns="0" bIns="0" rtlCol="0" anchor="t"/>
          <a:lstStyle/>
          <a:p>
            <a:pPr indent="0" marL="0">
              <a:buNone/>
            </a:pPr>
            <a:r>
              <a:rPr lang="en-US" sz="1400" dirty="0">
                <a:solidFill>
                  <a:srgbClr val="56657A"/>
                </a:solidFill>
                <a:latin typeface="Malgun Gothic" pitchFamily="34" charset="0"/>
                <a:ea typeface="Malgun Gothic" pitchFamily="34" charset="-122"/>
                <a:cs typeface="Malgun Gothic" pitchFamily="34" charset="-120"/>
              </a:rPr>
              <a:t>흩어진 공공데이터와 담당자의 질문을 하나의 흐름으로 연결해야 했습니다</a:t>
            </a:r>
            <a:endParaRPr lang="en-US" sz="1400" dirty="0"/>
          </a:p>
        </p:txBody>
      </p:sp>
      <p:sp>
        <p:nvSpPr>
          <p:cNvPr id="7" name="Shape 5"/>
          <p:cNvSpPr/>
          <p:nvPr/>
        </p:nvSpPr>
        <p:spPr>
          <a:xfrm>
            <a:off x="548640" y="2240280"/>
            <a:ext cx="4754880" cy="1097280"/>
          </a:xfrm>
          <a:prstGeom prst="roundRect">
            <a:avLst>
              <a:gd name="adj" fmla="val 13333"/>
            </a:avLst>
          </a:prstGeom>
          <a:solidFill>
            <a:srgbClr val="FFFFFF"/>
          </a:solidFill>
          <a:ln w="12700">
            <a:solidFill>
              <a:srgbClr val="DCE3EE"/>
            </a:solidFill>
            <a:prstDash val="solid"/>
          </a:ln>
        </p:spPr>
      </p:sp>
      <p:sp>
        <p:nvSpPr>
          <p:cNvPr id="8" name="Shape 6"/>
          <p:cNvSpPr/>
          <p:nvPr/>
        </p:nvSpPr>
        <p:spPr>
          <a:xfrm>
            <a:off x="822960" y="2496312"/>
            <a:ext cx="585216" cy="585216"/>
          </a:xfrm>
          <a:prstGeom prst="ellipse">
            <a:avLst>
              <a:gd name="adj" fmla="val 18750"/>
            </a:avLst>
          </a:prstGeom>
          <a:solidFill>
            <a:srgbClr val="E8EFFF"/>
          </a:solidFill>
          <a:ln/>
        </p:spPr>
      </p:sp>
      <p:pic>
        <p:nvPicPr>
          <p:cNvPr id="9" name="Image 0" descr="preencoded.png">    </p:cNvPr>
          <p:cNvPicPr>
            <a:picLocks noChangeAspect="1"/>
          </p:cNvPicPr>
          <p:nvPr/>
        </p:nvPicPr>
        <p:blipFill>
          <a:blip r:embed="rId1"/>
          <a:stretch>
            <a:fillRect/>
          </a:stretch>
        </p:blipFill>
        <p:spPr>
          <a:xfrm>
            <a:off x="975116" y="2648468"/>
            <a:ext cx="280904" cy="280904"/>
          </a:xfrm>
          <a:prstGeom prst="rect">
            <a:avLst/>
          </a:prstGeom>
        </p:spPr>
      </p:pic>
      <p:sp>
        <p:nvSpPr>
          <p:cNvPr id="10" name="Text 7"/>
          <p:cNvSpPr txBox="1"/>
          <p:nvPr/>
        </p:nvSpPr>
        <p:spPr>
          <a:xfrm>
            <a:off x="1645920" y="2386584"/>
            <a:ext cx="3474720" cy="347472"/>
          </a:xfrm>
          <a:prstGeom prst="rect">
            <a:avLst/>
          </a:prstGeom>
          <a:noFill/>
          <a:ln/>
        </p:spPr>
        <p:txBody>
          <a:bodyPr wrap="square" lIns="0" tIns="0" rIns="0" bIns="0" rtlCol="0" anchor="t"/>
          <a:lstStyle/>
          <a:p>
            <a:pPr indent="0" marL="0">
              <a:buNone/>
            </a:pPr>
            <a:r>
              <a:rPr lang="en-US" sz="1600" b="1" dirty="0">
                <a:solidFill>
                  <a:srgbClr val="0046F0"/>
                </a:solidFill>
                <a:latin typeface="Malgun Gothic" pitchFamily="34" charset="0"/>
                <a:ea typeface="Malgun Gothic" pitchFamily="34" charset="-122"/>
                <a:cs typeface="Malgun Gothic" pitchFamily="34" charset="-120"/>
              </a:rPr>
              <a:t>01  </a:t>
            </a:r>
            <a:pPr indent="0" marL="0">
              <a:buNone/>
            </a:pPr>
            <a:r>
              <a:rPr lang="en-US" sz="1600" b="1" dirty="0">
                <a:solidFill>
                  <a:srgbClr val="0F1B2D"/>
                </a:solidFill>
                <a:latin typeface="Malgun Gothic" pitchFamily="34" charset="0"/>
                <a:ea typeface="Malgun Gothic" pitchFamily="34" charset="-122"/>
                <a:cs typeface="Malgun Gothic" pitchFamily="34" charset="-120"/>
              </a:rPr>
              <a:t>어떤 종목을 기획할까?</a:t>
            </a:r>
            <a:endParaRPr lang="en-US" sz="1600" dirty="0"/>
          </a:p>
        </p:txBody>
      </p:sp>
      <p:sp>
        <p:nvSpPr>
          <p:cNvPr id="11" name="Text 8"/>
          <p:cNvSpPr txBox="1"/>
          <p:nvPr/>
        </p:nvSpPr>
        <p:spPr>
          <a:xfrm>
            <a:off x="1645920" y="2752344"/>
            <a:ext cx="3474720" cy="502920"/>
          </a:xfrm>
          <a:prstGeom prst="rect">
            <a:avLst/>
          </a:prstGeom>
          <a:noFill/>
          <a:ln/>
        </p:spPr>
        <p:txBody>
          <a:bodyPr wrap="square" lIns="0" tIns="0" rIns="0" bIns="0" rtlCol="0" anchor="t"/>
          <a:lstStyle/>
          <a:p>
            <a:pPr indent="0" marL="0">
              <a:buNone/>
            </a:pPr>
            <a:r>
              <a:rPr lang="en-US" sz="1100" b="1" dirty="0">
                <a:solidFill>
                  <a:srgbClr val="0F1B2D"/>
                </a:solidFill>
                <a:latin typeface="Malgun Gothic" pitchFamily="34" charset="0"/>
                <a:ea typeface="Malgun Gothic" pitchFamily="34" charset="-122"/>
                <a:cs typeface="Malgun Gothic" pitchFamily="34" charset="-120"/>
              </a:rPr>
              <a:t>스포츠강좌이용권 이용현황</a:t>
            </a:r>
            <a:pPr indent="0" marL="0">
              <a:buNone/>
            </a:pPr>
            <a:r>
              <a:rPr lang="en-US" sz="1100" dirty="0">
                <a:solidFill>
                  <a:srgbClr val="56657A"/>
                </a:solidFill>
                <a:latin typeface="Malgun Gothic" pitchFamily="34" charset="0"/>
                <a:ea typeface="Malgun Gothic" pitchFamily="34" charset="-122"/>
                <a:cs typeface="Malgun Gothic" pitchFamily="34" charset="-120"/>
              </a:rPr>
              <a:t>  지역 · 종목별 이용 실적과 신청 규모에서 출발</a:t>
            </a:r>
            <a:endParaRPr lang="en-US" sz="1100" dirty="0"/>
          </a:p>
        </p:txBody>
      </p:sp>
      <p:sp>
        <p:nvSpPr>
          <p:cNvPr id="12" name="Shape 9"/>
          <p:cNvSpPr/>
          <p:nvPr/>
        </p:nvSpPr>
        <p:spPr>
          <a:xfrm>
            <a:off x="548640" y="3611880"/>
            <a:ext cx="4754880" cy="1097280"/>
          </a:xfrm>
          <a:prstGeom prst="roundRect">
            <a:avLst>
              <a:gd name="adj" fmla="val 13333"/>
            </a:avLst>
          </a:prstGeom>
          <a:solidFill>
            <a:srgbClr val="FFFFFF"/>
          </a:solidFill>
          <a:ln w="12700">
            <a:solidFill>
              <a:srgbClr val="DCE3EE"/>
            </a:solidFill>
            <a:prstDash val="solid"/>
          </a:ln>
        </p:spPr>
      </p:sp>
      <p:sp>
        <p:nvSpPr>
          <p:cNvPr id="13" name="Shape 10"/>
          <p:cNvSpPr/>
          <p:nvPr/>
        </p:nvSpPr>
        <p:spPr>
          <a:xfrm>
            <a:off x="822960" y="3867912"/>
            <a:ext cx="585216" cy="585216"/>
          </a:xfrm>
          <a:prstGeom prst="ellipse">
            <a:avLst>
              <a:gd name="adj" fmla="val 18750"/>
            </a:avLst>
          </a:prstGeom>
          <a:solidFill>
            <a:srgbClr val="E8EFFF"/>
          </a:solidFill>
          <a:ln/>
        </p:spPr>
      </p:sp>
      <p:pic>
        <p:nvPicPr>
          <p:cNvPr id="14" name="Image 1" descr="preencoded.png">    </p:cNvPr>
          <p:cNvPicPr>
            <a:picLocks noChangeAspect="1"/>
          </p:cNvPicPr>
          <p:nvPr/>
        </p:nvPicPr>
        <p:blipFill>
          <a:blip r:embed="rId2"/>
          <a:stretch>
            <a:fillRect/>
          </a:stretch>
        </p:blipFill>
        <p:spPr>
          <a:xfrm>
            <a:off x="975116" y="4020068"/>
            <a:ext cx="280904" cy="280904"/>
          </a:xfrm>
          <a:prstGeom prst="rect">
            <a:avLst/>
          </a:prstGeom>
        </p:spPr>
      </p:pic>
      <p:sp>
        <p:nvSpPr>
          <p:cNvPr id="15" name="Text 11"/>
          <p:cNvSpPr txBox="1"/>
          <p:nvPr/>
        </p:nvSpPr>
        <p:spPr>
          <a:xfrm>
            <a:off x="1645920" y="3758184"/>
            <a:ext cx="3474720" cy="347472"/>
          </a:xfrm>
          <a:prstGeom prst="rect">
            <a:avLst/>
          </a:prstGeom>
          <a:noFill/>
          <a:ln/>
        </p:spPr>
        <p:txBody>
          <a:bodyPr wrap="square" lIns="0" tIns="0" rIns="0" bIns="0" rtlCol="0" anchor="t"/>
          <a:lstStyle/>
          <a:p>
            <a:pPr indent="0" marL="0">
              <a:buNone/>
            </a:pPr>
            <a:r>
              <a:rPr lang="en-US" sz="1600" b="1" dirty="0">
                <a:solidFill>
                  <a:srgbClr val="0046F0"/>
                </a:solidFill>
                <a:latin typeface="Malgun Gothic" pitchFamily="34" charset="0"/>
                <a:ea typeface="Malgun Gothic" pitchFamily="34" charset="-122"/>
                <a:cs typeface="Malgun Gothic" pitchFamily="34" charset="-120"/>
              </a:rPr>
              <a:t>02  </a:t>
            </a:r>
            <a:pPr indent="0" marL="0">
              <a:buNone/>
            </a:pPr>
            <a:r>
              <a:rPr lang="en-US" sz="1600" b="1" dirty="0">
                <a:solidFill>
                  <a:srgbClr val="0F1B2D"/>
                </a:solidFill>
                <a:latin typeface="Malgun Gothic" pitchFamily="34" charset="0"/>
                <a:ea typeface="Malgun Gothic" pitchFamily="34" charset="-122"/>
                <a:cs typeface="Malgun Gothic" pitchFamily="34" charset="-120"/>
              </a:rPr>
              <a:t>어디에서 운영할까?</a:t>
            </a:r>
            <a:endParaRPr lang="en-US" sz="1600" dirty="0"/>
          </a:p>
        </p:txBody>
      </p:sp>
      <p:sp>
        <p:nvSpPr>
          <p:cNvPr id="16" name="Text 12"/>
          <p:cNvSpPr txBox="1"/>
          <p:nvPr/>
        </p:nvSpPr>
        <p:spPr>
          <a:xfrm>
            <a:off x="1645920" y="4123944"/>
            <a:ext cx="3474720" cy="502920"/>
          </a:xfrm>
          <a:prstGeom prst="rect">
            <a:avLst/>
          </a:prstGeom>
          <a:noFill/>
          <a:ln/>
        </p:spPr>
        <p:txBody>
          <a:bodyPr wrap="square" lIns="0" tIns="0" rIns="0" bIns="0" rtlCol="0" anchor="t"/>
          <a:lstStyle/>
          <a:p>
            <a:pPr indent="0" marL="0">
              <a:buNone/>
            </a:pPr>
            <a:r>
              <a:rPr lang="en-US" sz="1100" b="1" dirty="0">
                <a:solidFill>
                  <a:srgbClr val="0F1B2D"/>
                </a:solidFill>
                <a:latin typeface="Malgun Gothic" pitchFamily="34" charset="0"/>
                <a:ea typeface="Malgun Gothic" pitchFamily="34" charset="-122"/>
                <a:cs typeface="Malgun Gothic" pitchFamily="34" charset="-120"/>
              </a:rPr>
              <a:t>공공체육시설 프로그램 · 시설 현황</a:t>
            </a:r>
            <a:pPr indent="0" marL="0">
              <a:buNone/>
            </a:pPr>
            <a:r>
              <a:rPr lang="en-US" sz="1100" dirty="0">
                <a:solidFill>
                  <a:srgbClr val="56657A"/>
                </a:solidFill>
                <a:latin typeface="Malgun Gothic" pitchFamily="34" charset="0"/>
                <a:ea typeface="Malgun Gothic" pitchFamily="34" charset="-122"/>
                <a:cs typeface="Malgun Gothic" pitchFamily="34" charset="-120"/>
              </a:rPr>
              <a:t>  기존 강좌와 활용 가능한 시설 · 운영상태를 함께 검토</a:t>
            </a:r>
            <a:endParaRPr lang="en-US" sz="1100" dirty="0"/>
          </a:p>
        </p:txBody>
      </p:sp>
      <p:sp>
        <p:nvSpPr>
          <p:cNvPr id="17" name="Shape 13"/>
          <p:cNvSpPr/>
          <p:nvPr/>
        </p:nvSpPr>
        <p:spPr>
          <a:xfrm>
            <a:off x="548640" y="4983480"/>
            <a:ext cx="4754880" cy="1097280"/>
          </a:xfrm>
          <a:prstGeom prst="roundRect">
            <a:avLst>
              <a:gd name="adj" fmla="val 13333"/>
            </a:avLst>
          </a:prstGeom>
          <a:solidFill>
            <a:srgbClr val="FFFFFF"/>
          </a:solidFill>
          <a:ln w="12700">
            <a:solidFill>
              <a:srgbClr val="DCE3EE"/>
            </a:solidFill>
            <a:prstDash val="solid"/>
          </a:ln>
        </p:spPr>
      </p:sp>
      <p:sp>
        <p:nvSpPr>
          <p:cNvPr id="18" name="Shape 14"/>
          <p:cNvSpPr/>
          <p:nvPr/>
        </p:nvSpPr>
        <p:spPr>
          <a:xfrm>
            <a:off x="822960" y="5239512"/>
            <a:ext cx="585216" cy="585216"/>
          </a:xfrm>
          <a:prstGeom prst="ellipse">
            <a:avLst>
              <a:gd name="adj" fmla="val 18750"/>
            </a:avLst>
          </a:prstGeom>
          <a:solidFill>
            <a:srgbClr val="E0F8EF"/>
          </a:solidFill>
          <a:ln/>
        </p:spPr>
      </p:sp>
      <p:pic>
        <p:nvPicPr>
          <p:cNvPr id="19" name="Image 2" descr="preencoded.png">    </p:cNvPr>
          <p:cNvPicPr>
            <a:picLocks noChangeAspect="1"/>
          </p:cNvPicPr>
          <p:nvPr/>
        </p:nvPicPr>
        <p:blipFill>
          <a:blip r:embed="rId3"/>
          <a:stretch>
            <a:fillRect/>
          </a:stretch>
        </p:blipFill>
        <p:spPr>
          <a:xfrm>
            <a:off x="975116" y="5391668"/>
            <a:ext cx="280904" cy="280904"/>
          </a:xfrm>
          <a:prstGeom prst="rect">
            <a:avLst/>
          </a:prstGeom>
        </p:spPr>
      </p:pic>
      <p:sp>
        <p:nvSpPr>
          <p:cNvPr id="20" name="Text 15"/>
          <p:cNvSpPr txBox="1"/>
          <p:nvPr/>
        </p:nvSpPr>
        <p:spPr>
          <a:xfrm>
            <a:off x="1645920" y="5129784"/>
            <a:ext cx="3474720" cy="347472"/>
          </a:xfrm>
          <a:prstGeom prst="rect">
            <a:avLst/>
          </a:prstGeom>
          <a:noFill/>
          <a:ln/>
        </p:spPr>
        <p:txBody>
          <a:bodyPr wrap="square" lIns="0" tIns="0" rIns="0" bIns="0" rtlCol="0" anchor="t"/>
          <a:lstStyle/>
          <a:p>
            <a:pPr indent="0" marL="0">
              <a:buNone/>
            </a:pPr>
            <a:r>
              <a:rPr lang="en-US" sz="1600" b="1" dirty="0">
                <a:solidFill>
                  <a:srgbClr val="00996C"/>
                </a:solidFill>
                <a:latin typeface="Malgun Gothic" pitchFamily="34" charset="0"/>
                <a:ea typeface="Malgun Gothic" pitchFamily="34" charset="-122"/>
                <a:cs typeface="Malgun Gothic" pitchFamily="34" charset="-120"/>
              </a:rPr>
              <a:t>03  </a:t>
            </a:r>
            <a:pPr indent="0" marL="0">
              <a:buNone/>
            </a:pPr>
            <a:r>
              <a:rPr lang="en-US" sz="1600" b="1" dirty="0">
                <a:solidFill>
                  <a:srgbClr val="0F1B2D"/>
                </a:solidFill>
                <a:latin typeface="Malgun Gothic" pitchFamily="34" charset="0"/>
                <a:ea typeface="Malgun Gothic" pitchFamily="34" charset="-122"/>
                <a:cs typeface="Malgun Gothic" pitchFamily="34" charset="-120"/>
              </a:rPr>
              <a:t>무엇을 보완할까?</a:t>
            </a:r>
            <a:endParaRPr lang="en-US" sz="1600" dirty="0"/>
          </a:p>
        </p:txBody>
      </p:sp>
      <p:sp>
        <p:nvSpPr>
          <p:cNvPr id="21" name="Text 16"/>
          <p:cNvSpPr txBox="1"/>
          <p:nvPr/>
        </p:nvSpPr>
        <p:spPr>
          <a:xfrm>
            <a:off x="1645920" y="5495544"/>
            <a:ext cx="3474720" cy="502920"/>
          </a:xfrm>
          <a:prstGeom prst="rect">
            <a:avLst/>
          </a:prstGeom>
          <a:noFill/>
          <a:ln/>
        </p:spPr>
        <p:txBody>
          <a:bodyPr wrap="square" lIns="0" tIns="0" rIns="0" bIns="0" rtlCol="0" anchor="t"/>
          <a:lstStyle/>
          <a:p>
            <a:pPr indent="0" marL="0">
              <a:buNone/>
            </a:pPr>
            <a:r>
              <a:rPr lang="en-US" sz="1100" b="1" dirty="0">
                <a:solidFill>
                  <a:srgbClr val="0F1B2D"/>
                </a:solidFill>
                <a:latin typeface="Malgun Gothic" pitchFamily="34" charset="0"/>
                <a:ea typeface="Malgun Gothic" pitchFamily="34" charset="-122"/>
                <a:cs typeface="Malgun Gothic" pitchFamily="34" charset="-120"/>
              </a:rPr>
              <a:t>AI 검토</a:t>
            </a:r>
            <a:pPr indent="0" marL="0">
              <a:buNone/>
            </a:pPr>
            <a:r>
              <a:rPr lang="en-US" sz="1100" dirty="0">
                <a:solidFill>
                  <a:srgbClr val="56657A"/>
                </a:solidFill>
                <a:latin typeface="Malgun Gothic" pitchFamily="34" charset="0"/>
                <a:ea typeface="Malgun Gothic" pitchFamily="34" charset="-122"/>
                <a:cs typeface="Malgun Gothic" pitchFamily="34" charset="-120"/>
              </a:rPr>
              <a:t>  계획의 강점 · 위험요인 · 개선 방향을 확인</a:t>
            </a:r>
            <a:endParaRPr lang="en-US" sz="1100" dirty="0"/>
          </a:p>
        </p:txBody>
      </p:sp>
      <p:sp>
        <p:nvSpPr>
          <p:cNvPr id="22" name="Shape 17"/>
          <p:cNvSpPr/>
          <p:nvPr/>
        </p:nvSpPr>
        <p:spPr>
          <a:xfrm>
            <a:off x="5577840" y="3611880"/>
            <a:ext cx="731520" cy="548640"/>
          </a:xfrm>
          <a:prstGeom prst="rightArrow">
            <a:avLst/>
          </a:prstGeom>
          <a:solidFill>
            <a:srgbClr val="00C98E"/>
          </a:solidFill>
          <a:ln/>
        </p:spPr>
      </p:sp>
      <p:sp>
        <p:nvSpPr>
          <p:cNvPr id="23" name="Shape 18"/>
          <p:cNvSpPr/>
          <p:nvPr/>
        </p:nvSpPr>
        <p:spPr>
          <a:xfrm>
            <a:off x="6629400" y="2240280"/>
            <a:ext cx="5013655" cy="3840480"/>
          </a:xfrm>
          <a:prstGeom prst="roundRect">
            <a:avLst>
              <a:gd name="adj" fmla="val 4762"/>
            </a:avLst>
          </a:prstGeom>
          <a:solidFill>
            <a:srgbClr val="011F47"/>
          </a:solidFill>
          <a:ln/>
        </p:spPr>
      </p:sp>
      <p:pic>
        <p:nvPicPr>
          <p:cNvPr id="24" name="Image 3" descr="/home/claude/deck/a/logo_white.png">    </p:cNvPr>
          <p:cNvPicPr>
            <a:picLocks noChangeAspect="1"/>
          </p:cNvPicPr>
          <p:nvPr/>
        </p:nvPicPr>
        <p:blipFill>
          <a:blip r:embed="rId4"/>
          <a:stretch>
            <a:fillRect/>
          </a:stretch>
        </p:blipFill>
        <p:spPr>
          <a:xfrm>
            <a:off x="7040880" y="2560320"/>
            <a:ext cx="1737360" cy="707569"/>
          </a:xfrm>
          <a:prstGeom prst="rect">
            <a:avLst/>
          </a:prstGeom>
        </p:spPr>
      </p:pic>
      <p:sp>
        <p:nvSpPr>
          <p:cNvPr id="25" name="Text 19"/>
          <p:cNvSpPr txBox="1"/>
          <p:nvPr/>
        </p:nvSpPr>
        <p:spPr>
          <a:xfrm>
            <a:off x="7040880" y="3383280"/>
            <a:ext cx="4190695" cy="914400"/>
          </a:xfrm>
          <a:prstGeom prst="rect">
            <a:avLst/>
          </a:prstGeom>
          <a:noFill/>
          <a:ln/>
        </p:spPr>
        <p:txBody>
          <a:bodyPr wrap="square" lIns="0" tIns="0" rIns="0" bIns="0" rtlCol="0" anchor="t"/>
          <a:lstStyle/>
          <a:p>
            <a:pPr indent="0" marL="0">
              <a:buNone/>
            </a:pPr>
            <a:r>
              <a:rPr lang="en-US" sz="2200" b="1" dirty="0">
                <a:solidFill>
                  <a:srgbClr val="FFFFFF"/>
                </a:solidFill>
                <a:latin typeface="Malgun Gothic" pitchFamily="34" charset="0"/>
                <a:ea typeface="Malgun Gothic" pitchFamily="34" charset="-122"/>
                <a:cs typeface="Malgun Gothic" pitchFamily="34" charset="-120"/>
              </a:rPr>
              <a:t>지역 · 종목 · 시설 중심의</a:t>
            </a:r>
            <a:endParaRPr lang="en-US" sz="2200" dirty="0"/>
          </a:p>
          <a:p>
            <a:pPr indent="0" marL="0">
              <a:buNone/>
            </a:pPr>
            <a:r>
              <a:rPr lang="en-US" sz="2200" b="1" dirty="0">
                <a:solidFill>
                  <a:srgbClr val="FFFFFF"/>
                </a:solidFill>
                <a:latin typeface="Malgun Gothic" pitchFamily="34" charset="0"/>
                <a:ea typeface="Malgun Gothic" pitchFamily="34" charset="-122"/>
                <a:cs typeface="Malgun Gothic" pitchFamily="34" charset="-120"/>
              </a:rPr>
              <a:t>하나의 기획 환경</a:t>
            </a:r>
            <a:endParaRPr lang="en-US" sz="2200" dirty="0"/>
          </a:p>
        </p:txBody>
      </p:sp>
      <p:pic>
        <p:nvPicPr>
          <p:cNvPr id="26" name="Image 4" descr="preencoded.png">    </p:cNvPr>
          <p:cNvPicPr>
            <a:picLocks noChangeAspect="1"/>
          </p:cNvPicPr>
          <p:nvPr/>
        </p:nvPicPr>
        <p:blipFill>
          <a:blip r:embed="rId5"/>
          <a:stretch>
            <a:fillRect/>
          </a:stretch>
        </p:blipFill>
        <p:spPr>
          <a:xfrm>
            <a:off x="7040880" y="4562856"/>
            <a:ext cx="237744" cy="237744"/>
          </a:xfrm>
          <a:prstGeom prst="rect">
            <a:avLst/>
          </a:prstGeom>
        </p:spPr>
      </p:pic>
      <p:sp>
        <p:nvSpPr>
          <p:cNvPr id="27" name="Text 20"/>
          <p:cNvSpPr txBox="1"/>
          <p:nvPr/>
        </p:nvSpPr>
        <p:spPr>
          <a:xfrm>
            <a:off x="7406640" y="4526280"/>
            <a:ext cx="3824935" cy="310896"/>
          </a:xfrm>
          <a:prstGeom prst="rect">
            <a:avLst/>
          </a:prstGeom>
          <a:noFill/>
          <a:ln/>
        </p:spPr>
        <p:txBody>
          <a:bodyPr wrap="square" lIns="0" tIns="0" rIns="0" bIns="0" rtlCol="0" anchor="ctr"/>
          <a:lstStyle/>
          <a:p>
            <a:pPr indent="0" marL="0">
              <a:buNone/>
            </a:pPr>
            <a:r>
              <a:rPr lang="en-US" sz="1400" dirty="0">
                <a:solidFill>
                  <a:srgbClr val="DCE6F5"/>
                </a:solidFill>
                <a:latin typeface="Malgun Gothic" pitchFamily="34" charset="0"/>
                <a:ea typeface="Malgun Gothic" pitchFamily="34" charset="-122"/>
                <a:cs typeface="Malgun Gothic" pitchFamily="34" charset="-120"/>
              </a:rPr>
              <a:t>데이터에서 기획의 실마리를 찾고</a:t>
            </a:r>
            <a:endParaRPr lang="en-US" sz="1400" dirty="0"/>
          </a:p>
        </p:txBody>
      </p:sp>
      <p:pic>
        <p:nvPicPr>
          <p:cNvPr id="28" name="Image 5" descr="preencoded.png">    </p:cNvPr>
          <p:cNvPicPr>
            <a:picLocks noChangeAspect="1"/>
          </p:cNvPicPr>
          <p:nvPr/>
        </p:nvPicPr>
        <p:blipFill>
          <a:blip r:embed="rId6"/>
          <a:stretch>
            <a:fillRect/>
          </a:stretch>
        </p:blipFill>
        <p:spPr>
          <a:xfrm>
            <a:off x="7040880" y="5020056"/>
            <a:ext cx="237744" cy="237744"/>
          </a:xfrm>
          <a:prstGeom prst="rect">
            <a:avLst/>
          </a:prstGeom>
        </p:spPr>
      </p:pic>
      <p:sp>
        <p:nvSpPr>
          <p:cNvPr id="29" name="Text 21"/>
          <p:cNvSpPr txBox="1"/>
          <p:nvPr/>
        </p:nvSpPr>
        <p:spPr>
          <a:xfrm>
            <a:off x="7406640" y="4983480"/>
            <a:ext cx="3824935" cy="310896"/>
          </a:xfrm>
          <a:prstGeom prst="rect">
            <a:avLst/>
          </a:prstGeom>
          <a:noFill/>
          <a:ln/>
        </p:spPr>
        <p:txBody>
          <a:bodyPr wrap="square" lIns="0" tIns="0" rIns="0" bIns="0" rtlCol="0" anchor="ctr"/>
          <a:lstStyle/>
          <a:p>
            <a:pPr indent="0" marL="0">
              <a:buNone/>
            </a:pPr>
            <a:r>
              <a:rPr lang="en-US" sz="1400" dirty="0">
                <a:solidFill>
                  <a:srgbClr val="DCE6F5"/>
                </a:solidFill>
                <a:latin typeface="Malgun Gothic" pitchFamily="34" charset="0"/>
                <a:ea typeface="Malgun Gothic" pitchFamily="34" charset="-122"/>
                <a:cs typeface="Malgun Gothic" pitchFamily="34" charset="-120"/>
              </a:rPr>
              <a:t>AI가 강점 · 위험요인 · 개선 방향을 제안하고</a:t>
            </a:r>
            <a:endParaRPr lang="en-US" sz="1400" dirty="0"/>
          </a:p>
        </p:txBody>
      </p:sp>
      <p:pic>
        <p:nvPicPr>
          <p:cNvPr id="30" name="Image 6" descr="preencoded.png">    </p:cNvPr>
          <p:cNvPicPr>
            <a:picLocks noChangeAspect="1"/>
          </p:cNvPicPr>
          <p:nvPr/>
        </p:nvPicPr>
        <p:blipFill>
          <a:blip r:embed="rId7"/>
          <a:stretch>
            <a:fillRect/>
          </a:stretch>
        </p:blipFill>
        <p:spPr>
          <a:xfrm>
            <a:off x="7040880" y="5477256"/>
            <a:ext cx="237744" cy="237744"/>
          </a:xfrm>
          <a:prstGeom prst="rect">
            <a:avLst/>
          </a:prstGeom>
        </p:spPr>
      </p:pic>
      <p:sp>
        <p:nvSpPr>
          <p:cNvPr id="31" name="Text 22"/>
          <p:cNvSpPr txBox="1"/>
          <p:nvPr/>
        </p:nvSpPr>
        <p:spPr>
          <a:xfrm>
            <a:off x="7406640" y="5440680"/>
            <a:ext cx="3824935" cy="310896"/>
          </a:xfrm>
          <a:prstGeom prst="rect">
            <a:avLst/>
          </a:prstGeom>
          <a:noFill/>
          <a:ln/>
        </p:spPr>
        <p:txBody>
          <a:bodyPr wrap="square" lIns="0" tIns="0" rIns="0" bIns="0" rtlCol="0" anchor="ctr"/>
          <a:lstStyle/>
          <a:p>
            <a:pPr indent="0" marL="0">
              <a:buNone/>
            </a:pPr>
            <a:r>
              <a:rPr lang="en-US" sz="1400" dirty="0">
                <a:solidFill>
                  <a:srgbClr val="DCE6F5"/>
                </a:solidFill>
                <a:latin typeface="Malgun Gothic" pitchFamily="34" charset="0"/>
                <a:ea typeface="Malgun Gothic" pitchFamily="34" charset="-122"/>
                <a:cs typeface="Malgun Gothic" pitchFamily="34" charset="-120"/>
              </a:rPr>
              <a:t>담당자가 프로그램을 구체화 · 보완합니다</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180015" y="6473952"/>
            <a:ext cx="1554480" cy="228600"/>
          </a:xfrm>
          <a:prstGeom prst="rect">
            <a:avLst/>
          </a:prstGeom>
          <a:noFill/>
          <a:ln/>
        </p:spPr>
        <p:txBody>
          <a:bodyPr wrap="square" lIns="0" tIns="0" rIns="0" bIns="0" rtlCol="0" anchor="t"/>
          <a:lstStyle/>
          <a:p>
            <a:pPr algn="r" indent="0" marL="0">
              <a:buNone/>
            </a:pPr>
            <a:r>
              <a:rPr lang="en-US" sz="900" b="1" dirty="0">
                <a:solidFill>
                  <a:srgbClr val="011F47"/>
                </a:solidFill>
                <a:latin typeface="Malgun Gothic" pitchFamily="34" charset="0"/>
                <a:ea typeface="Malgun Gothic" pitchFamily="34" charset="-122"/>
                <a:cs typeface="Malgun Gothic" pitchFamily="34" charset="-120"/>
              </a:rPr>
              <a:t>Hi스포링</a:t>
            </a:r>
            <a:pPr algn="r" indent="0" marL="0">
              <a:buNone/>
            </a:pPr>
            <a:r>
              <a:rPr lang="en-US" sz="900" dirty="0">
                <a:solidFill>
                  <a:srgbClr val="8A97A8"/>
                </a:solidFill>
                <a:latin typeface="Malgun Gothic" pitchFamily="34" charset="0"/>
                <a:ea typeface="Malgun Gothic" pitchFamily="34" charset="-122"/>
                <a:cs typeface="Malgun Gothic" pitchFamily="34" charset="-120"/>
              </a:rPr>
              <a:t>   06</a:t>
            </a:r>
            <a:endParaRPr lang="en-US" sz="900" dirty="0"/>
          </a:p>
        </p:txBody>
      </p:sp>
      <p:sp>
        <p:nvSpPr>
          <p:cNvPr id="3" name="Shape 1"/>
          <p:cNvSpPr/>
          <p:nvPr/>
        </p:nvSpPr>
        <p:spPr>
          <a:xfrm>
            <a:off x="548640" y="457200"/>
            <a:ext cx="1517904" cy="310896"/>
          </a:xfrm>
          <a:prstGeom prst="roundRect">
            <a:avLst>
              <a:gd name="adj" fmla="val 50000"/>
            </a:avLst>
          </a:prstGeom>
          <a:solidFill>
            <a:srgbClr val="E8EFFF"/>
          </a:solidFill>
          <a:ln/>
        </p:spPr>
      </p:sp>
      <p:sp>
        <p:nvSpPr>
          <p:cNvPr id="4" name="Text 2"/>
          <p:cNvSpPr txBox="1"/>
          <p:nvPr/>
        </p:nvSpPr>
        <p:spPr>
          <a:xfrm>
            <a:off x="548640" y="457200"/>
            <a:ext cx="1517904" cy="310896"/>
          </a:xfrm>
          <a:prstGeom prst="rect">
            <a:avLst/>
          </a:prstGeom>
          <a:noFill/>
          <a:ln/>
        </p:spPr>
        <p:txBody>
          <a:bodyPr wrap="square" lIns="0" tIns="0" rIns="0" bIns="0" rtlCol="0" anchor="ctr"/>
          <a:lstStyle/>
          <a:p>
            <a:pPr algn="ctr" indent="0" marL="0">
              <a:buNone/>
            </a:pPr>
            <a:r>
              <a:rPr lang="en-US" sz="1100" b="1" dirty="0">
                <a:solidFill>
                  <a:srgbClr val="0046F0"/>
                </a:solidFill>
                <a:latin typeface="Malgun Gothic" pitchFamily="34" charset="0"/>
                <a:ea typeface="Malgun Gothic" pitchFamily="34" charset="-122"/>
                <a:cs typeface="Malgun Gothic" pitchFamily="34" charset="-120"/>
              </a:rPr>
              <a:t>01 · 프로젝트 개요</a:t>
            </a:r>
            <a:endParaRPr lang="en-US" sz="1100" dirty="0"/>
          </a:p>
        </p:txBody>
      </p:sp>
      <p:sp>
        <p:nvSpPr>
          <p:cNvPr id="5" name="Text 3"/>
          <p:cNvSpPr txBox="1"/>
          <p:nvPr/>
        </p:nvSpPr>
        <p:spPr>
          <a:xfrm>
            <a:off x="548640" y="896112"/>
            <a:ext cx="11094415" cy="566928"/>
          </a:xfrm>
          <a:prstGeom prst="rect">
            <a:avLst/>
          </a:prstGeom>
          <a:noFill/>
          <a:ln/>
        </p:spPr>
        <p:txBody>
          <a:bodyPr wrap="square" lIns="0" tIns="0" rIns="0" bIns="0" rtlCol="0" anchor="t"/>
          <a:lstStyle/>
          <a:p>
            <a:pPr indent="0" marL="0">
              <a:buNone/>
            </a:pPr>
            <a:r>
              <a:rPr lang="en-US" sz="2800" b="1" dirty="0">
                <a:solidFill>
                  <a:srgbClr val="0F1B2D"/>
                </a:solidFill>
                <a:latin typeface="Malgun Gothic" pitchFamily="34" charset="0"/>
                <a:ea typeface="Malgun Gothic" pitchFamily="34" charset="-122"/>
                <a:cs typeface="Malgun Gothic" pitchFamily="34" charset="-120"/>
              </a:rPr>
              <a:t>조회를 넘어, 정책 판단을 돕는 플랫폼</a:t>
            </a:r>
            <a:endParaRPr lang="en-US" sz="2800" dirty="0"/>
          </a:p>
        </p:txBody>
      </p:sp>
      <p:sp>
        <p:nvSpPr>
          <p:cNvPr id="6" name="Text 4"/>
          <p:cNvSpPr txBox="1"/>
          <p:nvPr/>
        </p:nvSpPr>
        <p:spPr>
          <a:xfrm>
            <a:off x="548640" y="1691640"/>
            <a:ext cx="5120640" cy="1188720"/>
          </a:xfrm>
          <a:prstGeom prst="rect">
            <a:avLst/>
          </a:prstGeom>
          <a:noFill/>
          <a:ln/>
        </p:spPr>
        <p:txBody>
          <a:bodyPr wrap="square" lIns="0" tIns="0" rIns="0" bIns="0" rtlCol="0" anchor="t"/>
          <a:lstStyle/>
          <a:p>
            <a:pPr indent="0" marL="0">
              <a:lnSpc>
                <a:spcPct val="125000"/>
              </a:lnSpc>
              <a:buNone/>
            </a:pPr>
            <a:r>
              <a:rPr lang="en-US" sz="1700" dirty="0">
                <a:solidFill>
                  <a:srgbClr val="0F1B2D"/>
                </a:solidFill>
                <a:latin typeface="Malgun Gothic" pitchFamily="34" charset="0"/>
                <a:ea typeface="Malgun Gothic" pitchFamily="34" charset="-122"/>
                <a:cs typeface="Malgun Gothic" pitchFamily="34" charset="-120"/>
              </a:rPr>
              <a:t>공공기관 체육복지 담당자가 </a:t>
            </a:r>
            <a:pPr indent="0" marL="0">
              <a:lnSpc>
                <a:spcPct val="125000"/>
              </a:lnSpc>
              <a:buNone/>
            </a:pPr>
            <a:r>
              <a:rPr lang="en-US" sz="1700" b="1" dirty="0">
                <a:solidFill>
                  <a:srgbClr val="0046F0"/>
                </a:solidFill>
                <a:latin typeface="Malgun Gothic" pitchFamily="34" charset="0"/>
                <a:ea typeface="Malgun Gothic" pitchFamily="34" charset="-122"/>
                <a:cs typeface="Malgun Gothic" pitchFamily="34" charset="-120"/>
              </a:rPr>
              <a:t>공공데이터와 AI</a:t>
            </a:r>
            <a:pPr indent="0" marL="0">
              <a:lnSpc>
                <a:spcPct val="125000"/>
              </a:lnSpc>
              <a:buNone/>
            </a:pPr>
            <a:r>
              <a:rPr lang="en-US" sz="1700" dirty="0">
                <a:solidFill>
                  <a:srgbClr val="0F1B2D"/>
                </a:solidFill>
                <a:latin typeface="Malgun Gothic" pitchFamily="34" charset="0"/>
                <a:ea typeface="Malgun Gothic" pitchFamily="34" charset="-122"/>
                <a:cs typeface="Malgun Gothic" pitchFamily="34" charset="-120"/>
              </a:rPr>
              <a:t>를 근거로 지역에 맞는 체육 프로그램을 설계하고, </a:t>
            </a:r>
            <a:pPr indent="0" marL="0">
              <a:lnSpc>
                <a:spcPct val="125000"/>
              </a:lnSpc>
              <a:buNone/>
            </a:pPr>
            <a:r>
              <a:rPr lang="en-US" sz="1700" b="1" dirty="0">
                <a:solidFill>
                  <a:srgbClr val="0046F0"/>
                </a:solidFill>
                <a:latin typeface="Malgun Gothic" pitchFamily="34" charset="0"/>
                <a:ea typeface="Malgun Gothic" pitchFamily="34" charset="-122"/>
                <a:cs typeface="Malgun Gothic" pitchFamily="34" charset="-120"/>
              </a:rPr>
              <a:t>운영 계획서</a:t>
            </a:r>
            <a:pPr indent="0" marL="0">
              <a:lnSpc>
                <a:spcPct val="125000"/>
              </a:lnSpc>
              <a:buNone/>
            </a:pPr>
            <a:r>
              <a:rPr lang="en-US" sz="1700" dirty="0">
                <a:solidFill>
                  <a:srgbClr val="0F1B2D"/>
                </a:solidFill>
                <a:latin typeface="Malgun Gothic" pitchFamily="34" charset="0"/>
                <a:ea typeface="Malgun Gothic" pitchFamily="34" charset="-122"/>
                <a:cs typeface="Malgun Gothic" pitchFamily="34" charset="-120"/>
              </a:rPr>
              <a:t>까지 완성하도록 돕습니다.</a:t>
            </a:r>
            <a:endParaRPr lang="en-US" sz="1700" dirty="0"/>
          </a:p>
        </p:txBody>
      </p:sp>
      <p:sp>
        <p:nvSpPr>
          <p:cNvPr id="7" name="Shape 5"/>
          <p:cNvSpPr/>
          <p:nvPr/>
        </p:nvSpPr>
        <p:spPr>
          <a:xfrm>
            <a:off x="548640" y="3154680"/>
            <a:ext cx="640080" cy="640080"/>
          </a:xfrm>
          <a:prstGeom prst="ellipse">
            <a:avLst>
              <a:gd name="adj" fmla="val 17143"/>
            </a:avLst>
          </a:prstGeom>
          <a:solidFill>
            <a:srgbClr val="0046F0"/>
          </a:solidFill>
          <a:ln/>
        </p:spPr>
      </p:sp>
      <p:pic>
        <p:nvPicPr>
          <p:cNvPr id="8" name="Image 0" descr="preencoded.png">    </p:cNvPr>
          <p:cNvPicPr>
            <a:picLocks noChangeAspect="1"/>
          </p:cNvPicPr>
          <p:nvPr/>
        </p:nvPicPr>
        <p:blipFill>
          <a:blip r:embed="rId1"/>
          <a:stretch>
            <a:fillRect/>
          </a:stretch>
        </p:blipFill>
        <p:spPr>
          <a:xfrm>
            <a:off x="715061" y="3321101"/>
            <a:ext cx="307238" cy="307238"/>
          </a:xfrm>
          <a:prstGeom prst="rect">
            <a:avLst/>
          </a:prstGeom>
        </p:spPr>
      </p:pic>
      <p:sp>
        <p:nvSpPr>
          <p:cNvPr id="9" name="Text 6"/>
          <p:cNvSpPr txBox="1"/>
          <p:nvPr/>
        </p:nvSpPr>
        <p:spPr>
          <a:xfrm>
            <a:off x="1417320" y="3172968"/>
            <a:ext cx="4389120" cy="329184"/>
          </a:xfrm>
          <a:prstGeom prst="rect">
            <a:avLst/>
          </a:prstGeom>
          <a:noFill/>
          <a:ln/>
        </p:spPr>
        <p:txBody>
          <a:bodyPr wrap="square" lIns="0" tIns="0" rIns="0" bIns="0" rtlCol="0" anchor="t"/>
          <a:lstStyle/>
          <a:p>
            <a:pPr indent="0" marL="0">
              <a:buNone/>
            </a:pPr>
            <a:r>
              <a:rPr lang="en-US" sz="1600" b="1" dirty="0">
                <a:solidFill>
                  <a:srgbClr val="0F1B2D"/>
                </a:solidFill>
                <a:latin typeface="Malgun Gothic" pitchFamily="34" charset="0"/>
                <a:ea typeface="Malgun Gothic" pitchFamily="34" charset="-122"/>
                <a:cs typeface="Malgun Gothic" pitchFamily="34" charset="-120"/>
              </a:rPr>
              <a:t>한 화면의 지역 현황</a:t>
            </a:r>
            <a:endParaRPr lang="en-US" sz="1600" dirty="0"/>
          </a:p>
        </p:txBody>
      </p:sp>
      <p:sp>
        <p:nvSpPr>
          <p:cNvPr id="10" name="Text 7"/>
          <p:cNvSpPr txBox="1"/>
          <p:nvPr/>
        </p:nvSpPr>
        <p:spPr>
          <a:xfrm>
            <a:off x="1417320" y="3520440"/>
            <a:ext cx="4389120" cy="274320"/>
          </a:xfrm>
          <a:prstGeom prst="rect">
            <a:avLst/>
          </a:prstGeom>
          <a:noFill/>
          <a:ln/>
        </p:spPr>
        <p:txBody>
          <a:bodyPr wrap="square" lIns="0" tIns="0" rIns="0" bIns="0" rtlCol="0" anchor="t"/>
          <a:lstStyle/>
          <a:p>
            <a:pPr indent="0" marL="0">
              <a:buNone/>
            </a:pPr>
            <a:r>
              <a:rPr lang="en-US" sz="1250" dirty="0">
                <a:solidFill>
                  <a:srgbClr val="56657A"/>
                </a:solidFill>
                <a:latin typeface="Malgun Gothic" pitchFamily="34" charset="0"/>
                <a:ea typeface="Malgun Gothic" pitchFamily="34" charset="-122"/>
                <a:cs typeface="Malgun Gothic" pitchFamily="34" charset="-120"/>
              </a:rPr>
              <a:t>이용 실적 · 종목 분포 · 시설을 함께 조회</a:t>
            </a:r>
            <a:endParaRPr lang="en-US" sz="1250" dirty="0"/>
          </a:p>
        </p:txBody>
      </p:sp>
      <p:sp>
        <p:nvSpPr>
          <p:cNvPr id="11" name="Shape 8"/>
          <p:cNvSpPr/>
          <p:nvPr/>
        </p:nvSpPr>
        <p:spPr>
          <a:xfrm>
            <a:off x="548640" y="4114800"/>
            <a:ext cx="640080" cy="640080"/>
          </a:xfrm>
          <a:prstGeom prst="ellipse">
            <a:avLst>
              <a:gd name="adj" fmla="val 17143"/>
            </a:avLst>
          </a:prstGeom>
          <a:solidFill>
            <a:srgbClr val="00C98E"/>
          </a:solidFill>
          <a:ln/>
        </p:spPr>
      </p:sp>
      <p:pic>
        <p:nvPicPr>
          <p:cNvPr id="12" name="Image 1" descr="preencoded.png">    </p:cNvPr>
          <p:cNvPicPr>
            <a:picLocks noChangeAspect="1"/>
          </p:cNvPicPr>
          <p:nvPr/>
        </p:nvPicPr>
        <p:blipFill>
          <a:blip r:embed="rId2"/>
          <a:stretch>
            <a:fillRect/>
          </a:stretch>
        </p:blipFill>
        <p:spPr>
          <a:xfrm>
            <a:off x="715061" y="4281221"/>
            <a:ext cx="307238" cy="307238"/>
          </a:xfrm>
          <a:prstGeom prst="rect">
            <a:avLst/>
          </a:prstGeom>
        </p:spPr>
      </p:pic>
      <p:sp>
        <p:nvSpPr>
          <p:cNvPr id="13" name="Text 9"/>
          <p:cNvSpPr txBox="1"/>
          <p:nvPr/>
        </p:nvSpPr>
        <p:spPr>
          <a:xfrm>
            <a:off x="1417320" y="4133088"/>
            <a:ext cx="4389120" cy="329184"/>
          </a:xfrm>
          <a:prstGeom prst="rect">
            <a:avLst/>
          </a:prstGeom>
          <a:noFill/>
          <a:ln/>
        </p:spPr>
        <p:txBody>
          <a:bodyPr wrap="square" lIns="0" tIns="0" rIns="0" bIns="0" rtlCol="0" anchor="t"/>
          <a:lstStyle/>
          <a:p>
            <a:pPr indent="0" marL="0">
              <a:buNone/>
            </a:pPr>
            <a:r>
              <a:rPr lang="en-US" sz="1600" b="1" dirty="0">
                <a:solidFill>
                  <a:srgbClr val="0F1B2D"/>
                </a:solidFill>
                <a:latin typeface="Malgun Gothic" pitchFamily="34" charset="0"/>
                <a:ea typeface="Malgun Gothic" pitchFamily="34" charset="-122"/>
                <a:cs typeface="Malgun Gothic" pitchFamily="34" charset="-120"/>
              </a:rPr>
              <a:t>근거 기반 AI 검토</a:t>
            </a:r>
            <a:endParaRPr lang="en-US" sz="1600" dirty="0"/>
          </a:p>
        </p:txBody>
      </p:sp>
      <p:sp>
        <p:nvSpPr>
          <p:cNvPr id="14" name="Text 10"/>
          <p:cNvSpPr txBox="1"/>
          <p:nvPr/>
        </p:nvSpPr>
        <p:spPr>
          <a:xfrm>
            <a:off x="1417320" y="4480560"/>
            <a:ext cx="4389120" cy="274320"/>
          </a:xfrm>
          <a:prstGeom prst="rect">
            <a:avLst/>
          </a:prstGeom>
          <a:noFill/>
          <a:ln/>
        </p:spPr>
        <p:txBody>
          <a:bodyPr wrap="square" lIns="0" tIns="0" rIns="0" bIns="0" rtlCol="0" anchor="t"/>
          <a:lstStyle/>
          <a:p>
            <a:pPr indent="0" marL="0">
              <a:buNone/>
            </a:pPr>
            <a:r>
              <a:rPr lang="en-US" sz="1250" dirty="0">
                <a:solidFill>
                  <a:srgbClr val="56657A"/>
                </a:solidFill>
                <a:latin typeface="Malgun Gothic" pitchFamily="34" charset="0"/>
                <a:ea typeface="Malgun Gothic" pitchFamily="34" charset="-122"/>
                <a:cs typeface="Malgun Gothic" pitchFamily="34" charset="-120"/>
              </a:rPr>
              <a:t>제공된 데이터 범위 안에서 적합성 분석</a:t>
            </a:r>
            <a:endParaRPr lang="en-US" sz="1250" dirty="0"/>
          </a:p>
        </p:txBody>
      </p:sp>
      <p:sp>
        <p:nvSpPr>
          <p:cNvPr id="15" name="Shape 11"/>
          <p:cNvSpPr/>
          <p:nvPr/>
        </p:nvSpPr>
        <p:spPr>
          <a:xfrm>
            <a:off x="548640" y="5074920"/>
            <a:ext cx="640080" cy="640080"/>
          </a:xfrm>
          <a:prstGeom prst="ellipse">
            <a:avLst>
              <a:gd name="adj" fmla="val 17143"/>
            </a:avLst>
          </a:prstGeom>
          <a:solidFill>
            <a:srgbClr val="0046F0"/>
          </a:solidFill>
          <a:ln/>
        </p:spPr>
      </p:sp>
      <p:pic>
        <p:nvPicPr>
          <p:cNvPr id="16" name="Image 2" descr="preencoded.png">    </p:cNvPr>
          <p:cNvPicPr>
            <a:picLocks noChangeAspect="1"/>
          </p:cNvPicPr>
          <p:nvPr/>
        </p:nvPicPr>
        <p:blipFill>
          <a:blip r:embed="rId3"/>
          <a:stretch>
            <a:fillRect/>
          </a:stretch>
        </p:blipFill>
        <p:spPr>
          <a:xfrm>
            <a:off x="715061" y="5241341"/>
            <a:ext cx="307238" cy="307238"/>
          </a:xfrm>
          <a:prstGeom prst="rect">
            <a:avLst/>
          </a:prstGeom>
        </p:spPr>
      </p:pic>
      <p:sp>
        <p:nvSpPr>
          <p:cNvPr id="17" name="Text 12"/>
          <p:cNvSpPr txBox="1"/>
          <p:nvPr/>
        </p:nvSpPr>
        <p:spPr>
          <a:xfrm>
            <a:off x="1417320" y="5093208"/>
            <a:ext cx="4389120" cy="329184"/>
          </a:xfrm>
          <a:prstGeom prst="rect">
            <a:avLst/>
          </a:prstGeom>
          <a:noFill/>
          <a:ln/>
        </p:spPr>
        <p:txBody>
          <a:bodyPr wrap="square" lIns="0" tIns="0" rIns="0" bIns="0" rtlCol="0" anchor="t"/>
          <a:lstStyle/>
          <a:p>
            <a:pPr indent="0" marL="0">
              <a:buNone/>
            </a:pPr>
            <a:r>
              <a:rPr lang="en-US" sz="1600" b="1" dirty="0">
                <a:solidFill>
                  <a:srgbClr val="0F1B2D"/>
                </a:solidFill>
                <a:latin typeface="Malgun Gothic" pitchFamily="34" charset="0"/>
                <a:ea typeface="Malgun Gothic" pitchFamily="34" charset="-122"/>
                <a:cs typeface="Malgun Gothic" pitchFamily="34" charset="-120"/>
              </a:rPr>
              <a:t>계획서까지 한 흐름</a:t>
            </a:r>
            <a:endParaRPr lang="en-US" sz="1600" dirty="0"/>
          </a:p>
        </p:txBody>
      </p:sp>
      <p:sp>
        <p:nvSpPr>
          <p:cNvPr id="18" name="Text 13"/>
          <p:cNvSpPr txBox="1"/>
          <p:nvPr/>
        </p:nvSpPr>
        <p:spPr>
          <a:xfrm>
            <a:off x="1417320" y="5440680"/>
            <a:ext cx="4389120" cy="274320"/>
          </a:xfrm>
          <a:prstGeom prst="rect">
            <a:avLst/>
          </a:prstGeom>
          <a:noFill/>
          <a:ln/>
        </p:spPr>
        <p:txBody>
          <a:bodyPr wrap="square" lIns="0" tIns="0" rIns="0" bIns="0" rtlCol="0" anchor="t"/>
          <a:lstStyle/>
          <a:p>
            <a:pPr indent="0" marL="0">
              <a:buNone/>
            </a:pPr>
            <a:r>
              <a:rPr lang="en-US" sz="1250" dirty="0">
                <a:solidFill>
                  <a:srgbClr val="56657A"/>
                </a:solidFill>
                <a:latin typeface="Malgun Gothic" pitchFamily="34" charset="0"/>
                <a:ea typeface="Malgun Gothic" pitchFamily="34" charset="-122"/>
                <a:cs typeface="Malgun Gothic" pitchFamily="34" charset="-120"/>
              </a:rPr>
              <a:t>설계 → 검토 → 인쇄 · 최근 5건 복원</a:t>
            </a:r>
            <a:endParaRPr lang="en-US" sz="1250" dirty="0"/>
          </a:p>
        </p:txBody>
      </p:sp>
      <p:sp>
        <p:nvSpPr>
          <p:cNvPr id="19" name="Shape 14"/>
          <p:cNvSpPr/>
          <p:nvPr/>
        </p:nvSpPr>
        <p:spPr>
          <a:xfrm>
            <a:off x="6172200" y="1554480"/>
            <a:ext cx="5468112" cy="4800600"/>
          </a:xfrm>
          <a:prstGeom prst="roundRect">
            <a:avLst>
              <a:gd name="adj" fmla="val 4190"/>
            </a:avLst>
          </a:prstGeom>
          <a:solidFill>
            <a:srgbClr val="F4F7FC"/>
          </a:solidFill>
          <a:ln/>
        </p:spPr>
      </p:sp>
      <p:sp>
        <p:nvSpPr>
          <p:cNvPr id="20" name="Shape 15"/>
          <p:cNvSpPr/>
          <p:nvPr/>
        </p:nvSpPr>
        <p:spPr>
          <a:xfrm>
            <a:off x="6592824" y="1801368"/>
            <a:ext cx="4626864" cy="4446156"/>
          </a:xfrm>
          <a:prstGeom prst="roundRect">
            <a:avLst>
              <a:gd name="adj" fmla="val 2057"/>
            </a:avLst>
          </a:prstGeom>
          <a:solidFill>
            <a:srgbClr val="FFFFFF"/>
          </a:solidFill>
          <a:ln/>
          <a:effectLst>
            <a:outerShdw sx="100000" sy="100000" kx="0" ky="0" algn="bl" rotWithShape="0" blurRad="177800" dist="38100" dir="5400000">
              <a:srgbClr val="1B3A6B">
                <a:alpha val="10000"/>
              </a:srgbClr>
            </a:outerShdw>
          </a:effectLst>
        </p:spPr>
      </p:sp>
      <p:pic>
        <p:nvPicPr>
          <p:cNvPr id="21" name="Image 3" descr="/home/claude/deck/a/dashboard.png">    </p:cNvPr>
          <p:cNvPicPr>
            <a:picLocks noChangeAspect="1"/>
          </p:cNvPicPr>
          <p:nvPr/>
        </p:nvPicPr>
        <p:blipFill>
          <a:blip r:embed="rId4"/>
          <a:stretch>
            <a:fillRect/>
          </a:stretch>
        </p:blipFill>
        <p:spPr>
          <a:xfrm>
            <a:off x="6574536" y="1783080"/>
            <a:ext cx="4663440" cy="448273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180015" y="6473952"/>
            <a:ext cx="1554480" cy="228600"/>
          </a:xfrm>
          <a:prstGeom prst="rect">
            <a:avLst/>
          </a:prstGeom>
          <a:noFill/>
          <a:ln/>
        </p:spPr>
        <p:txBody>
          <a:bodyPr wrap="square" lIns="0" tIns="0" rIns="0" bIns="0" rtlCol="0" anchor="t"/>
          <a:lstStyle/>
          <a:p>
            <a:pPr algn="r" indent="0" marL="0">
              <a:buNone/>
            </a:pPr>
            <a:r>
              <a:rPr lang="en-US" sz="900" b="1" dirty="0">
                <a:solidFill>
                  <a:srgbClr val="011F47"/>
                </a:solidFill>
                <a:latin typeface="Malgun Gothic" pitchFamily="34" charset="0"/>
                <a:ea typeface="Malgun Gothic" pitchFamily="34" charset="-122"/>
                <a:cs typeface="Malgun Gothic" pitchFamily="34" charset="-120"/>
              </a:rPr>
              <a:t>Hi스포링</a:t>
            </a:r>
            <a:pPr algn="r" indent="0" marL="0">
              <a:buNone/>
            </a:pPr>
            <a:r>
              <a:rPr lang="en-US" sz="900" dirty="0">
                <a:solidFill>
                  <a:srgbClr val="8A97A8"/>
                </a:solidFill>
                <a:latin typeface="Malgun Gothic" pitchFamily="34" charset="0"/>
                <a:ea typeface="Malgun Gothic" pitchFamily="34" charset="-122"/>
                <a:cs typeface="Malgun Gothic" pitchFamily="34" charset="-120"/>
              </a:rPr>
              <a:t>   07</a:t>
            </a:r>
            <a:endParaRPr lang="en-US" sz="900" dirty="0"/>
          </a:p>
        </p:txBody>
      </p:sp>
      <p:sp>
        <p:nvSpPr>
          <p:cNvPr id="3" name="Shape 1"/>
          <p:cNvSpPr/>
          <p:nvPr/>
        </p:nvSpPr>
        <p:spPr>
          <a:xfrm>
            <a:off x="548640" y="457200"/>
            <a:ext cx="1412748" cy="310896"/>
          </a:xfrm>
          <a:prstGeom prst="roundRect">
            <a:avLst>
              <a:gd name="adj" fmla="val 50000"/>
            </a:avLst>
          </a:prstGeom>
          <a:solidFill>
            <a:srgbClr val="E8EFFF"/>
          </a:solidFill>
          <a:ln/>
        </p:spPr>
      </p:sp>
      <p:sp>
        <p:nvSpPr>
          <p:cNvPr id="4" name="Text 2"/>
          <p:cNvSpPr txBox="1"/>
          <p:nvPr/>
        </p:nvSpPr>
        <p:spPr>
          <a:xfrm>
            <a:off x="548640" y="457200"/>
            <a:ext cx="1412748" cy="310896"/>
          </a:xfrm>
          <a:prstGeom prst="rect">
            <a:avLst/>
          </a:prstGeom>
          <a:noFill/>
          <a:ln/>
        </p:spPr>
        <p:txBody>
          <a:bodyPr wrap="square" lIns="0" tIns="0" rIns="0" bIns="0" rtlCol="0" anchor="ctr"/>
          <a:lstStyle/>
          <a:p>
            <a:pPr algn="ctr" indent="0" marL="0">
              <a:buNone/>
            </a:pPr>
            <a:r>
              <a:rPr lang="en-US" sz="1100" b="1" dirty="0">
                <a:solidFill>
                  <a:srgbClr val="0046F0"/>
                </a:solidFill>
                <a:latin typeface="Malgun Gothic" pitchFamily="34" charset="0"/>
                <a:ea typeface="Malgun Gothic" pitchFamily="34" charset="-122"/>
                <a:cs typeface="Malgun Gothic" pitchFamily="34" charset="-120"/>
              </a:rPr>
              <a:t>01 · 서비스 흐름</a:t>
            </a:r>
            <a:endParaRPr lang="en-US" sz="1100" dirty="0"/>
          </a:p>
        </p:txBody>
      </p:sp>
      <p:sp>
        <p:nvSpPr>
          <p:cNvPr id="5" name="Text 3"/>
          <p:cNvSpPr txBox="1"/>
          <p:nvPr/>
        </p:nvSpPr>
        <p:spPr>
          <a:xfrm>
            <a:off x="548640" y="896112"/>
            <a:ext cx="11094415" cy="566928"/>
          </a:xfrm>
          <a:prstGeom prst="rect">
            <a:avLst/>
          </a:prstGeom>
          <a:noFill/>
          <a:ln/>
        </p:spPr>
        <p:txBody>
          <a:bodyPr wrap="square" lIns="0" tIns="0" rIns="0" bIns="0" rtlCol="0" anchor="t"/>
          <a:lstStyle/>
          <a:p>
            <a:pPr indent="0" marL="0">
              <a:buNone/>
            </a:pPr>
            <a:r>
              <a:rPr lang="en-US" sz="2800" b="1" dirty="0">
                <a:solidFill>
                  <a:srgbClr val="0F1B2D"/>
                </a:solidFill>
                <a:latin typeface="Malgun Gothic" pitchFamily="34" charset="0"/>
                <a:ea typeface="Malgun Gothic" pitchFamily="34" charset="-122"/>
                <a:cs typeface="Malgun Gothic" pitchFamily="34" charset="-120"/>
              </a:rPr>
              <a:t>지역 분석부터 운영 계획서까지, 4단계</a:t>
            </a:r>
            <a:endParaRPr lang="en-US" sz="2800" dirty="0"/>
          </a:p>
        </p:txBody>
      </p:sp>
      <p:sp>
        <p:nvSpPr>
          <p:cNvPr id="6" name="Text 4"/>
          <p:cNvSpPr txBox="1"/>
          <p:nvPr/>
        </p:nvSpPr>
        <p:spPr>
          <a:xfrm>
            <a:off x="548640" y="1481328"/>
            <a:ext cx="11094415" cy="365760"/>
          </a:xfrm>
          <a:prstGeom prst="rect">
            <a:avLst/>
          </a:prstGeom>
          <a:noFill/>
          <a:ln/>
        </p:spPr>
        <p:txBody>
          <a:bodyPr wrap="square" lIns="0" tIns="0" rIns="0" bIns="0" rtlCol="0" anchor="t"/>
          <a:lstStyle/>
          <a:p>
            <a:pPr indent="0" marL="0">
              <a:buNone/>
            </a:pPr>
            <a:r>
              <a:rPr lang="en-US" sz="1400" dirty="0">
                <a:solidFill>
                  <a:srgbClr val="56657A"/>
                </a:solidFill>
                <a:latin typeface="Malgun Gothic" pitchFamily="34" charset="0"/>
                <a:ea typeface="Malgun Gothic" pitchFamily="34" charset="-122"/>
                <a:cs typeface="Malgun Gothic" pitchFamily="34" charset="-120"/>
              </a:rPr>
              <a:t>담당자는 한 흐름 안에서 데이터 확인 → 설계 → 검토 → 문서화를 끝냅니다</a:t>
            </a:r>
            <a:endParaRPr lang="en-US" sz="1400" dirty="0"/>
          </a:p>
        </p:txBody>
      </p:sp>
      <p:sp>
        <p:nvSpPr>
          <p:cNvPr id="7" name="Shape 5"/>
          <p:cNvSpPr/>
          <p:nvPr/>
        </p:nvSpPr>
        <p:spPr>
          <a:xfrm>
            <a:off x="548640" y="2194560"/>
            <a:ext cx="2542032" cy="2834640"/>
          </a:xfrm>
          <a:prstGeom prst="roundRect">
            <a:avLst>
              <a:gd name="adj" fmla="val 6475"/>
            </a:avLst>
          </a:prstGeom>
          <a:solidFill>
            <a:srgbClr val="FFFFFF"/>
          </a:solidFill>
          <a:ln w="12700">
            <a:solidFill>
              <a:srgbClr val="DCE3EE"/>
            </a:solidFill>
            <a:prstDash val="solid"/>
          </a:ln>
        </p:spPr>
      </p:sp>
      <p:sp>
        <p:nvSpPr>
          <p:cNvPr id="8" name="Text 6"/>
          <p:cNvSpPr txBox="1"/>
          <p:nvPr/>
        </p:nvSpPr>
        <p:spPr>
          <a:xfrm>
            <a:off x="822960" y="2468880"/>
            <a:ext cx="1371600" cy="274320"/>
          </a:xfrm>
          <a:prstGeom prst="rect">
            <a:avLst/>
          </a:prstGeom>
          <a:noFill/>
          <a:ln/>
        </p:spPr>
        <p:txBody>
          <a:bodyPr wrap="square" lIns="0" tIns="0" rIns="0" bIns="0" rtlCol="0" anchor="t"/>
          <a:lstStyle/>
          <a:p>
            <a:pPr indent="0" marL="0">
              <a:buNone/>
            </a:pPr>
            <a:r>
              <a:rPr lang="en-US" sz="1100" b="1" dirty="0">
                <a:solidFill>
                  <a:srgbClr val="0046F0"/>
                </a:solidFill>
                <a:latin typeface="Malgun Gothic" pitchFamily="34" charset="0"/>
                <a:ea typeface="Malgun Gothic" pitchFamily="34" charset="-122"/>
                <a:cs typeface="Malgun Gothic" pitchFamily="34" charset="-120"/>
              </a:rPr>
              <a:t>STEP 01</a:t>
            </a:r>
            <a:endParaRPr lang="en-US" sz="1100" dirty="0"/>
          </a:p>
        </p:txBody>
      </p:sp>
      <p:sp>
        <p:nvSpPr>
          <p:cNvPr id="9" name="Shape 7"/>
          <p:cNvSpPr/>
          <p:nvPr/>
        </p:nvSpPr>
        <p:spPr>
          <a:xfrm>
            <a:off x="2176272" y="2423160"/>
            <a:ext cx="640080" cy="640080"/>
          </a:xfrm>
          <a:prstGeom prst="ellipse">
            <a:avLst>
              <a:gd name="adj" fmla="val 17143"/>
            </a:avLst>
          </a:prstGeom>
          <a:solidFill>
            <a:srgbClr val="E8EFFF"/>
          </a:solidFill>
          <a:ln/>
        </p:spPr>
      </p:sp>
      <p:pic>
        <p:nvPicPr>
          <p:cNvPr id="10" name="Image 0" descr="preencoded.png">    </p:cNvPr>
          <p:cNvPicPr>
            <a:picLocks noChangeAspect="1"/>
          </p:cNvPicPr>
          <p:nvPr/>
        </p:nvPicPr>
        <p:blipFill>
          <a:blip r:embed="rId1"/>
          <a:stretch>
            <a:fillRect/>
          </a:stretch>
        </p:blipFill>
        <p:spPr>
          <a:xfrm>
            <a:off x="2342693" y="2589581"/>
            <a:ext cx="307238" cy="307238"/>
          </a:xfrm>
          <a:prstGeom prst="rect">
            <a:avLst/>
          </a:prstGeom>
        </p:spPr>
      </p:pic>
      <p:sp>
        <p:nvSpPr>
          <p:cNvPr id="11" name="Text 8"/>
          <p:cNvSpPr txBox="1"/>
          <p:nvPr/>
        </p:nvSpPr>
        <p:spPr>
          <a:xfrm>
            <a:off x="822960" y="3291840"/>
            <a:ext cx="1993392" cy="411480"/>
          </a:xfrm>
          <a:prstGeom prst="rect">
            <a:avLst/>
          </a:prstGeom>
          <a:noFill/>
          <a:ln/>
        </p:spPr>
        <p:txBody>
          <a:bodyPr wrap="square" lIns="0" tIns="0" rIns="0" bIns="0" rtlCol="0" anchor="t"/>
          <a:lstStyle/>
          <a:p>
            <a:pPr indent="0" marL="0">
              <a:buNone/>
            </a:pPr>
            <a:r>
              <a:rPr lang="en-US" sz="1900" b="1" dirty="0">
                <a:solidFill>
                  <a:srgbClr val="0F1B2D"/>
                </a:solidFill>
                <a:latin typeface="Malgun Gothic" pitchFamily="34" charset="0"/>
                <a:ea typeface="Malgun Gothic" pitchFamily="34" charset="-122"/>
                <a:cs typeface="Malgun Gothic" pitchFamily="34" charset="-120"/>
              </a:rPr>
              <a:t>지역 현황 확인</a:t>
            </a:r>
            <a:endParaRPr lang="en-US" sz="1900" dirty="0"/>
          </a:p>
        </p:txBody>
      </p:sp>
      <p:sp>
        <p:nvSpPr>
          <p:cNvPr id="12" name="Text 9"/>
          <p:cNvSpPr txBox="1"/>
          <p:nvPr/>
        </p:nvSpPr>
        <p:spPr>
          <a:xfrm>
            <a:off x="822960" y="3794760"/>
            <a:ext cx="1993392" cy="1005840"/>
          </a:xfrm>
          <a:prstGeom prst="rect">
            <a:avLst/>
          </a:prstGeom>
          <a:noFill/>
          <a:ln/>
        </p:spPr>
        <p:txBody>
          <a:bodyPr wrap="square" lIns="0" tIns="0" rIns="0" bIns="0" rtlCol="0" anchor="t"/>
          <a:lstStyle/>
          <a:p>
            <a:pPr indent="0" marL="0">
              <a:lnSpc>
                <a:spcPct val="120000"/>
              </a:lnSpc>
              <a:buNone/>
            </a:pPr>
            <a:r>
              <a:rPr lang="en-US" sz="1250" dirty="0">
                <a:solidFill>
                  <a:srgbClr val="56657A"/>
                </a:solidFill>
                <a:latin typeface="Malgun Gothic" pitchFamily="34" charset="0"/>
                <a:ea typeface="Malgun Gothic" pitchFamily="34" charset="-122"/>
                <a:cs typeface="Malgun Gothic" pitchFamily="34" charset="-120"/>
              </a:rPr>
              <a:t>지역별 이용 실적과 종목 분포를 조회해 기획의 기초 정보를 확보</a:t>
            </a:r>
            <a:endParaRPr lang="en-US" sz="1250" dirty="0"/>
          </a:p>
        </p:txBody>
      </p:sp>
      <p:sp>
        <p:nvSpPr>
          <p:cNvPr id="13" name="Shape 10"/>
          <p:cNvSpPr/>
          <p:nvPr/>
        </p:nvSpPr>
        <p:spPr>
          <a:xfrm>
            <a:off x="3108960" y="3493008"/>
            <a:ext cx="237744" cy="237744"/>
          </a:xfrm>
          <a:prstGeom prst="ellipse">
            <a:avLst/>
          </a:prstGeom>
          <a:solidFill>
            <a:srgbClr val="FFFFFF"/>
          </a:solidFill>
          <a:ln w="12700">
            <a:solidFill>
              <a:srgbClr val="DCE3EE"/>
            </a:solidFill>
            <a:prstDash val="solid"/>
          </a:ln>
        </p:spPr>
      </p:sp>
      <p:pic>
        <p:nvPicPr>
          <p:cNvPr id="14" name="Image 1" descr="preencoded.png">    </p:cNvPr>
          <p:cNvPicPr>
            <a:picLocks noChangeAspect="1"/>
          </p:cNvPicPr>
          <p:nvPr/>
        </p:nvPicPr>
        <p:blipFill>
          <a:blip r:embed="rId2"/>
          <a:stretch>
            <a:fillRect/>
          </a:stretch>
        </p:blipFill>
        <p:spPr>
          <a:xfrm>
            <a:off x="3145536" y="3529584"/>
            <a:ext cx="164592" cy="164592"/>
          </a:xfrm>
          <a:prstGeom prst="rect">
            <a:avLst/>
          </a:prstGeom>
        </p:spPr>
      </p:pic>
      <p:sp>
        <p:nvSpPr>
          <p:cNvPr id="15" name="Shape 11"/>
          <p:cNvSpPr/>
          <p:nvPr/>
        </p:nvSpPr>
        <p:spPr>
          <a:xfrm>
            <a:off x="3364992" y="2194560"/>
            <a:ext cx="2542032" cy="2834640"/>
          </a:xfrm>
          <a:prstGeom prst="roundRect">
            <a:avLst>
              <a:gd name="adj" fmla="val 6475"/>
            </a:avLst>
          </a:prstGeom>
          <a:solidFill>
            <a:srgbClr val="FFFFFF"/>
          </a:solidFill>
          <a:ln w="12700">
            <a:solidFill>
              <a:srgbClr val="DCE3EE"/>
            </a:solidFill>
            <a:prstDash val="solid"/>
          </a:ln>
        </p:spPr>
      </p:sp>
      <p:sp>
        <p:nvSpPr>
          <p:cNvPr id="16" name="Text 12"/>
          <p:cNvSpPr txBox="1"/>
          <p:nvPr/>
        </p:nvSpPr>
        <p:spPr>
          <a:xfrm>
            <a:off x="3639312" y="2468880"/>
            <a:ext cx="1371600" cy="274320"/>
          </a:xfrm>
          <a:prstGeom prst="rect">
            <a:avLst/>
          </a:prstGeom>
          <a:noFill/>
          <a:ln/>
        </p:spPr>
        <p:txBody>
          <a:bodyPr wrap="square" lIns="0" tIns="0" rIns="0" bIns="0" rtlCol="0" anchor="t"/>
          <a:lstStyle/>
          <a:p>
            <a:pPr indent="0" marL="0">
              <a:buNone/>
            </a:pPr>
            <a:r>
              <a:rPr lang="en-US" sz="1100" b="1" dirty="0">
                <a:solidFill>
                  <a:srgbClr val="0046F0"/>
                </a:solidFill>
                <a:latin typeface="Malgun Gothic" pitchFamily="34" charset="0"/>
                <a:ea typeface="Malgun Gothic" pitchFamily="34" charset="-122"/>
                <a:cs typeface="Malgun Gothic" pitchFamily="34" charset="-120"/>
              </a:rPr>
              <a:t>STEP 02</a:t>
            </a:r>
            <a:endParaRPr lang="en-US" sz="1100" dirty="0"/>
          </a:p>
        </p:txBody>
      </p:sp>
      <p:sp>
        <p:nvSpPr>
          <p:cNvPr id="17" name="Shape 13"/>
          <p:cNvSpPr/>
          <p:nvPr/>
        </p:nvSpPr>
        <p:spPr>
          <a:xfrm>
            <a:off x="4992624" y="2423160"/>
            <a:ext cx="640080" cy="640080"/>
          </a:xfrm>
          <a:prstGeom prst="ellipse">
            <a:avLst>
              <a:gd name="adj" fmla="val 17143"/>
            </a:avLst>
          </a:prstGeom>
          <a:solidFill>
            <a:srgbClr val="E8EFFF"/>
          </a:solidFill>
          <a:ln/>
        </p:spPr>
      </p:sp>
      <p:pic>
        <p:nvPicPr>
          <p:cNvPr id="18" name="Image 2" descr="preencoded.png">    </p:cNvPr>
          <p:cNvPicPr>
            <a:picLocks noChangeAspect="1"/>
          </p:cNvPicPr>
          <p:nvPr/>
        </p:nvPicPr>
        <p:blipFill>
          <a:blip r:embed="rId3"/>
          <a:stretch>
            <a:fillRect/>
          </a:stretch>
        </p:blipFill>
        <p:spPr>
          <a:xfrm>
            <a:off x="5159045" y="2589581"/>
            <a:ext cx="307238" cy="307238"/>
          </a:xfrm>
          <a:prstGeom prst="rect">
            <a:avLst/>
          </a:prstGeom>
        </p:spPr>
      </p:pic>
      <p:sp>
        <p:nvSpPr>
          <p:cNvPr id="19" name="Text 14"/>
          <p:cNvSpPr txBox="1"/>
          <p:nvPr/>
        </p:nvSpPr>
        <p:spPr>
          <a:xfrm>
            <a:off x="3639312" y="3291840"/>
            <a:ext cx="1993392" cy="411480"/>
          </a:xfrm>
          <a:prstGeom prst="rect">
            <a:avLst/>
          </a:prstGeom>
          <a:noFill/>
          <a:ln/>
        </p:spPr>
        <p:txBody>
          <a:bodyPr wrap="square" lIns="0" tIns="0" rIns="0" bIns="0" rtlCol="0" anchor="t"/>
          <a:lstStyle/>
          <a:p>
            <a:pPr indent="0" marL="0">
              <a:buNone/>
            </a:pPr>
            <a:r>
              <a:rPr lang="en-US" sz="1900" b="1" dirty="0">
                <a:solidFill>
                  <a:srgbClr val="0F1B2D"/>
                </a:solidFill>
                <a:latin typeface="Malgun Gothic" pitchFamily="34" charset="0"/>
                <a:ea typeface="Malgun Gothic" pitchFamily="34" charset="-122"/>
                <a:cs typeface="Malgun Gothic" pitchFamily="34" charset="-120"/>
              </a:rPr>
              <a:t>프로그램 설계</a:t>
            </a:r>
            <a:endParaRPr lang="en-US" sz="1900" dirty="0"/>
          </a:p>
        </p:txBody>
      </p:sp>
      <p:sp>
        <p:nvSpPr>
          <p:cNvPr id="20" name="Text 15"/>
          <p:cNvSpPr txBox="1"/>
          <p:nvPr/>
        </p:nvSpPr>
        <p:spPr>
          <a:xfrm>
            <a:off x="3639312" y="3794760"/>
            <a:ext cx="1993392" cy="1005840"/>
          </a:xfrm>
          <a:prstGeom prst="rect">
            <a:avLst/>
          </a:prstGeom>
          <a:noFill/>
          <a:ln/>
        </p:spPr>
        <p:txBody>
          <a:bodyPr wrap="square" lIns="0" tIns="0" rIns="0" bIns="0" rtlCol="0" anchor="t"/>
          <a:lstStyle/>
          <a:p>
            <a:pPr indent="0" marL="0">
              <a:lnSpc>
                <a:spcPct val="120000"/>
              </a:lnSpc>
              <a:buNone/>
            </a:pPr>
            <a:r>
              <a:rPr lang="en-US" sz="1250" dirty="0">
                <a:solidFill>
                  <a:srgbClr val="56657A"/>
                </a:solidFill>
                <a:latin typeface="Malgun Gothic" pitchFamily="34" charset="0"/>
                <a:ea typeface="Malgun Gothic" pitchFamily="34" charset="-122"/>
                <a:cs typeface="Malgun Gothic" pitchFamily="34" charset="-120"/>
              </a:rPr>
              <a:t>기존 강좌·체육시설을 검색·비교하고 종목·시설·운영 정보를 선택</a:t>
            </a:r>
            <a:endParaRPr lang="en-US" sz="1250" dirty="0"/>
          </a:p>
        </p:txBody>
      </p:sp>
      <p:sp>
        <p:nvSpPr>
          <p:cNvPr id="21" name="Shape 16"/>
          <p:cNvSpPr/>
          <p:nvPr/>
        </p:nvSpPr>
        <p:spPr>
          <a:xfrm>
            <a:off x="5925312" y="3493008"/>
            <a:ext cx="237744" cy="237744"/>
          </a:xfrm>
          <a:prstGeom prst="ellipse">
            <a:avLst/>
          </a:prstGeom>
          <a:solidFill>
            <a:srgbClr val="FFFFFF"/>
          </a:solidFill>
          <a:ln w="12700">
            <a:solidFill>
              <a:srgbClr val="DCE3EE"/>
            </a:solidFill>
            <a:prstDash val="solid"/>
          </a:ln>
        </p:spPr>
      </p:sp>
      <p:pic>
        <p:nvPicPr>
          <p:cNvPr id="22" name="Image 3" descr="preencoded.png">    </p:cNvPr>
          <p:cNvPicPr>
            <a:picLocks noChangeAspect="1"/>
          </p:cNvPicPr>
          <p:nvPr/>
        </p:nvPicPr>
        <p:blipFill>
          <a:blip r:embed="rId4"/>
          <a:stretch>
            <a:fillRect/>
          </a:stretch>
        </p:blipFill>
        <p:spPr>
          <a:xfrm>
            <a:off x="5961888" y="3529584"/>
            <a:ext cx="164592" cy="164592"/>
          </a:xfrm>
          <a:prstGeom prst="rect">
            <a:avLst/>
          </a:prstGeom>
        </p:spPr>
      </p:pic>
      <p:sp>
        <p:nvSpPr>
          <p:cNvPr id="23" name="Shape 17"/>
          <p:cNvSpPr/>
          <p:nvPr/>
        </p:nvSpPr>
        <p:spPr>
          <a:xfrm>
            <a:off x="6181344" y="2194560"/>
            <a:ext cx="2542032" cy="2834640"/>
          </a:xfrm>
          <a:prstGeom prst="roundRect">
            <a:avLst>
              <a:gd name="adj" fmla="val 6475"/>
            </a:avLst>
          </a:prstGeom>
          <a:solidFill>
            <a:srgbClr val="FFFFFF"/>
          </a:solidFill>
          <a:ln w="12700">
            <a:solidFill>
              <a:srgbClr val="DCE3EE"/>
            </a:solidFill>
            <a:prstDash val="solid"/>
          </a:ln>
        </p:spPr>
      </p:sp>
      <p:sp>
        <p:nvSpPr>
          <p:cNvPr id="24" name="Text 18"/>
          <p:cNvSpPr txBox="1"/>
          <p:nvPr/>
        </p:nvSpPr>
        <p:spPr>
          <a:xfrm>
            <a:off x="6455664" y="2468880"/>
            <a:ext cx="1371600" cy="274320"/>
          </a:xfrm>
          <a:prstGeom prst="rect">
            <a:avLst/>
          </a:prstGeom>
          <a:noFill/>
          <a:ln/>
        </p:spPr>
        <p:txBody>
          <a:bodyPr wrap="square" lIns="0" tIns="0" rIns="0" bIns="0" rtlCol="0" anchor="t"/>
          <a:lstStyle/>
          <a:p>
            <a:pPr indent="0" marL="0">
              <a:buNone/>
            </a:pPr>
            <a:r>
              <a:rPr lang="en-US" sz="1100" b="1" dirty="0">
                <a:solidFill>
                  <a:srgbClr val="00996C"/>
                </a:solidFill>
                <a:latin typeface="Malgun Gothic" pitchFamily="34" charset="0"/>
                <a:ea typeface="Malgun Gothic" pitchFamily="34" charset="-122"/>
                <a:cs typeface="Malgun Gothic" pitchFamily="34" charset="-120"/>
              </a:rPr>
              <a:t>STEP 03</a:t>
            </a:r>
            <a:endParaRPr lang="en-US" sz="1100" dirty="0"/>
          </a:p>
        </p:txBody>
      </p:sp>
      <p:sp>
        <p:nvSpPr>
          <p:cNvPr id="25" name="Shape 19"/>
          <p:cNvSpPr/>
          <p:nvPr/>
        </p:nvSpPr>
        <p:spPr>
          <a:xfrm>
            <a:off x="7808976" y="2423160"/>
            <a:ext cx="640080" cy="640080"/>
          </a:xfrm>
          <a:prstGeom prst="ellipse">
            <a:avLst>
              <a:gd name="adj" fmla="val 17143"/>
            </a:avLst>
          </a:prstGeom>
          <a:solidFill>
            <a:srgbClr val="E0F8EF"/>
          </a:solidFill>
          <a:ln/>
        </p:spPr>
      </p:sp>
      <p:pic>
        <p:nvPicPr>
          <p:cNvPr id="26" name="Image 4" descr="preencoded.png">    </p:cNvPr>
          <p:cNvPicPr>
            <a:picLocks noChangeAspect="1"/>
          </p:cNvPicPr>
          <p:nvPr/>
        </p:nvPicPr>
        <p:blipFill>
          <a:blip r:embed="rId5"/>
          <a:stretch>
            <a:fillRect/>
          </a:stretch>
        </p:blipFill>
        <p:spPr>
          <a:xfrm>
            <a:off x="7975397" y="2589581"/>
            <a:ext cx="307238" cy="307238"/>
          </a:xfrm>
          <a:prstGeom prst="rect">
            <a:avLst/>
          </a:prstGeom>
        </p:spPr>
      </p:pic>
      <p:sp>
        <p:nvSpPr>
          <p:cNvPr id="27" name="Text 20"/>
          <p:cNvSpPr txBox="1"/>
          <p:nvPr/>
        </p:nvSpPr>
        <p:spPr>
          <a:xfrm>
            <a:off x="6455664" y="3291840"/>
            <a:ext cx="1993392" cy="411480"/>
          </a:xfrm>
          <a:prstGeom prst="rect">
            <a:avLst/>
          </a:prstGeom>
          <a:noFill/>
          <a:ln/>
        </p:spPr>
        <p:txBody>
          <a:bodyPr wrap="square" lIns="0" tIns="0" rIns="0" bIns="0" rtlCol="0" anchor="t"/>
          <a:lstStyle/>
          <a:p>
            <a:pPr indent="0" marL="0">
              <a:buNone/>
            </a:pPr>
            <a:r>
              <a:rPr lang="en-US" sz="1900" b="1" dirty="0">
                <a:solidFill>
                  <a:srgbClr val="0F1B2D"/>
                </a:solidFill>
                <a:latin typeface="Malgun Gothic" pitchFamily="34" charset="0"/>
                <a:ea typeface="Malgun Gothic" pitchFamily="34" charset="-122"/>
                <a:cs typeface="Malgun Gothic" pitchFamily="34" charset="-120"/>
              </a:rPr>
              <a:t>AI 검토</a:t>
            </a:r>
            <a:endParaRPr lang="en-US" sz="1900" dirty="0"/>
          </a:p>
        </p:txBody>
      </p:sp>
      <p:sp>
        <p:nvSpPr>
          <p:cNvPr id="28" name="Text 21"/>
          <p:cNvSpPr txBox="1"/>
          <p:nvPr/>
        </p:nvSpPr>
        <p:spPr>
          <a:xfrm>
            <a:off x="6455664" y="3794760"/>
            <a:ext cx="1993392" cy="1005840"/>
          </a:xfrm>
          <a:prstGeom prst="rect">
            <a:avLst/>
          </a:prstGeom>
          <a:noFill/>
          <a:ln/>
        </p:spPr>
        <p:txBody>
          <a:bodyPr wrap="square" lIns="0" tIns="0" rIns="0" bIns="0" rtlCol="0" anchor="t"/>
          <a:lstStyle/>
          <a:p>
            <a:pPr indent="0" marL="0">
              <a:lnSpc>
                <a:spcPct val="120000"/>
              </a:lnSpc>
              <a:buNone/>
            </a:pPr>
            <a:r>
              <a:rPr lang="en-US" sz="1250" dirty="0">
                <a:solidFill>
                  <a:srgbClr val="56657A"/>
                </a:solidFill>
                <a:latin typeface="Malgun Gothic" pitchFamily="34" charset="0"/>
                <a:ea typeface="Malgun Gothic" pitchFamily="34" charset="-122"/>
                <a:cs typeface="Malgun Gothic" pitchFamily="34" charset="-120"/>
              </a:rPr>
              <a:t>지역 특성을 해석하고 설계안의 강점·위험요인·개선 방향을 제안</a:t>
            </a:r>
            <a:endParaRPr lang="en-US" sz="1250" dirty="0"/>
          </a:p>
        </p:txBody>
      </p:sp>
      <p:sp>
        <p:nvSpPr>
          <p:cNvPr id="29" name="Shape 22"/>
          <p:cNvSpPr/>
          <p:nvPr/>
        </p:nvSpPr>
        <p:spPr>
          <a:xfrm>
            <a:off x="8741664" y="3493008"/>
            <a:ext cx="237744" cy="237744"/>
          </a:xfrm>
          <a:prstGeom prst="ellipse">
            <a:avLst/>
          </a:prstGeom>
          <a:solidFill>
            <a:srgbClr val="FFFFFF"/>
          </a:solidFill>
          <a:ln w="12700">
            <a:solidFill>
              <a:srgbClr val="DCE3EE"/>
            </a:solidFill>
            <a:prstDash val="solid"/>
          </a:ln>
        </p:spPr>
      </p:sp>
      <p:pic>
        <p:nvPicPr>
          <p:cNvPr id="30" name="Image 5" descr="preencoded.png">    </p:cNvPr>
          <p:cNvPicPr>
            <a:picLocks noChangeAspect="1"/>
          </p:cNvPicPr>
          <p:nvPr/>
        </p:nvPicPr>
        <p:blipFill>
          <a:blip r:embed="rId6"/>
          <a:stretch>
            <a:fillRect/>
          </a:stretch>
        </p:blipFill>
        <p:spPr>
          <a:xfrm>
            <a:off x="8778240" y="3529584"/>
            <a:ext cx="164592" cy="164592"/>
          </a:xfrm>
          <a:prstGeom prst="rect">
            <a:avLst/>
          </a:prstGeom>
        </p:spPr>
      </p:pic>
      <p:sp>
        <p:nvSpPr>
          <p:cNvPr id="31" name="Shape 23"/>
          <p:cNvSpPr/>
          <p:nvPr/>
        </p:nvSpPr>
        <p:spPr>
          <a:xfrm>
            <a:off x="8997696" y="2194560"/>
            <a:ext cx="2542032" cy="2834640"/>
          </a:xfrm>
          <a:prstGeom prst="roundRect">
            <a:avLst>
              <a:gd name="adj" fmla="val 6475"/>
            </a:avLst>
          </a:prstGeom>
          <a:solidFill>
            <a:srgbClr val="FFFFFF"/>
          </a:solidFill>
          <a:ln w="12700">
            <a:solidFill>
              <a:srgbClr val="DCE3EE"/>
            </a:solidFill>
            <a:prstDash val="solid"/>
          </a:ln>
        </p:spPr>
      </p:sp>
      <p:sp>
        <p:nvSpPr>
          <p:cNvPr id="32" name="Text 24"/>
          <p:cNvSpPr txBox="1"/>
          <p:nvPr/>
        </p:nvSpPr>
        <p:spPr>
          <a:xfrm>
            <a:off x="9272016" y="2468880"/>
            <a:ext cx="1371600" cy="274320"/>
          </a:xfrm>
          <a:prstGeom prst="rect">
            <a:avLst/>
          </a:prstGeom>
          <a:noFill/>
          <a:ln/>
        </p:spPr>
        <p:txBody>
          <a:bodyPr wrap="square" lIns="0" tIns="0" rIns="0" bIns="0" rtlCol="0" anchor="t"/>
          <a:lstStyle/>
          <a:p>
            <a:pPr indent="0" marL="0">
              <a:buNone/>
            </a:pPr>
            <a:r>
              <a:rPr lang="en-US" sz="1100" b="1" dirty="0">
                <a:solidFill>
                  <a:srgbClr val="011F47"/>
                </a:solidFill>
                <a:latin typeface="Malgun Gothic" pitchFamily="34" charset="0"/>
                <a:ea typeface="Malgun Gothic" pitchFamily="34" charset="-122"/>
                <a:cs typeface="Malgun Gothic" pitchFamily="34" charset="-120"/>
              </a:rPr>
              <a:t>STEP 04</a:t>
            </a:r>
            <a:endParaRPr lang="en-US" sz="1100" dirty="0"/>
          </a:p>
        </p:txBody>
      </p:sp>
      <p:sp>
        <p:nvSpPr>
          <p:cNvPr id="33" name="Shape 25"/>
          <p:cNvSpPr/>
          <p:nvPr/>
        </p:nvSpPr>
        <p:spPr>
          <a:xfrm>
            <a:off x="10625328" y="2423160"/>
            <a:ext cx="640080" cy="640080"/>
          </a:xfrm>
          <a:prstGeom prst="ellipse">
            <a:avLst>
              <a:gd name="adj" fmla="val 17143"/>
            </a:avLst>
          </a:prstGeom>
          <a:solidFill>
            <a:srgbClr val="E6EBF3"/>
          </a:solidFill>
          <a:ln/>
        </p:spPr>
      </p:sp>
      <p:pic>
        <p:nvPicPr>
          <p:cNvPr id="34" name="Image 6" descr="preencoded.png">    </p:cNvPr>
          <p:cNvPicPr>
            <a:picLocks noChangeAspect="1"/>
          </p:cNvPicPr>
          <p:nvPr/>
        </p:nvPicPr>
        <p:blipFill>
          <a:blip r:embed="rId7"/>
          <a:stretch>
            <a:fillRect/>
          </a:stretch>
        </p:blipFill>
        <p:spPr>
          <a:xfrm>
            <a:off x="10791749" y="2589581"/>
            <a:ext cx="307238" cy="307238"/>
          </a:xfrm>
          <a:prstGeom prst="rect">
            <a:avLst/>
          </a:prstGeom>
        </p:spPr>
      </p:pic>
      <p:sp>
        <p:nvSpPr>
          <p:cNvPr id="35" name="Text 26"/>
          <p:cNvSpPr txBox="1"/>
          <p:nvPr/>
        </p:nvSpPr>
        <p:spPr>
          <a:xfrm>
            <a:off x="9272016" y="3291840"/>
            <a:ext cx="1993392" cy="411480"/>
          </a:xfrm>
          <a:prstGeom prst="rect">
            <a:avLst/>
          </a:prstGeom>
          <a:noFill/>
          <a:ln/>
        </p:spPr>
        <p:txBody>
          <a:bodyPr wrap="square" lIns="0" tIns="0" rIns="0" bIns="0" rtlCol="0" anchor="t"/>
          <a:lstStyle/>
          <a:p>
            <a:pPr indent="0" marL="0">
              <a:buNone/>
            </a:pPr>
            <a:r>
              <a:rPr lang="en-US" sz="1900" b="1" dirty="0">
                <a:solidFill>
                  <a:srgbClr val="0F1B2D"/>
                </a:solidFill>
                <a:latin typeface="Malgun Gothic" pitchFamily="34" charset="0"/>
                <a:ea typeface="Malgun Gothic" pitchFamily="34" charset="-122"/>
                <a:cs typeface="Malgun Gothic" pitchFamily="34" charset="-120"/>
              </a:rPr>
              <a:t>계획서 완성</a:t>
            </a:r>
            <a:endParaRPr lang="en-US" sz="1900" dirty="0"/>
          </a:p>
        </p:txBody>
      </p:sp>
      <p:sp>
        <p:nvSpPr>
          <p:cNvPr id="36" name="Text 27"/>
          <p:cNvSpPr txBox="1"/>
          <p:nvPr/>
        </p:nvSpPr>
        <p:spPr>
          <a:xfrm>
            <a:off x="9272016" y="3794760"/>
            <a:ext cx="1993392" cy="1005840"/>
          </a:xfrm>
          <a:prstGeom prst="rect">
            <a:avLst/>
          </a:prstGeom>
          <a:noFill/>
          <a:ln/>
        </p:spPr>
        <p:txBody>
          <a:bodyPr wrap="square" lIns="0" tIns="0" rIns="0" bIns="0" rtlCol="0" anchor="t"/>
          <a:lstStyle/>
          <a:p>
            <a:pPr indent="0" marL="0">
              <a:lnSpc>
                <a:spcPct val="120000"/>
              </a:lnSpc>
              <a:buNone/>
            </a:pPr>
            <a:r>
              <a:rPr lang="en-US" sz="1250" dirty="0">
                <a:solidFill>
                  <a:srgbClr val="56657A"/>
                </a:solidFill>
                <a:latin typeface="Malgun Gothic" pitchFamily="34" charset="0"/>
                <a:ea typeface="Malgun Gothic" pitchFamily="34" charset="-122"/>
                <a:cs typeface="Malgun Gothic" pitchFamily="34" charset="-120"/>
              </a:rPr>
              <a:t>검토 결과를 운영 계획서로 정리하고 인쇄·최근 계획서 복원</a:t>
            </a:r>
            <a:endParaRPr lang="en-US" sz="1250" dirty="0"/>
          </a:p>
        </p:txBody>
      </p:sp>
      <p:sp>
        <p:nvSpPr>
          <p:cNvPr id="37" name="Shape 28"/>
          <p:cNvSpPr/>
          <p:nvPr/>
        </p:nvSpPr>
        <p:spPr>
          <a:xfrm>
            <a:off x="548640" y="5349240"/>
            <a:ext cx="11094415" cy="777240"/>
          </a:xfrm>
          <a:prstGeom prst="roundRect">
            <a:avLst>
              <a:gd name="adj" fmla="val 21176"/>
            </a:avLst>
          </a:prstGeom>
          <a:solidFill>
            <a:srgbClr val="E0F8EF"/>
          </a:solidFill>
          <a:ln/>
        </p:spPr>
      </p:sp>
      <p:sp>
        <p:nvSpPr>
          <p:cNvPr id="38" name="Shape 29"/>
          <p:cNvSpPr/>
          <p:nvPr/>
        </p:nvSpPr>
        <p:spPr>
          <a:xfrm>
            <a:off x="777240" y="5468112"/>
            <a:ext cx="530352" cy="530352"/>
          </a:xfrm>
          <a:prstGeom prst="ellipse">
            <a:avLst>
              <a:gd name="adj" fmla="val 20690"/>
            </a:avLst>
          </a:prstGeom>
          <a:solidFill>
            <a:srgbClr val="00996C"/>
          </a:solidFill>
          <a:ln/>
        </p:spPr>
      </p:sp>
      <p:pic>
        <p:nvPicPr>
          <p:cNvPr id="39" name="Image 7" descr="preencoded.png">    </p:cNvPr>
          <p:cNvPicPr>
            <a:picLocks noChangeAspect="1"/>
          </p:cNvPicPr>
          <p:nvPr/>
        </p:nvPicPr>
        <p:blipFill>
          <a:blip r:embed="rId8"/>
          <a:stretch>
            <a:fillRect/>
          </a:stretch>
        </p:blipFill>
        <p:spPr>
          <a:xfrm>
            <a:off x="915132" y="5606004"/>
            <a:ext cx="254569" cy="254569"/>
          </a:xfrm>
          <a:prstGeom prst="rect">
            <a:avLst/>
          </a:prstGeom>
        </p:spPr>
      </p:pic>
      <p:sp>
        <p:nvSpPr>
          <p:cNvPr id="40" name="Text 30"/>
          <p:cNvSpPr txBox="1"/>
          <p:nvPr/>
        </p:nvSpPr>
        <p:spPr>
          <a:xfrm>
            <a:off x="1508760" y="5349240"/>
            <a:ext cx="9875520" cy="777240"/>
          </a:xfrm>
          <a:prstGeom prst="rect">
            <a:avLst/>
          </a:prstGeom>
          <a:noFill/>
          <a:ln/>
        </p:spPr>
        <p:txBody>
          <a:bodyPr wrap="square" lIns="0" tIns="0" rIns="0" bIns="0" rtlCol="0" anchor="ctr"/>
          <a:lstStyle/>
          <a:p>
            <a:pPr indent="0" marL="0">
              <a:buNone/>
            </a:pPr>
            <a:r>
              <a:rPr lang="en-US" sz="1450" b="1" dirty="0">
                <a:solidFill>
                  <a:srgbClr val="00996C"/>
                </a:solidFill>
                <a:latin typeface="Malgun Gothic" pitchFamily="34" charset="0"/>
                <a:ea typeface="Malgun Gothic" pitchFamily="34" charset="-122"/>
                <a:cs typeface="Malgun Gothic" pitchFamily="34" charset="-120"/>
              </a:rPr>
              <a:t>사용자 결정 유지  </a:t>
            </a:r>
            <a:pPr indent="0" marL="0">
              <a:buNone/>
            </a:pPr>
            <a:r>
              <a:rPr lang="en-US" sz="1450" dirty="0">
                <a:solidFill>
                  <a:srgbClr val="0F1B2D"/>
                </a:solidFill>
                <a:latin typeface="Malgun Gothic" pitchFamily="34" charset="0"/>
                <a:ea typeface="Malgun Gothic" pitchFamily="34" charset="-122"/>
                <a:cs typeface="Malgun Gothic" pitchFamily="34" charset="-120"/>
              </a:rPr>
              <a:t>AI 의견은 참고 자료이며, 최종 프로그램 기획과 운영 판단은 담당자가 수행합니다.</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180015" y="6473952"/>
            <a:ext cx="1554480" cy="228600"/>
          </a:xfrm>
          <a:prstGeom prst="rect">
            <a:avLst/>
          </a:prstGeom>
          <a:noFill/>
          <a:ln/>
        </p:spPr>
        <p:txBody>
          <a:bodyPr wrap="square" lIns="0" tIns="0" rIns="0" bIns="0" rtlCol="0" anchor="t"/>
          <a:lstStyle/>
          <a:p>
            <a:pPr algn="r" indent="0" marL="0">
              <a:buNone/>
            </a:pPr>
            <a:r>
              <a:rPr lang="en-US" sz="900" b="1" dirty="0">
                <a:solidFill>
                  <a:srgbClr val="011F47"/>
                </a:solidFill>
                <a:latin typeface="Malgun Gothic" pitchFamily="34" charset="0"/>
                <a:ea typeface="Malgun Gothic" pitchFamily="34" charset="-122"/>
                <a:cs typeface="Malgun Gothic" pitchFamily="34" charset="-120"/>
              </a:rPr>
              <a:t>Hi스포링</a:t>
            </a:r>
            <a:pPr algn="r" indent="0" marL="0">
              <a:buNone/>
            </a:pPr>
            <a:r>
              <a:rPr lang="en-US" sz="900" dirty="0">
                <a:solidFill>
                  <a:srgbClr val="8A97A8"/>
                </a:solidFill>
                <a:latin typeface="Malgun Gothic" pitchFamily="34" charset="0"/>
                <a:ea typeface="Malgun Gothic" pitchFamily="34" charset="-122"/>
                <a:cs typeface="Malgun Gothic" pitchFamily="34" charset="-120"/>
              </a:rPr>
              <a:t>   08</a:t>
            </a:r>
            <a:endParaRPr lang="en-US" sz="900" dirty="0"/>
          </a:p>
        </p:txBody>
      </p:sp>
      <p:sp>
        <p:nvSpPr>
          <p:cNvPr id="3" name="Shape 1"/>
          <p:cNvSpPr/>
          <p:nvPr/>
        </p:nvSpPr>
        <p:spPr>
          <a:xfrm>
            <a:off x="548640" y="457200"/>
            <a:ext cx="1412748" cy="310896"/>
          </a:xfrm>
          <a:prstGeom prst="roundRect">
            <a:avLst>
              <a:gd name="adj" fmla="val 50000"/>
            </a:avLst>
          </a:prstGeom>
          <a:solidFill>
            <a:srgbClr val="E8EFFF"/>
          </a:solidFill>
          <a:ln/>
        </p:spPr>
      </p:sp>
      <p:sp>
        <p:nvSpPr>
          <p:cNvPr id="4" name="Text 2"/>
          <p:cNvSpPr txBox="1"/>
          <p:nvPr/>
        </p:nvSpPr>
        <p:spPr>
          <a:xfrm>
            <a:off x="548640" y="457200"/>
            <a:ext cx="1412748" cy="310896"/>
          </a:xfrm>
          <a:prstGeom prst="rect">
            <a:avLst/>
          </a:prstGeom>
          <a:noFill/>
          <a:ln/>
        </p:spPr>
        <p:txBody>
          <a:bodyPr wrap="square" lIns="0" tIns="0" rIns="0" bIns="0" rtlCol="0" anchor="ctr"/>
          <a:lstStyle/>
          <a:p>
            <a:pPr algn="ctr" indent="0" marL="0">
              <a:buNone/>
            </a:pPr>
            <a:r>
              <a:rPr lang="en-US" sz="1100" b="1" dirty="0">
                <a:solidFill>
                  <a:srgbClr val="0046F0"/>
                </a:solidFill>
                <a:latin typeface="Malgun Gothic" pitchFamily="34" charset="0"/>
                <a:ea typeface="Malgun Gothic" pitchFamily="34" charset="-122"/>
                <a:cs typeface="Malgun Gothic" pitchFamily="34" charset="-120"/>
              </a:rPr>
              <a:t>01 · 활용 데이터</a:t>
            </a:r>
            <a:endParaRPr lang="en-US" sz="1100" dirty="0"/>
          </a:p>
        </p:txBody>
      </p:sp>
      <p:sp>
        <p:nvSpPr>
          <p:cNvPr id="5" name="Text 3"/>
          <p:cNvSpPr txBox="1"/>
          <p:nvPr/>
        </p:nvSpPr>
        <p:spPr>
          <a:xfrm>
            <a:off x="548640" y="896112"/>
            <a:ext cx="11094415" cy="566928"/>
          </a:xfrm>
          <a:prstGeom prst="rect">
            <a:avLst/>
          </a:prstGeom>
          <a:noFill/>
          <a:ln/>
        </p:spPr>
        <p:txBody>
          <a:bodyPr wrap="square" lIns="0" tIns="0" rIns="0" bIns="0" rtlCol="0" anchor="t"/>
          <a:lstStyle/>
          <a:p>
            <a:pPr indent="0" marL="0">
              <a:buNone/>
            </a:pPr>
            <a:r>
              <a:rPr lang="en-US" sz="2800" b="1" dirty="0">
                <a:solidFill>
                  <a:srgbClr val="0F1B2D"/>
                </a:solidFill>
                <a:latin typeface="Malgun Gothic" pitchFamily="34" charset="0"/>
                <a:ea typeface="Malgun Gothic" pitchFamily="34" charset="-122"/>
                <a:cs typeface="Malgun Gothic" pitchFamily="34" charset="-120"/>
              </a:rPr>
              <a:t>데이터는 근거로, 해석은 신중하게</a:t>
            </a:r>
            <a:endParaRPr lang="en-US" sz="2800" dirty="0"/>
          </a:p>
        </p:txBody>
      </p:sp>
      <p:sp>
        <p:nvSpPr>
          <p:cNvPr id="6" name="Shape 4"/>
          <p:cNvSpPr/>
          <p:nvPr/>
        </p:nvSpPr>
        <p:spPr>
          <a:xfrm>
            <a:off x="548640" y="1737360"/>
            <a:ext cx="3017520" cy="1965960"/>
          </a:xfrm>
          <a:prstGeom prst="roundRect">
            <a:avLst>
              <a:gd name="adj" fmla="val 8372"/>
            </a:avLst>
          </a:prstGeom>
          <a:solidFill>
            <a:srgbClr val="011F47"/>
          </a:solidFill>
          <a:ln/>
        </p:spPr>
      </p:sp>
      <p:sp>
        <p:nvSpPr>
          <p:cNvPr id="7" name="Shape 5"/>
          <p:cNvSpPr/>
          <p:nvPr/>
        </p:nvSpPr>
        <p:spPr>
          <a:xfrm>
            <a:off x="822960" y="2011680"/>
            <a:ext cx="566928" cy="566928"/>
          </a:xfrm>
          <a:prstGeom prst="ellipse">
            <a:avLst>
              <a:gd name="adj" fmla="val 19355"/>
            </a:avLst>
          </a:prstGeom>
          <a:solidFill>
            <a:srgbClr val="00C98E"/>
          </a:solidFill>
          <a:ln/>
        </p:spPr>
      </p:sp>
      <p:pic>
        <p:nvPicPr>
          <p:cNvPr id="8" name="Image 0" descr="preencoded.png">    </p:cNvPr>
          <p:cNvPicPr>
            <a:picLocks noChangeAspect="1"/>
          </p:cNvPicPr>
          <p:nvPr/>
        </p:nvPicPr>
        <p:blipFill>
          <a:blip r:embed="rId1"/>
          <a:stretch>
            <a:fillRect/>
          </a:stretch>
        </p:blipFill>
        <p:spPr>
          <a:xfrm>
            <a:off x="970361" y="2159081"/>
            <a:ext cx="272125" cy="272125"/>
          </a:xfrm>
          <a:prstGeom prst="rect">
            <a:avLst/>
          </a:prstGeom>
        </p:spPr>
      </p:pic>
      <p:sp>
        <p:nvSpPr>
          <p:cNvPr id="9" name="Shape 6"/>
          <p:cNvSpPr/>
          <p:nvPr/>
        </p:nvSpPr>
        <p:spPr>
          <a:xfrm>
            <a:off x="2377440" y="2121408"/>
            <a:ext cx="769620" cy="274320"/>
          </a:xfrm>
          <a:prstGeom prst="roundRect">
            <a:avLst>
              <a:gd name="adj" fmla="val 50000"/>
            </a:avLst>
          </a:prstGeom>
          <a:solidFill>
            <a:srgbClr val="00C98E"/>
          </a:solidFill>
          <a:ln/>
        </p:spPr>
      </p:sp>
      <p:sp>
        <p:nvSpPr>
          <p:cNvPr id="10" name="Text 7"/>
          <p:cNvSpPr txBox="1"/>
          <p:nvPr/>
        </p:nvSpPr>
        <p:spPr>
          <a:xfrm>
            <a:off x="2377440" y="2121408"/>
            <a:ext cx="769620" cy="274320"/>
          </a:xfrm>
          <a:prstGeom prst="rect">
            <a:avLst/>
          </a:prstGeom>
          <a:noFill/>
          <a:ln/>
        </p:spPr>
        <p:txBody>
          <a:bodyPr wrap="square" lIns="0" tIns="0" rIns="0" bIns="0" rtlCol="0" anchor="ctr"/>
          <a:lstStyle/>
          <a:p>
            <a:pPr algn="ctr" indent="0" marL="0">
              <a:buNone/>
            </a:pPr>
            <a:r>
              <a:rPr lang="en-US" sz="1000" b="1" dirty="0">
                <a:solidFill>
                  <a:srgbClr val="011F47"/>
                </a:solidFill>
                <a:latin typeface="Malgun Gothic" pitchFamily="34" charset="0"/>
                <a:ea typeface="Malgun Gothic" pitchFamily="34" charset="-122"/>
                <a:cs typeface="Malgun Gothic" pitchFamily="34" charset="-120"/>
              </a:rPr>
              <a:t>핵심 근거</a:t>
            </a:r>
            <a:endParaRPr lang="en-US" sz="1000" dirty="0"/>
          </a:p>
        </p:txBody>
      </p:sp>
      <p:sp>
        <p:nvSpPr>
          <p:cNvPr id="11" name="Text 8"/>
          <p:cNvSpPr txBox="1"/>
          <p:nvPr/>
        </p:nvSpPr>
        <p:spPr>
          <a:xfrm>
            <a:off x="822960" y="2743200"/>
            <a:ext cx="2560320" cy="365760"/>
          </a:xfrm>
          <a:prstGeom prst="rect">
            <a:avLst/>
          </a:prstGeom>
          <a:noFill/>
          <a:ln/>
        </p:spPr>
        <p:txBody>
          <a:bodyPr wrap="square" lIns="0" tIns="0" rIns="0" bIns="0" rtlCol="0" anchor="t"/>
          <a:lstStyle/>
          <a:p>
            <a:pPr indent="0" marL="0">
              <a:buNone/>
            </a:pPr>
            <a:r>
              <a:rPr lang="en-US" sz="1450" b="1" dirty="0">
                <a:solidFill>
                  <a:srgbClr val="FFFFFF"/>
                </a:solidFill>
                <a:latin typeface="Malgun Gothic" pitchFamily="34" charset="0"/>
                <a:ea typeface="Malgun Gothic" pitchFamily="34" charset="-122"/>
                <a:cs typeface="Malgun Gothic" pitchFamily="34" charset="-120"/>
              </a:rPr>
              <a:t>스포츠강좌이용권 이용현황</a:t>
            </a:r>
            <a:endParaRPr lang="en-US" sz="1450" dirty="0"/>
          </a:p>
        </p:txBody>
      </p:sp>
      <p:sp>
        <p:nvSpPr>
          <p:cNvPr id="12" name="Text 9"/>
          <p:cNvSpPr txBox="1"/>
          <p:nvPr/>
        </p:nvSpPr>
        <p:spPr>
          <a:xfrm>
            <a:off x="822960" y="3108960"/>
            <a:ext cx="2560320" cy="457200"/>
          </a:xfrm>
          <a:prstGeom prst="rect">
            <a:avLst/>
          </a:prstGeom>
          <a:noFill/>
          <a:ln/>
        </p:spPr>
        <p:txBody>
          <a:bodyPr wrap="square" lIns="0" tIns="0" rIns="0" bIns="0" rtlCol="0" anchor="t"/>
          <a:lstStyle/>
          <a:p>
            <a:pPr indent="0" marL="0">
              <a:buNone/>
            </a:pPr>
            <a:r>
              <a:rPr lang="en-US" sz="1150" dirty="0">
                <a:solidFill>
                  <a:srgbClr val="B9C8E0"/>
                </a:solidFill>
                <a:latin typeface="Malgun Gothic" pitchFamily="34" charset="0"/>
                <a:ea typeface="Malgun Gothic" pitchFamily="34" charset="-122"/>
                <a:cs typeface="Malgun Gothic" pitchFamily="34" charset="-120"/>
              </a:rPr>
              <a:t>지역·종목 집계 · AI 분석의 통계 근거</a:t>
            </a:r>
            <a:endParaRPr lang="en-US" sz="1150" dirty="0"/>
          </a:p>
        </p:txBody>
      </p:sp>
      <p:sp>
        <p:nvSpPr>
          <p:cNvPr id="13" name="Shape 10"/>
          <p:cNvSpPr/>
          <p:nvPr/>
        </p:nvSpPr>
        <p:spPr>
          <a:xfrm>
            <a:off x="3840480" y="1737360"/>
            <a:ext cx="3017520" cy="1965960"/>
          </a:xfrm>
          <a:prstGeom prst="roundRect">
            <a:avLst>
              <a:gd name="adj" fmla="val 8372"/>
            </a:avLst>
          </a:prstGeom>
          <a:solidFill>
            <a:srgbClr val="F4F7FC"/>
          </a:solidFill>
          <a:ln/>
        </p:spPr>
      </p:sp>
      <p:sp>
        <p:nvSpPr>
          <p:cNvPr id="14" name="Shape 11"/>
          <p:cNvSpPr/>
          <p:nvPr/>
        </p:nvSpPr>
        <p:spPr>
          <a:xfrm>
            <a:off x="4114800" y="2011680"/>
            <a:ext cx="566928" cy="566928"/>
          </a:xfrm>
          <a:prstGeom prst="ellipse">
            <a:avLst>
              <a:gd name="adj" fmla="val 19355"/>
            </a:avLst>
          </a:prstGeom>
          <a:solidFill>
            <a:srgbClr val="FFFFFF"/>
          </a:solidFill>
          <a:ln/>
        </p:spPr>
      </p:sp>
      <p:pic>
        <p:nvPicPr>
          <p:cNvPr id="15" name="Image 1" descr="preencoded.png">    </p:cNvPr>
          <p:cNvPicPr>
            <a:picLocks noChangeAspect="1"/>
          </p:cNvPicPr>
          <p:nvPr/>
        </p:nvPicPr>
        <p:blipFill>
          <a:blip r:embed="rId2"/>
          <a:stretch>
            <a:fillRect/>
          </a:stretch>
        </p:blipFill>
        <p:spPr>
          <a:xfrm>
            <a:off x="4262201" y="2159081"/>
            <a:ext cx="272125" cy="272125"/>
          </a:xfrm>
          <a:prstGeom prst="rect">
            <a:avLst/>
          </a:prstGeom>
        </p:spPr>
      </p:pic>
      <p:sp>
        <p:nvSpPr>
          <p:cNvPr id="16" name="Text 12"/>
          <p:cNvSpPr txBox="1"/>
          <p:nvPr/>
        </p:nvSpPr>
        <p:spPr>
          <a:xfrm>
            <a:off x="4114800" y="2743200"/>
            <a:ext cx="2560320" cy="365760"/>
          </a:xfrm>
          <a:prstGeom prst="rect">
            <a:avLst/>
          </a:prstGeom>
          <a:noFill/>
          <a:ln/>
        </p:spPr>
        <p:txBody>
          <a:bodyPr wrap="square" lIns="0" tIns="0" rIns="0" bIns="0" rtlCol="0" anchor="t"/>
          <a:lstStyle/>
          <a:p>
            <a:pPr indent="0" marL="0">
              <a:buNone/>
            </a:pPr>
            <a:r>
              <a:rPr lang="en-US" sz="1450" b="1" dirty="0">
                <a:solidFill>
                  <a:srgbClr val="0F1B2D"/>
                </a:solidFill>
                <a:latin typeface="Malgun Gothic" pitchFamily="34" charset="0"/>
                <a:ea typeface="Malgun Gothic" pitchFamily="34" charset="-122"/>
                <a:cs typeface="Malgun Gothic" pitchFamily="34" charset="-120"/>
              </a:rPr>
              <a:t>공공체육시설 프로그램</a:t>
            </a:r>
            <a:endParaRPr lang="en-US" sz="1450" dirty="0"/>
          </a:p>
        </p:txBody>
      </p:sp>
      <p:sp>
        <p:nvSpPr>
          <p:cNvPr id="17" name="Text 13"/>
          <p:cNvSpPr txBox="1"/>
          <p:nvPr/>
        </p:nvSpPr>
        <p:spPr>
          <a:xfrm>
            <a:off x="4114800" y="3108960"/>
            <a:ext cx="2560320" cy="457200"/>
          </a:xfrm>
          <a:prstGeom prst="rect">
            <a:avLst/>
          </a:prstGeom>
          <a:noFill/>
          <a:ln/>
        </p:spPr>
        <p:txBody>
          <a:bodyPr wrap="square" lIns="0" tIns="0" rIns="0" bIns="0" rtlCol="0" anchor="t"/>
          <a:lstStyle/>
          <a:p>
            <a:pPr indent="0" marL="0">
              <a:buNone/>
            </a:pPr>
            <a:r>
              <a:rPr lang="en-US" sz="1150" dirty="0">
                <a:solidFill>
                  <a:srgbClr val="56657A"/>
                </a:solidFill>
                <a:latin typeface="Malgun Gothic" pitchFamily="34" charset="0"/>
                <a:ea typeface="Malgun Gothic" pitchFamily="34" charset="-122"/>
                <a:cs typeface="Malgun Gothic" pitchFamily="34" charset="-120"/>
              </a:rPr>
              <a:t>기존 강좌 검색·비교 · Excel 내보내기</a:t>
            </a:r>
            <a:endParaRPr lang="en-US" sz="1150" dirty="0"/>
          </a:p>
        </p:txBody>
      </p:sp>
      <p:sp>
        <p:nvSpPr>
          <p:cNvPr id="18" name="Shape 14"/>
          <p:cNvSpPr/>
          <p:nvPr/>
        </p:nvSpPr>
        <p:spPr>
          <a:xfrm>
            <a:off x="548640" y="3977640"/>
            <a:ext cx="3017520" cy="1965960"/>
          </a:xfrm>
          <a:prstGeom prst="roundRect">
            <a:avLst>
              <a:gd name="adj" fmla="val 8372"/>
            </a:avLst>
          </a:prstGeom>
          <a:solidFill>
            <a:srgbClr val="F4F7FC"/>
          </a:solidFill>
          <a:ln/>
        </p:spPr>
      </p:sp>
      <p:sp>
        <p:nvSpPr>
          <p:cNvPr id="19" name="Shape 15"/>
          <p:cNvSpPr/>
          <p:nvPr/>
        </p:nvSpPr>
        <p:spPr>
          <a:xfrm>
            <a:off x="822960" y="4251960"/>
            <a:ext cx="566928" cy="566928"/>
          </a:xfrm>
          <a:prstGeom prst="ellipse">
            <a:avLst>
              <a:gd name="adj" fmla="val 19355"/>
            </a:avLst>
          </a:prstGeom>
          <a:solidFill>
            <a:srgbClr val="FFFFFF"/>
          </a:solidFill>
          <a:ln/>
        </p:spPr>
      </p:sp>
      <p:pic>
        <p:nvPicPr>
          <p:cNvPr id="20" name="Image 2" descr="preencoded.png">    </p:cNvPr>
          <p:cNvPicPr>
            <a:picLocks noChangeAspect="1"/>
          </p:cNvPicPr>
          <p:nvPr/>
        </p:nvPicPr>
        <p:blipFill>
          <a:blip r:embed="rId3"/>
          <a:stretch>
            <a:fillRect/>
          </a:stretch>
        </p:blipFill>
        <p:spPr>
          <a:xfrm>
            <a:off x="970361" y="4399361"/>
            <a:ext cx="272125" cy="272125"/>
          </a:xfrm>
          <a:prstGeom prst="rect">
            <a:avLst/>
          </a:prstGeom>
        </p:spPr>
      </p:pic>
      <p:sp>
        <p:nvSpPr>
          <p:cNvPr id="21" name="Text 16"/>
          <p:cNvSpPr txBox="1"/>
          <p:nvPr/>
        </p:nvSpPr>
        <p:spPr>
          <a:xfrm>
            <a:off x="822960" y="4983480"/>
            <a:ext cx="2560320" cy="365760"/>
          </a:xfrm>
          <a:prstGeom prst="rect">
            <a:avLst/>
          </a:prstGeom>
          <a:noFill/>
          <a:ln/>
        </p:spPr>
        <p:txBody>
          <a:bodyPr wrap="square" lIns="0" tIns="0" rIns="0" bIns="0" rtlCol="0" anchor="t"/>
          <a:lstStyle/>
          <a:p>
            <a:pPr indent="0" marL="0">
              <a:buNone/>
            </a:pPr>
            <a:r>
              <a:rPr lang="en-US" sz="1450" b="1" dirty="0">
                <a:solidFill>
                  <a:srgbClr val="0F1B2D"/>
                </a:solidFill>
                <a:latin typeface="Malgun Gothic" pitchFamily="34" charset="0"/>
                <a:ea typeface="Malgun Gothic" pitchFamily="34" charset="-122"/>
                <a:cs typeface="Malgun Gothic" pitchFamily="34" charset="-120"/>
              </a:rPr>
              <a:t>체육시설 현황</a:t>
            </a:r>
            <a:endParaRPr lang="en-US" sz="1450" dirty="0"/>
          </a:p>
        </p:txBody>
      </p:sp>
      <p:sp>
        <p:nvSpPr>
          <p:cNvPr id="22" name="Text 17"/>
          <p:cNvSpPr txBox="1"/>
          <p:nvPr/>
        </p:nvSpPr>
        <p:spPr>
          <a:xfrm>
            <a:off x="822960" y="5349240"/>
            <a:ext cx="2560320" cy="457200"/>
          </a:xfrm>
          <a:prstGeom prst="rect">
            <a:avLst/>
          </a:prstGeom>
          <a:noFill/>
          <a:ln/>
        </p:spPr>
        <p:txBody>
          <a:bodyPr wrap="square" lIns="0" tIns="0" rIns="0" bIns="0" rtlCol="0" anchor="t"/>
          <a:lstStyle/>
          <a:p>
            <a:pPr indent="0" marL="0">
              <a:buNone/>
            </a:pPr>
            <a:r>
              <a:rPr lang="en-US" sz="1150" dirty="0">
                <a:solidFill>
                  <a:srgbClr val="56657A"/>
                </a:solidFill>
                <a:latin typeface="Malgun Gothic" pitchFamily="34" charset="0"/>
                <a:ea typeface="Malgun Gothic" pitchFamily="34" charset="-122"/>
                <a:cs typeface="Malgun Gothic" pitchFamily="34" charset="-120"/>
              </a:rPr>
              <a:t>시설 조회 · 정상운영 후보 선택</a:t>
            </a:r>
            <a:endParaRPr lang="en-US" sz="1150" dirty="0"/>
          </a:p>
        </p:txBody>
      </p:sp>
      <p:sp>
        <p:nvSpPr>
          <p:cNvPr id="23" name="Shape 18"/>
          <p:cNvSpPr/>
          <p:nvPr/>
        </p:nvSpPr>
        <p:spPr>
          <a:xfrm>
            <a:off x="3840480" y="3977640"/>
            <a:ext cx="3017520" cy="1965960"/>
          </a:xfrm>
          <a:prstGeom prst="roundRect">
            <a:avLst>
              <a:gd name="adj" fmla="val 8372"/>
            </a:avLst>
          </a:prstGeom>
          <a:solidFill>
            <a:srgbClr val="F4F7FC"/>
          </a:solidFill>
          <a:ln/>
        </p:spPr>
      </p:sp>
      <p:sp>
        <p:nvSpPr>
          <p:cNvPr id="24" name="Shape 19"/>
          <p:cNvSpPr/>
          <p:nvPr/>
        </p:nvSpPr>
        <p:spPr>
          <a:xfrm>
            <a:off x="4114800" y="4251960"/>
            <a:ext cx="566928" cy="566928"/>
          </a:xfrm>
          <a:prstGeom prst="ellipse">
            <a:avLst>
              <a:gd name="adj" fmla="val 19355"/>
            </a:avLst>
          </a:prstGeom>
          <a:solidFill>
            <a:srgbClr val="FFFFFF"/>
          </a:solidFill>
          <a:ln/>
        </p:spPr>
      </p:sp>
      <p:pic>
        <p:nvPicPr>
          <p:cNvPr id="25" name="Image 3" descr="preencoded.png">    </p:cNvPr>
          <p:cNvPicPr>
            <a:picLocks noChangeAspect="1"/>
          </p:cNvPicPr>
          <p:nvPr/>
        </p:nvPicPr>
        <p:blipFill>
          <a:blip r:embed="rId4"/>
          <a:stretch>
            <a:fillRect/>
          </a:stretch>
        </p:blipFill>
        <p:spPr>
          <a:xfrm>
            <a:off x="4262201" y="4399361"/>
            <a:ext cx="272125" cy="272125"/>
          </a:xfrm>
          <a:prstGeom prst="rect">
            <a:avLst/>
          </a:prstGeom>
        </p:spPr>
      </p:pic>
      <p:sp>
        <p:nvSpPr>
          <p:cNvPr id="26" name="Text 20"/>
          <p:cNvSpPr txBox="1"/>
          <p:nvPr/>
        </p:nvSpPr>
        <p:spPr>
          <a:xfrm>
            <a:off x="4114800" y="4983480"/>
            <a:ext cx="2560320" cy="365760"/>
          </a:xfrm>
          <a:prstGeom prst="rect">
            <a:avLst/>
          </a:prstGeom>
          <a:noFill/>
          <a:ln/>
        </p:spPr>
        <p:txBody>
          <a:bodyPr wrap="square" lIns="0" tIns="0" rIns="0" bIns="0" rtlCol="0" anchor="t"/>
          <a:lstStyle/>
          <a:p>
            <a:pPr indent="0" marL="0">
              <a:buNone/>
            </a:pPr>
            <a:r>
              <a:rPr lang="en-US" sz="1450" b="1" dirty="0">
                <a:solidFill>
                  <a:srgbClr val="0F1B2D"/>
                </a:solidFill>
                <a:latin typeface="Malgun Gothic" pitchFamily="34" charset="0"/>
                <a:ea typeface="Malgun Gothic" pitchFamily="34" charset="-122"/>
                <a:cs typeface="Malgun Gothic" pitchFamily="34" charset="-120"/>
              </a:rPr>
              <a:t>시설 인접 교통 정보</a:t>
            </a:r>
            <a:endParaRPr lang="en-US" sz="1450" dirty="0"/>
          </a:p>
        </p:txBody>
      </p:sp>
      <p:sp>
        <p:nvSpPr>
          <p:cNvPr id="27" name="Text 21"/>
          <p:cNvSpPr txBox="1"/>
          <p:nvPr/>
        </p:nvSpPr>
        <p:spPr>
          <a:xfrm>
            <a:off x="4114800" y="5349240"/>
            <a:ext cx="2560320" cy="457200"/>
          </a:xfrm>
          <a:prstGeom prst="rect">
            <a:avLst/>
          </a:prstGeom>
          <a:noFill/>
          <a:ln/>
        </p:spPr>
        <p:txBody>
          <a:bodyPr wrap="square" lIns="0" tIns="0" rIns="0" bIns="0" rtlCol="0" anchor="t"/>
          <a:lstStyle/>
          <a:p>
            <a:pPr indent="0" marL="0">
              <a:buNone/>
            </a:pPr>
            <a:r>
              <a:rPr lang="en-US" sz="1150" dirty="0">
                <a:solidFill>
                  <a:srgbClr val="56657A"/>
                </a:solidFill>
                <a:latin typeface="Malgun Gothic" pitchFamily="34" charset="0"/>
                <a:ea typeface="Malgun Gothic" pitchFamily="34" charset="-122"/>
                <a:cs typeface="Malgun Gothic" pitchFamily="34" charset="-120"/>
              </a:rPr>
              <a:t>선택 시설의 대중교통 연결 정보</a:t>
            </a:r>
            <a:endParaRPr lang="en-US" sz="1150" dirty="0"/>
          </a:p>
        </p:txBody>
      </p:sp>
      <p:sp>
        <p:nvSpPr>
          <p:cNvPr id="28" name="Text 22"/>
          <p:cNvSpPr txBox="1"/>
          <p:nvPr/>
        </p:nvSpPr>
        <p:spPr>
          <a:xfrm>
            <a:off x="7315200" y="1783080"/>
            <a:ext cx="4327855" cy="365760"/>
          </a:xfrm>
          <a:prstGeom prst="rect">
            <a:avLst/>
          </a:prstGeom>
          <a:noFill/>
          <a:ln/>
        </p:spPr>
        <p:txBody>
          <a:bodyPr wrap="square" lIns="0" tIns="0" rIns="0" bIns="0" rtlCol="0" anchor="t"/>
          <a:lstStyle/>
          <a:p>
            <a:pPr indent="0" marL="0">
              <a:buNone/>
            </a:pPr>
            <a:r>
              <a:rPr lang="en-US" sz="1700" b="1" dirty="0">
                <a:solidFill>
                  <a:srgbClr val="0F1B2D"/>
                </a:solidFill>
                <a:latin typeface="Malgun Gothic" pitchFamily="34" charset="0"/>
                <a:ea typeface="Malgun Gothic" pitchFamily="34" charset="-122"/>
                <a:cs typeface="Malgun Gothic" pitchFamily="34" charset="-120"/>
              </a:rPr>
              <a:t>데이터 활용 원칙</a:t>
            </a:r>
            <a:endParaRPr lang="en-US" sz="1700" dirty="0"/>
          </a:p>
        </p:txBody>
      </p:sp>
      <p:pic>
        <p:nvPicPr>
          <p:cNvPr id="29" name="Image 4" descr="preencoded.png">    </p:cNvPr>
          <p:cNvPicPr>
            <a:picLocks noChangeAspect="1"/>
          </p:cNvPicPr>
          <p:nvPr/>
        </p:nvPicPr>
        <p:blipFill>
          <a:blip r:embed="rId5"/>
          <a:stretch>
            <a:fillRect/>
          </a:stretch>
        </p:blipFill>
        <p:spPr>
          <a:xfrm>
            <a:off x="7315200" y="2313432"/>
            <a:ext cx="274320" cy="274320"/>
          </a:xfrm>
          <a:prstGeom prst="rect">
            <a:avLst/>
          </a:prstGeom>
        </p:spPr>
      </p:pic>
      <p:sp>
        <p:nvSpPr>
          <p:cNvPr id="30" name="Text 23"/>
          <p:cNvSpPr txBox="1"/>
          <p:nvPr/>
        </p:nvSpPr>
        <p:spPr>
          <a:xfrm>
            <a:off x="7726680" y="2286000"/>
            <a:ext cx="3916375" cy="329184"/>
          </a:xfrm>
          <a:prstGeom prst="rect">
            <a:avLst/>
          </a:prstGeom>
          <a:noFill/>
          <a:ln/>
        </p:spPr>
        <p:txBody>
          <a:bodyPr wrap="square" lIns="0" tIns="0" rIns="0" bIns="0" rtlCol="0" anchor="t"/>
          <a:lstStyle/>
          <a:p>
            <a:pPr indent="0" marL="0">
              <a:buNone/>
            </a:pPr>
            <a:r>
              <a:rPr lang="en-US" sz="1450" b="1" dirty="0">
                <a:solidFill>
                  <a:srgbClr val="0F1B2D"/>
                </a:solidFill>
                <a:latin typeface="Malgun Gothic" pitchFamily="34" charset="0"/>
                <a:ea typeface="Malgun Gothic" pitchFamily="34" charset="-122"/>
                <a:cs typeface="Malgun Gothic" pitchFamily="34" charset="-120"/>
              </a:rPr>
              <a:t>이용 실적은 수요를 가늠하는 기초 지표</a:t>
            </a:r>
            <a:endParaRPr lang="en-US" sz="1450" dirty="0"/>
          </a:p>
        </p:txBody>
      </p:sp>
      <p:sp>
        <p:nvSpPr>
          <p:cNvPr id="31" name="Text 24"/>
          <p:cNvSpPr txBox="1"/>
          <p:nvPr/>
        </p:nvSpPr>
        <p:spPr>
          <a:xfrm>
            <a:off x="7726680" y="2651760"/>
            <a:ext cx="3916375" cy="292608"/>
          </a:xfrm>
          <a:prstGeom prst="rect">
            <a:avLst/>
          </a:prstGeom>
          <a:noFill/>
          <a:ln/>
        </p:spPr>
        <p:txBody>
          <a:bodyPr wrap="square" lIns="0" tIns="0" rIns="0" bIns="0" rtlCol="0" anchor="t"/>
          <a:lstStyle/>
          <a:p>
            <a:pPr indent="0" marL="0">
              <a:buNone/>
            </a:pPr>
            <a:r>
              <a:rPr lang="en-US" sz="1200" dirty="0">
                <a:solidFill>
                  <a:srgbClr val="56657A"/>
                </a:solidFill>
                <a:latin typeface="Malgun Gothic" pitchFamily="34" charset="0"/>
                <a:ea typeface="Malgun Gothic" pitchFamily="34" charset="-122"/>
                <a:cs typeface="Malgun Gothic" pitchFamily="34" charset="-120"/>
              </a:rPr>
              <a:t>최신 수요나 잠재 수요를 직접 나타내지는 않음</a:t>
            </a:r>
            <a:endParaRPr lang="en-US" sz="1200" dirty="0"/>
          </a:p>
        </p:txBody>
      </p:sp>
      <p:pic>
        <p:nvPicPr>
          <p:cNvPr id="32" name="Image 5" descr="preencoded.png">    </p:cNvPr>
          <p:cNvPicPr>
            <a:picLocks noChangeAspect="1"/>
          </p:cNvPicPr>
          <p:nvPr/>
        </p:nvPicPr>
        <p:blipFill>
          <a:blip r:embed="rId6"/>
          <a:stretch>
            <a:fillRect/>
          </a:stretch>
        </p:blipFill>
        <p:spPr>
          <a:xfrm>
            <a:off x="7315200" y="3099816"/>
            <a:ext cx="274320" cy="274320"/>
          </a:xfrm>
          <a:prstGeom prst="rect">
            <a:avLst/>
          </a:prstGeom>
        </p:spPr>
      </p:pic>
      <p:sp>
        <p:nvSpPr>
          <p:cNvPr id="33" name="Text 25"/>
          <p:cNvSpPr txBox="1"/>
          <p:nvPr/>
        </p:nvSpPr>
        <p:spPr>
          <a:xfrm>
            <a:off x="7726680" y="3072384"/>
            <a:ext cx="3916375" cy="329184"/>
          </a:xfrm>
          <a:prstGeom prst="rect">
            <a:avLst/>
          </a:prstGeom>
          <a:noFill/>
          <a:ln/>
        </p:spPr>
        <p:txBody>
          <a:bodyPr wrap="square" lIns="0" tIns="0" rIns="0" bIns="0" rtlCol="0" anchor="t"/>
          <a:lstStyle/>
          <a:p>
            <a:pPr indent="0" marL="0">
              <a:buNone/>
            </a:pPr>
            <a:r>
              <a:rPr lang="en-US" sz="1450" b="1" dirty="0">
                <a:solidFill>
                  <a:srgbClr val="0F1B2D"/>
                </a:solidFill>
                <a:latin typeface="Malgun Gothic" pitchFamily="34" charset="0"/>
                <a:ea typeface="Malgun Gothic" pitchFamily="34" charset="-122"/>
                <a:cs typeface="Malgun Gothic" pitchFamily="34" charset="-120"/>
              </a:rPr>
              <a:t>실적이 낮은 지역도 설계 대상</a:t>
            </a:r>
            <a:endParaRPr lang="en-US" sz="1450" dirty="0"/>
          </a:p>
        </p:txBody>
      </p:sp>
      <p:sp>
        <p:nvSpPr>
          <p:cNvPr id="34" name="Text 26"/>
          <p:cNvSpPr txBox="1"/>
          <p:nvPr/>
        </p:nvSpPr>
        <p:spPr>
          <a:xfrm>
            <a:off x="7726680" y="3438144"/>
            <a:ext cx="3916375" cy="292608"/>
          </a:xfrm>
          <a:prstGeom prst="rect">
            <a:avLst/>
          </a:prstGeom>
          <a:noFill/>
          <a:ln/>
        </p:spPr>
        <p:txBody>
          <a:bodyPr wrap="square" lIns="0" tIns="0" rIns="0" bIns="0" rtlCol="0" anchor="t"/>
          <a:lstStyle/>
          <a:p>
            <a:pPr indent="0" marL="0">
              <a:buNone/>
            </a:pPr>
            <a:r>
              <a:rPr lang="en-US" sz="1200" dirty="0">
                <a:solidFill>
                  <a:srgbClr val="56657A"/>
                </a:solidFill>
                <a:latin typeface="Malgun Gothic" pitchFamily="34" charset="0"/>
                <a:ea typeface="Malgun Gothic" pitchFamily="34" charset="-122"/>
                <a:cs typeface="Malgun Gothic" pitchFamily="34" charset="-120"/>
              </a:rPr>
              <a:t>낮은 실적 ≠ 수요 부재, 참여 기회 확대 관점</a:t>
            </a:r>
            <a:endParaRPr lang="en-US" sz="1200" dirty="0"/>
          </a:p>
        </p:txBody>
      </p:sp>
      <p:pic>
        <p:nvPicPr>
          <p:cNvPr id="35" name="Image 6" descr="preencoded.png">    </p:cNvPr>
          <p:cNvPicPr>
            <a:picLocks noChangeAspect="1"/>
          </p:cNvPicPr>
          <p:nvPr/>
        </p:nvPicPr>
        <p:blipFill>
          <a:blip r:embed="rId7"/>
          <a:stretch>
            <a:fillRect/>
          </a:stretch>
        </p:blipFill>
        <p:spPr>
          <a:xfrm>
            <a:off x="7315200" y="3886200"/>
            <a:ext cx="274320" cy="274320"/>
          </a:xfrm>
          <a:prstGeom prst="rect">
            <a:avLst/>
          </a:prstGeom>
        </p:spPr>
      </p:pic>
      <p:sp>
        <p:nvSpPr>
          <p:cNvPr id="36" name="Text 27"/>
          <p:cNvSpPr txBox="1"/>
          <p:nvPr/>
        </p:nvSpPr>
        <p:spPr>
          <a:xfrm>
            <a:off x="7726680" y="3858768"/>
            <a:ext cx="3916375" cy="329184"/>
          </a:xfrm>
          <a:prstGeom prst="rect">
            <a:avLst/>
          </a:prstGeom>
          <a:noFill/>
          <a:ln/>
        </p:spPr>
        <p:txBody>
          <a:bodyPr wrap="square" lIns="0" tIns="0" rIns="0" bIns="0" rtlCol="0" anchor="t"/>
          <a:lstStyle/>
          <a:p>
            <a:pPr indent="0" marL="0">
              <a:buNone/>
            </a:pPr>
            <a:r>
              <a:rPr lang="en-US" sz="1450" b="1" dirty="0">
                <a:solidFill>
                  <a:srgbClr val="0F1B2D"/>
                </a:solidFill>
                <a:latin typeface="Malgun Gothic" pitchFamily="34" charset="0"/>
                <a:ea typeface="Malgun Gothic" pitchFamily="34" charset="-122"/>
                <a:cs typeface="Malgun Gothic" pitchFamily="34" charset="-120"/>
              </a:rPr>
              <a:t>미제공 값과 실제 0을 구분</a:t>
            </a:r>
            <a:endParaRPr lang="en-US" sz="1450" dirty="0"/>
          </a:p>
        </p:txBody>
      </p:sp>
      <p:sp>
        <p:nvSpPr>
          <p:cNvPr id="37" name="Text 28"/>
          <p:cNvSpPr txBox="1"/>
          <p:nvPr/>
        </p:nvSpPr>
        <p:spPr>
          <a:xfrm>
            <a:off x="7726680" y="4224528"/>
            <a:ext cx="3916375" cy="292608"/>
          </a:xfrm>
          <a:prstGeom prst="rect">
            <a:avLst/>
          </a:prstGeom>
          <a:noFill/>
          <a:ln/>
        </p:spPr>
        <p:txBody>
          <a:bodyPr wrap="square" lIns="0" tIns="0" rIns="0" bIns="0" rtlCol="0" anchor="t"/>
          <a:lstStyle/>
          <a:p>
            <a:pPr indent="0" marL="0">
              <a:buNone/>
            </a:pPr>
            <a:r>
              <a:rPr lang="en-US" sz="1200" dirty="0">
                <a:solidFill>
                  <a:srgbClr val="56657A"/>
                </a:solidFill>
                <a:latin typeface="Malgun Gothic" pitchFamily="34" charset="0"/>
                <a:ea typeface="Malgun Gothic" pitchFamily="34" charset="-122"/>
                <a:cs typeface="Malgun Gothic" pitchFamily="34" charset="-120"/>
              </a:rPr>
              <a:t>인구·예산·수용능력을 임의로 추정하지 않음</a:t>
            </a:r>
            <a:endParaRPr lang="en-US" sz="1200" dirty="0"/>
          </a:p>
        </p:txBody>
      </p:sp>
      <p:pic>
        <p:nvPicPr>
          <p:cNvPr id="38" name="Image 7" descr="preencoded.png">    </p:cNvPr>
          <p:cNvPicPr>
            <a:picLocks noChangeAspect="1"/>
          </p:cNvPicPr>
          <p:nvPr/>
        </p:nvPicPr>
        <p:blipFill>
          <a:blip r:embed="rId8"/>
          <a:stretch>
            <a:fillRect/>
          </a:stretch>
        </p:blipFill>
        <p:spPr>
          <a:xfrm>
            <a:off x="7315200" y="4672584"/>
            <a:ext cx="274320" cy="274320"/>
          </a:xfrm>
          <a:prstGeom prst="rect">
            <a:avLst/>
          </a:prstGeom>
        </p:spPr>
      </p:pic>
      <p:sp>
        <p:nvSpPr>
          <p:cNvPr id="39" name="Text 29"/>
          <p:cNvSpPr txBox="1"/>
          <p:nvPr/>
        </p:nvSpPr>
        <p:spPr>
          <a:xfrm>
            <a:off x="7726680" y="4645152"/>
            <a:ext cx="3916375" cy="329184"/>
          </a:xfrm>
          <a:prstGeom prst="rect">
            <a:avLst/>
          </a:prstGeom>
          <a:noFill/>
          <a:ln/>
        </p:spPr>
        <p:txBody>
          <a:bodyPr wrap="square" lIns="0" tIns="0" rIns="0" bIns="0" rtlCol="0" anchor="t"/>
          <a:lstStyle/>
          <a:p>
            <a:pPr indent="0" marL="0">
              <a:buNone/>
            </a:pPr>
            <a:r>
              <a:rPr lang="en-US" sz="1450" b="1" dirty="0">
                <a:solidFill>
                  <a:srgbClr val="0F1B2D"/>
                </a:solidFill>
                <a:latin typeface="Malgun Gothic" pitchFamily="34" charset="0"/>
                <a:ea typeface="Malgun Gothic" pitchFamily="34" charset="-122"/>
                <a:cs typeface="Malgun Gothic" pitchFamily="34" charset="-120"/>
              </a:rPr>
              <a:t>시설 수만으로 단정하지 않음</a:t>
            </a:r>
            <a:endParaRPr lang="en-US" sz="1450" dirty="0"/>
          </a:p>
        </p:txBody>
      </p:sp>
      <p:sp>
        <p:nvSpPr>
          <p:cNvPr id="40" name="Text 30"/>
          <p:cNvSpPr txBox="1"/>
          <p:nvPr/>
        </p:nvSpPr>
        <p:spPr>
          <a:xfrm>
            <a:off x="7726680" y="5010912"/>
            <a:ext cx="3916375" cy="292608"/>
          </a:xfrm>
          <a:prstGeom prst="rect">
            <a:avLst/>
          </a:prstGeom>
          <a:noFill/>
          <a:ln/>
        </p:spPr>
        <p:txBody>
          <a:bodyPr wrap="square" lIns="0" tIns="0" rIns="0" bIns="0" rtlCol="0" anchor="t"/>
          <a:lstStyle/>
          <a:p>
            <a:pPr indent="0" marL="0">
              <a:buNone/>
            </a:pPr>
            <a:r>
              <a:rPr lang="en-US" sz="1200" dirty="0">
                <a:solidFill>
                  <a:srgbClr val="56657A"/>
                </a:solidFill>
                <a:latin typeface="Malgun Gothic" pitchFamily="34" charset="0"/>
                <a:ea typeface="Malgun Gothic" pitchFamily="34" charset="-122"/>
                <a:cs typeface="Malgun Gothic" pitchFamily="34" charset="-120"/>
              </a:rPr>
              <a:t>공급 부족이나 성공 가능성을 판단하지 않음</a:t>
            </a:r>
            <a:endParaRPr lang="en-US" sz="1200" dirty="0"/>
          </a:p>
        </p:txBody>
      </p:sp>
      <p:pic>
        <p:nvPicPr>
          <p:cNvPr id="41" name="Image 8" descr="preencoded.png">    </p:cNvPr>
          <p:cNvPicPr>
            <a:picLocks noChangeAspect="1"/>
          </p:cNvPicPr>
          <p:nvPr/>
        </p:nvPicPr>
        <p:blipFill>
          <a:blip r:embed="rId9"/>
          <a:stretch>
            <a:fillRect/>
          </a:stretch>
        </p:blipFill>
        <p:spPr>
          <a:xfrm>
            <a:off x="7315200" y="5458968"/>
            <a:ext cx="274320" cy="274320"/>
          </a:xfrm>
          <a:prstGeom prst="rect">
            <a:avLst/>
          </a:prstGeom>
        </p:spPr>
      </p:pic>
      <p:sp>
        <p:nvSpPr>
          <p:cNvPr id="42" name="Text 31"/>
          <p:cNvSpPr txBox="1"/>
          <p:nvPr/>
        </p:nvSpPr>
        <p:spPr>
          <a:xfrm>
            <a:off x="7726680" y="5431536"/>
            <a:ext cx="3916375" cy="329184"/>
          </a:xfrm>
          <a:prstGeom prst="rect">
            <a:avLst/>
          </a:prstGeom>
          <a:noFill/>
          <a:ln/>
        </p:spPr>
        <p:txBody>
          <a:bodyPr wrap="square" lIns="0" tIns="0" rIns="0" bIns="0" rtlCol="0" anchor="t"/>
          <a:lstStyle/>
          <a:p>
            <a:pPr indent="0" marL="0">
              <a:buNone/>
            </a:pPr>
            <a:r>
              <a:rPr lang="en-US" sz="1450" b="1" dirty="0">
                <a:solidFill>
                  <a:srgbClr val="0F1B2D"/>
                </a:solidFill>
                <a:latin typeface="Malgun Gothic" pitchFamily="34" charset="0"/>
                <a:ea typeface="Malgun Gothic" pitchFamily="34" charset="-122"/>
                <a:cs typeface="Malgun Gothic" pitchFamily="34" charset="-120"/>
              </a:rPr>
              <a:t>서울 범위의 정제 데이터</a:t>
            </a:r>
            <a:endParaRPr lang="en-US" sz="1450" dirty="0"/>
          </a:p>
        </p:txBody>
      </p:sp>
      <p:sp>
        <p:nvSpPr>
          <p:cNvPr id="43" name="Text 32"/>
          <p:cNvSpPr txBox="1"/>
          <p:nvPr/>
        </p:nvSpPr>
        <p:spPr>
          <a:xfrm>
            <a:off x="7726680" y="5797296"/>
            <a:ext cx="3916375" cy="292608"/>
          </a:xfrm>
          <a:prstGeom prst="rect">
            <a:avLst/>
          </a:prstGeom>
          <a:noFill/>
          <a:ln/>
        </p:spPr>
        <p:txBody>
          <a:bodyPr wrap="square" lIns="0" tIns="0" rIns="0" bIns="0" rtlCol="0" anchor="t"/>
          <a:lstStyle/>
          <a:p>
            <a:pPr indent="0" marL="0">
              <a:buNone/>
            </a:pPr>
            <a:r>
              <a:rPr lang="en-US" sz="1200" dirty="0">
                <a:solidFill>
                  <a:srgbClr val="56657A"/>
                </a:solidFill>
                <a:latin typeface="Malgun Gothic" pitchFamily="34" charset="0"/>
                <a:ea typeface="Malgun Gothic" pitchFamily="34" charset="-122"/>
                <a:cs typeface="Malgun Gothic" pitchFamily="34" charset="-120"/>
              </a:rPr>
              <a:t>외부 최신 원본을 실시간 자동 수집하지 않음</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180015" y="6473952"/>
            <a:ext cx="1554480" cy="228600"/>
          </a:xfrm>
          <a:prstGeom prst="rect">
            <a:avLst/>
          </a:prstGeom>
          <a:noFill/>
          <a:ln/>
        </p:spPr>
        <p:txBody>
          <a:bodyPr wrap="square" lIns="0" tIns="0" rIns="0" bIns="0" rtlCol="0" anchor="t"/>
          <a:lstStyle/>
          <a:p>
            <a:pPr algn="r" indent="0" marL="0">
              <a:buNone/>
            </a:pPr>
            <a:r>
              <a:rPr lang="en-US" sz="900" b="1" dirty="0">
                <a:solidFill>
                  <a:srgbClr val="011F47"/>
                </a:solidFill>
                <a:latin typeface="Malgun Gothic" pitchFamily="34" charset="0"/>
                <a:ea typeface="Malgun Gothic" pitchFamily="34" charset="-122"/>
                <a:cs typeface="Malgun Gothic" pitchFamily="34" charset="-120"/>
              </a:rPr>
              <a:t>Hi스포링</a:t>
            </a:r>
            <a:pPr algn="r" indent="0" marL="0">
              <a:buNone/>
            </a:pPr>
            <a:r>
              <a:rPr lang="en-US" sz="900" dirty="0">
                <a:solidFill>
                  <a:srgbClr val="8A97A8"/>
                </a:solidFill>
                <a:latin typeface="Malgun Gothic" pitchFamily="34" charset="0"/>
                <a:ea typeface="Malgun Gothic" pitchFamily="34" charset="-122"/>
                <a:cs typeface="Malgun Gothic" pitchFamily="34" charset="-120"/>
              </a:rPr>
              <a:t>   09</a:t>
            </a:r>
            <a:endParaRPr lang="en-US" sz="900" dirty="0"/>
          </a:p>
        </p:txBody>
      </p:sp>
      <p:sp>
        <p:nvSpPr>
          <p:cNvPr id="3" name="Shape 1"/>
          <p:cNvSpPr/>
          <p:nvPr/>
        </p:nvSpPr>
        <p:spPr>
          <a:xfrm>
            <a:off x="548640" y="457200"/>
            <a:ext cx="1412748" cy="310896"/>
          </a:xfrm>
          <a:prstGeom prst="roundRect">
            <a:avLst>
              <a:gd name="adj" fmla="val 50000"/>
            </a:avLst>
          </a:prstGeom>
          <a:solidFill>
            <a:srgbClr val="E8EFFF"/>
          </a:solidFill>
          <a:ln/>
        </p:spPr>
      </p:sp>
      <p:sp>
        <p:nvSpPr>
          <p:cNvPr id="4" name="Text 2"/>
          <p:cNvSpPr txBox="1"/>
          <p:nvPr/>
        </p:nvSpPr>
        <p:spPr>
          <a:xfrm>
            <a:off x="548640" y="457200"/>
            <a:ext cx="1412748" cy="310896"/>
          </a:xfrm>
          <a:prstGeom prst="rect">
            <a:avLst/>
          </a:prstGeom>
          <a:noFill/>
          <a:ln/>
        </p:spPr>
        <p:txBody>
          <a:bodyPr wrap="square" lIns="0" tIns="0" rIns="0" bIns="0" rtlCol="0" anchor="ctr"/>
          <a:lstStyle/>
          <a:p>
            <a:pPr algn="ctr" indent="0" marL="0">
              <a:buNone/>
            </a:pPr>
            <a:r>
              <a:rPr lang="en-US" sz="1100" b="1" dirty="0">
                <a:solidFill>
                  <a:srgbClr val="0046F0"/>
                </a:solidFill>
                <a:latin typeface="Malgun Gothic" pitchFamily="34" charset="0"/>
                <a:ea typeface="Malgun Gothic" pitchFamily="34" charset="-122"/>
                <a:cs typeface="Malgun Gothic" pitchFamily="34" charset="-120"/>
              </a:rPr>
              <a:t>02 · 팀 &amp; 일정</a:t>
            </a:r>
            <a:endParaRPr lang="en-US" sz="1100" dirty="0"/>
          </a:p>
        </p:txBody>
      </p:sp>
      <p:sp>
        <p:nvSpPr>
          <p:cNvPr id="5" name="Text 3"/>
          <p:cNvSpPr txBox="1"/>
          <p:nvPr/>
        </p:nvSpPr>
        <p:spPr>
          <a:xfrm>
            <a:off x="548640" y="896112"/>
            <a:ext cx="11094415" cy="566928"/>
          </a:xfrm>
          <a:prstGeom prst="rect">
            <a:avLst/>
          </a:prstGeom>
          <a:noFill/>
          <a:ln/>
        </p:spPr>
        <p:txBody>
          <a:bodyPr wrap="square" lIns="0" tIns="0" rIns="0" bIns="0" rtlCol="0" anchor="t"/>
          <a:lstStyle/>
          <a:p>
            <a:pPr indent="0" marL="0">
              <a:buNone/>
            </a:pPr>
            <a:r>
              <a:rPr lang="en-US" sz="2800" b="1" dirty="0">
                <a:solidFill>
                  <a:srgbClr val="0F1B2D"/>
                </a:solidFill>
                <a:latin typeface="Malgun Gothic" pitchFamily="34" charset="0"/>
                <a:ea typeface="Malgun Gothic" pitchFamily="34" charset="-122"/>
                <a:cs typeface="Malgun Gothic" pitchFamily="34" charset="-120"/>
              </a:rPr>
              <a:t>3인, 7일 만에 기획부터 배포까지</a:t>
            </a:r>
            <a:endParaRPr lang="en-US" sz="2800" dirty="0"/>
          </a:p>
        </p:txBody>
      </p:sp>
      <p:sp>
        <p:nvSpPr>
          <p:cNvPr id="6" name="Shape 4"/>
          <p:cNvSpPr/>
          <p:nvPr/>
        </p:nvSpPr>
        <p:spPr>
          <a:xfrm>
            <a:off x="548640" y="1737360"/>
            <a:ext cx="2834640" cy="1280160"/>
          </a:xfrm>
          <a:prstGeom prst="roundRect">
            <a:avLst>
              <a:gd name="adj" fmla="val 12857"/>
            </a:avLst>
          </a:prstGeom>
          <a:solidFill>
            <a:srgbClr val="E8EFFF"/>
          </a:solidFill>
          <a:ln/>
        </p:spPr>
      </p:sp>
      <p:sp>
        <p:nvSpPr>
          <p:cNvPr id="7" name="Shape 5"/>
          <p:cNvSpPr/>
          <p:nvPr/>
        </p:nvSpPr>
        <p:spPr>
          <a:xfrm>
            <a:off x="777240" y="2057400"/>
            <a:ext cx="640080" cy="640080"/>
          </a:xfrm>
          <a:prstGeom prst="ellipse">
            <a:avLst>
              <a:gd name="adj" fmla="val 17143"/>
            </a:avLst>
          </a:prstGeom>
          <a:solidFill>
            <a:srgbClr val="0046F0"/>
          </a:solidFill>
          <a:ln/>
        </p:spPr>
      </p:sp>
      <p:pic>
        <p:nvPicPr>
          <p:cNvPr id="8" name="Image 0" descr="preencoded.png">    </p:cNvPr>
          <p:cNvPicPr>
            <a:picLocks noChangeAspect="1"/>
          </p:cNvPicPr>
          <p:nvPr/>
        </p:nvPicPr>
        <p:blipFill>
          <a:blip r:embed="rId1"/>
          <a:stretch>
            <a:fillRect/>
          </a:stretch>
        </p:blipFill>
        <p:spPr>
          <a:xfrm>
            <a:off x="943661" y="2223821"/>
            <a:ext cx="307238" cy="307238"/>
          </a:xfrm>
          <a:prstGeom prst="rect">
            <a:avLst/>
          </a:prstGeom>
        </p:spPr>
      </p:pic>
      <p:sp>
        <p:nvSpPr>
          <p:cNvPr id="9" name="Text 6"/>
          <p:cNvSpPr txBox="1"/>
          <p:nvPr/>
        </p:nvSpPr>
        <p:spPr>
          <a:xfrm>
            <a:off x="1600200" y="1920240"/>
            <a:ext cx="1737360" cy="347472"/>
          </a:xfrm>
          <a:prstGeom prst="rect">
            <a:avLst/>
          </a:prstGeom>
          <a:noFill/>
          <a:ln/>
        </p:spPr>
        <p:txBody>
          <a:bodyPr wrap="square" lIns="0" tIns="0" rIns="0" bIns="0" rtlCol="0" anchor="t"/>
          <a:lstStyle/>
          <a:p>
            <a:pPr indent="0" marL="0">
              <a:buNone/>
            </a:pPr>
            <a:r>
              <a:rPr lang="en-US" sz="1700" b="1" dirty="0">
                <a:solidFill>
                  <a:srgbClr val="0F1B2D"/>
                </a:solidFill>
                <a:latin typeface="Malgun Gothic" pitchFamily="34" charset="0"/>
                <a:ea typeface="Malgun Gothic" pitchFamily="34" charset="-122"/>
                <a:cs typeface="Malgun Gothic" pitchFamily="34" charset="-120"/>
              </a:rPr>
              <a:t>홍석환</a:t>
            </a:r>
            <a:pPr indent="0" marL="0">
              <a:buNone/>
            </a:pPr>
            <a:r>
              <a:rPr lang="en-US" sz="1100" dirty="0">
                <a:solidFill>
                  <a:srgbClr val="56657A"/>
                </a:solidFill>
                <a:latin typeface="Malgun Gothic" pitchFamily="34" charset="0"/>
                <a:ea typeface="Malgun Gothic" pitchFamily="34" charset="-122"/>
                <a:cs typeface="Malgun Gothic" pitchFamily="34" charset="-120"/>
              </a:rPr>
              <a:t>  팀장</a:t>
            </a:r>
            <a:endParaRPr lang="en-US" sz="1700" dirty="0"/>
          </a:p>
        </p:txBody>
      </p:sp>
      <p:sp>
        <p:nvSpPr>
          <p:cNvPr id="10" name="Text 7"/>
          <p:cNvSpPr txBox="1"/>
          <p:nvPr/>
        </p:nvSpPr>
        <p:spPr>
          <a:xfrm>
            <a:off x="1600200" y="2286000"/>
            <a:ext cx="1737360" cy="274320"/>
          </a:xfrm>
          <a:prstGeom prst="rect">
            <a:avLst/>
          </a:prstGeom>
          <a:noFill/>
          <a:ln/>
        </p:spPr>
        <p:txBody>
          <a:bodyPr wrap="square" lIns="0" tIns="0" rIns="0" bIns="0" rtlCol="0" anchor="t"/>
          <a:lstStyle/>
          <a:p>
            <a:pPr indent="0" marL="0">
              <a:buNone/>
            </a:pPr>
            <a:r>
              <a:rPr lang="en-US" sz="1100" dirty="0">
                <a:solidFill>
                  <a:srgbClr val="56657A"/>
                </a:solidFill>
                <a:latin typeface="Malgun Gothic" pitchFamily="34" charset="0"/>
                <a:ea typeface="Malgun Gothic" pitchFamily="34" charset="-122"/>
                <a:cs typeface="Malgun Gothic" pitchFamily="34" charset="-120"/>
              </a:rPr>
              <a:t>프로그램 설계 기능</a:t>
            </a:r>
            <a:endParaRPr lang="en-US" sz="1100" dirty="0"/>
          </a:p>
        </p:txBody>
      </p:sp>
      <p:sp>
        <p:nvSpPr>
          <p:cNvPr id="11" name="Text 8"/>
          <p:cNvSpPr txBox="1"/>
          <p:nvPr/>
        </p:nvSpPr>
        <p:spPr>
          <a:xfrm>
            <a:off x="1600200" y="2578608"/>
            <a:ext cx="1737360" cy="256032"/>
          </a:xfrm>
          <a:prstGeom prst="rect">
            <a:avLst/>
          </a:prstGeom>
          <a:noFill/>
          <a:ln/>
        </p:spPr>
        <p:txBody>
          <a:bodyPr wrap="square" lIns="0" tIns="0" rIns="0" bIns="0" rtlCol="0" anchor="t"/>
          <a:lstStyle/>
          <a:p>
            <a:pPr indent="0" marL="0">
              <a:buNone/>
            </a:pPr>
            <a:r>
              <a:rPr lang="en-US" sz="950" dirty="0">
                <a:solidFill>
                  <a:srgbClr val="0046F0"/>
                </a:solidFill>
                <a:latin typeface="Malgun Gothic" pitchFamily="34" charset="0"/>
                <a:ea typeface="Malgun Gothic" pitchFamily="34" charset="-122"/>
                <a:cs typeface="Malgun Gothic" pitchFamily="34" charset="-120"/>
              </a:rPr>
              <a:t>github.com/SeokHwanHong</a:t>
            </a:r>
            <a:endParaRPr lang="en-US" sz="950" dirty="0"/>
          </a:p>
        </p:txBody>
      </p:sp>
      <p:sp>
        <p:nvSpPr>
          <p:cNvPr id="12" name="Shape 9"/>
          <p:cNvSpPr/>
          <p:nvPr/>
        </p:nvSpPr>
        <p:spPr>
          <a:xfrm>
            <a:off x="548640" y="3218688"/>
            <a:ext cx="2834640" cy="1280160"/>
          </a:xfrm>
          <a:prstGeom prst="roundRect">
            <a:avLst>
              <a:gd name="adj" fmla="val 12857"/>
            </a:avLst>
          </a:prstGeom>
          <a:solidFill>
            <a:srgbClr val="E0F8EF"/>
          </a:solidFill>
          <a:ln/>
        </p:spPr>
      </p:sp>
      <p:sp>
        <p:nvSpPr>
          <p:cNvPr id="13" name="Shape 10"/>
          <p:cNvSpPr/>
          <p:nvPr/>
        </p:nvSpPr>
        <p:spPr>
          <a:xfrm>
            <a:off x="777240" y="3538728"/>
            <a:ext cx="640080" cy="640080"/>
          </a:xfrm>
          <a:prstGeom prst="ellipse">
            <a:avLst>
              <a:gd name="adj" fmla="val 17143"/>
            </a:avLst>
          </a:prstGeom>
          <a:solidFill>
            <a:srgbClr val="00996C"/>
          </a:solidFill>
          <a:ln/>
        </p:spPr>
      </p:sp>
      <p:pic>
        <p:nvPicPr>
          <p:cNvPr id="14" name="Image 1" descr="preencoded.png">    </p:cNvPr>
          <p:cNvPicPr>
            <a:picLocks noChangeAspect="1"/>
          </p:cNvPicPr>
          <p:nvPr/>
        </p:nvPicPr>
        <p:blipFill>
          <a:blip r:embed="rId2"/>
          <a:stretch>
            <a:fillRect/>
          </a:stretch>
        </p:blipFill>
        <p:spPr>
          <a:xfrm>
            <a:off x="943661" y="3705149"/>
            <a:ext cx="307238" cy="307238"/>
          </a:xfrm>
          <a:prstGeom prst="rect">
            <a:avLst/>
          </a:prstGeom>
        </p:spPr>
      </p:pic>
      <p:sp>
        <p:nvSpPr>
          <p:cNvPr id="15" name="Text 11"/>
          <p:cNvSpPr txBox="1"/>
          <p:nvPr/>
        </p:nvSpPr>
        <p:spPr>
          <a:xfrm>
            <a:off x="1600200" y="3401568"/>
            <a:ext cx="1737360" cy="347472"/>
          </a:xfrm>
          <a:prstGeom prst="rect">
            <a:avLst/>
          </a:prstGeom>
          <a:noFill/>
          <a:ln/>
        </p:spPr>
        <p:txBody>
          <a:bodyPr wrap="square" lIns="0" tIns="0" rIns="0" bIns="0" rtlCol="0" anchor="t"/>
          <a:lstStyle/>
          <a:p>
            <a:pPr indent="0" marL="0">
              <a:buNone/>
            </a:pPr>
            <a:r>
              <a:rPr lang="en-US" sz="1700" b="1" dirty="0">
                <a:solidFill>
                  <a:srgbClr val="0F1B2D"/>
                </a:solidFill>
                <a:latin typeface="Malgun Gothic" pitchFamily="34" charset="0"/>
                <a:ea typeface="Malgun Gothic" pitchFamily="34" charset="-122"/>
                <a:cs typeface="Malgun Gothic" pitchFamily="34" charset="-120"/>
              </a:rPr>
              <a:t>서정길</a:t>
            </a:r>
            <a:pPr indent="0" marL="0">
              <a:buNone/>
            </a:pPr>
            <a:r>
              <a:rPr lang="en-US" sz="1100" dirty="0">
                <a:solidFill>
                  <a:srgbClr val="56657A"/>
                </a:solidFill>
                <a:latin typeface="Malgun Gothic" pitchFamily="34" charset="0"/>
                <a:ea typeface="Malgun Gothic" pitchFamily="34" charset="-122"/>
                <a:cs typeface="Malgun Gothic" pitchFamily="34" charset="-120"/>
              </a:rPr>
              <a:t>  팀원</a:t>
            </a:r>
            <a:endParaRPr lang="en-US" sz="1700" dirty="0"/>
          </a:p>
        </p:txBody>
      </p:sp>
      <p:sp>
        <p:nvSpPr>
          <p:cNvPr id="16" name="Text 12"/>
          <p:cNvSpPr txBox="1"/>
          <p:nvPr/>
        </p:nvSpPr>
        <p:spPr>
          <a:xfrm>
            <a:off x="1600200" y="3767328"/>
            <a:ext cx="1737360" cy="274320"/>
          </a:xfrm>
          <a:prstGeom prst="rect">
            <a:avLst/>
          </a:prstGeom>
          <a:noFill/>
          <a:ln/>
        </p:spPr>
        <p:txBody>
          <a:bodyPr wrap="square" lIns="0" tIns="0" rIns="0" bIns="0" rtlCol="0" anchor="t"/>
          <a:lstStyle/>
          <a:p>
            <a:pPr indent="0" marL="0">
              <a:buNone/>
            </a:pPr>
            <a:r>
              <a:rPr lang="en-US" sz="1100" dirty="0">
                <a:solidFill>
                  <a:srgbClr val="56657A"/>
                </a:solidFill>
                <a:latin typeface="Malgun Gothic" pitchFamily="34" charset="0"/>
                <a:ea typeface="Malgun Gothic" pitchFamily="34" charset="-122"/>
                <a:cs typeface="Malgun Gothic" pitchFamily="34" charset="-120"/>
              </a:rPr>
              <a:t>시설 현황 · AI 연동 · 배포</a:t>
            </a:r>
            <a:endParaRPr lang="en-US" sz="1100" dirty="0"/>
          </a:p>
        </p:txBody>
      </p:sp>
      <p:sp>
        <p:nvSpPr>
          <p:cNvPr id="17" name="Text 13"/>
          <p:cNvSpPr txBox="1"/>
          <p:nvPr/>
        </p:nvSpPr>
        <p:spPr>
          <a:xfrm>
            <a:off x="1600200" y="4059936"/>
            <a:ext cx="1737360" cy="256032"/>
          </a:xfrm>
          <a:prstGeom prst="rect">
            <a:avLst/>
          </a:prstGeom>
          <a:noFill/>
          <a:ln/>
        </p:spPr>
        <p:txBody>
          <a:bodyPr wrap="square" lIns="0" tIns="0" rIns="0" bIns="0" rtlCol="0" anchor="t"/>
          <a:lstStyle/>
          <a:p>
            <a:pPr indent="0" marL="0">
              <a:buNone/>
            </a:pPr>
            <a:r>
              <a:rPr lang="en-US" sz="950" dirty="0">
                <a:solidFill>
                  <a:srgbClr val="00996C"/>
                </a:solidFill>
                <a:latin typeface="Malgun Gothic" pitchFamily="34" charset="0"/>
                <a:ea typeface="Malgun Gothic" pitchFamily="34" charset="-122"/>
                <a:cs typeface="Malgun Gothic" pitchFamily="34" charset="-120"/>
              </a:rPr>
              <a:t>github.com/kingdoms1212</a:t>
            </a:r>
            <a:endParaRPr lang="en-US" sz="950" dirty="0"/>
          </a:p>
        </p:txBody>
      </p:sp>
      <p:sp>
        <p:nvSpPr>
          <p:cNvPr id="18" name="Shape 14"/>
          <p:cNvSpPr/>
          <p:nvPr/>
        </p:nvSpPr>
        <p:spPr>
          <a:xfrm>
            <a:off x="548640" y="4700016"/>
            <a:ext cx="2834640" cy="1280160"/>
          </a:xfrm>
          <a:prstGeom prst="roundRect">
            <a:avLst>
              <a:gd name="adj" fmla="val 12857"/>
            </a:avLst>
          </a:prstGeom>
          <a:solidFill>
            <a:srgbClr val="EFEBFF"/>
          </a:solidFill>
          <a:ln/>
        </p:spPr>
      </p:sp>
      <p:sp>
        <p:nvSpPr>
          <p:cNvPr id="19" name="Shape 15"/>
          <p:cNvSpPr/>
          <p:nvPr/>
        </p:nvSpPr>
        <p:spPr>
          <a:xfrm>
            <a:off x="777240" y="5020056"/>
            <a:ext cx="640080" cy="640080"/>
          </a:xfrm>
          <a:prstGeom prst="ellipse">
            <a:avLst>
              <a:gd name="adj" fmla="val 17143"/>
            </a:avLst>
          </a:prstGeom>
          <a:solidFill>
            <a:srgbClr val="7A5AF0"/>
          </a:solidFill>
          <a:ln/>
        </p:spPr>
      </p:sp>
      <p:pic>
        <p:nvPicPr>
          <p:cNvPr id="20" name="Image 2" descr="preencoded.png">    </p:cNvPr>
          <p:cNvPicPr>
            <a:picLocks noChangeAspect="1"/>
          </p:cNvPicPr>
          <p:nvPr/>
        </p:nvPicPr>
        <p:blipFill>
          <a:blip r:embed="rId3"/>
          <a:stretch>
            <a:fillRect/>
          </a:stretch>
        </p:blipFill>
        <p:spPr>
          <a:xfrm>
            <a:off x="943661" y="5186477"/>
            <a:ext cx="307238" cy="307238"/>
          </a:xfrm>
          <a:prstGeom prst="rect">
            <a:avLst/>
          </a:prstGeom>
        </p:spPr>
      </p:pic>
      <p:sp>
        <p:nvSpPr>
          <p:cNvPr id="21" name="Text 16"/>
          <p:cNvSpPr txBox="1"/>
          <p:nvPr/>
        </p:nvSpPr>
        <p:spPr>
          <a:xfrm>
            <a:off x="1600200" y="4882896"/>
            <a:ext cx="1737360" cy="347472"/>
          </a:xfrm>
          <a:prstGeom prst="rect">
            <a:avLst/>
          </a:prstGeom>
          <a:noFill/>
          <a:ln/>
        </p:spPr>
        <p:txBody>
          <a:bodyPr wrap="square" lIns="0" tIns="0" rIns="0" bIns="0" rtlCol="0" anchor="t"/>
          <a:lstStyle/>
          <a:p>
            <a:pPr indent="0" marL="0">
              <a:buNone/>
            </a:pPr>
            <a:r>
              <a:rPr lang="en-US" sz="1700" b="1" dirty="0">
                <a:solidFill>
                  <a:srgbClr val="0F1B2D"/>
                </a:solidFill>
                <a:latin typeface="Malgun Gothic" pitchFamily="34" charset="0"/>
                <a:ea typeface="Malgun Gothic" pitchFamily="34" charset="-122"/>
                <a:cs typeface="Malgun Gothic" pitchFamily="34" charset="-120"/>
              </a:rPr>
              <a:t>설호현</a:t>
            </a:r>
            <a:pPr indent="0" marL="0">
              <a:buNone/>
            </a:pPr>
            <a:r>
              <a:rPr lang="en-US" sz="1100" dirty="0">
                <a:solidFill>
                  <a:srgbClr val="56657A"/>
                </a:solidFill>
                <a:latin typeface="Malgun Gothic" pitchFamily="34" charset="0"/>
                <a:ea typeface="Malgun Gothic" pitchFamily="34" charset="-122"/>
                <a:cs typeface="Malgun Gothic" pitchFamily="34" charset="-120"/>
              </a:rPr>
              <a:t>  팀원</a:t>
            </a:r>
            <a:endParaRPr lang="en-US" sz="1700" dirty="0"/>
          </a:p>
        </p:txBody>
      </p:sp>
      <p:sp>
        <p:nvSpPr>
          <p:cNvPr id="22" name="Text 17"/>
          <p:cNvSpPr txBox="1"/>
          <p:nvPr/>
        </p:nvSpPr>
        <p:spPr>
          <a:xfrm>
            <a:off x="1600200" y="5248656"/>
            <a:ext cx="1737360" cy="274320"/>
          </a:xfrm>
          <a:prstGeom prst="rect">
            <a:avLst/>
          </a:prstGeom>
          <a:noFill/>
          <a:ln/>
        </p:spPr>
        <p:txBody>
          <a:bodyPr wrap="square" lIns="0" tIns="0" rIns="0" bIns="0" rtlCol="0" anchor="t"/>
          <a:lstStyle/>
          <a:p>
            <a:pPr indent="0" marL="0">
              <a:buNone/>
            </a:pPr>
            <a:r>
              <a:rPr lang="en-US" sz="1100" dirty="0">
                <a:solidFill>
                  <a:srgbClr val="56657A"/>
                </a:solidFill>
                <a:latin typeface="Malgun Gothic" pitchFamily="34" charset="0"/>
                <a:ea typeface="Malgun Gothic" pitchFamily="34" charset="-122"/>
                <a:cs typeface="Malgun Gothic" pitchFamily="34" charset="-120"/>
              </a:rPr>
              <a:t>프로그램 현황 · CSV 정제</a:t>
            </a:r>
            <a:endParaRPr lang="en-US" sz="1100" dirty="0"/>
          </a:p>
        </p:txBody>
      </p:sp>
      <p:sp>
        <p:nvSpPr>
          <p:cNvPr id="23" name="Text 18"/>
          <p:cNvSpPr txBox="1"/>
          <p:nvPr/>
        </p:nvSpPr>
        <p:spPr>
          <a:xfrm>
            <a:off x="1600200" y="5541264"/>
            <a:ext cx="1737360" cy="256032"/>
          </a:xfrm>
          <a:prstGeom prst="rect">
            <a:avLst/>
          </a:prstGeom>
          <a:noFill/>
          <a:ln/>
        </p:spPr>
        <p:txBody>
          <a:bodyPr wrap="square" lIns="0" tIns="0" rIns="0" bIns="0" rtlCol="0" anchor="t"/>
          <a:lstStyle/>
          <a:p>
            <a:pPr indent="0" marL="0">
              <a:buNone/>
            </a:pPr>
            <a:r>
              <a:rPr lang="en-US" sz="950" dirty="0">
                <a:solidFill>
                  <a:srgbClr val="7A5AF0"/>
                </a:solidFill>
                <a:latin typeface="Malgun Gothic" pitchFamily="34" charset="0"/>
                <a:ea typeface="Malgun Gothic" pitchFamily="34" charset="-122"/>
                <a:cs typeface="Malgun Gothic" pitchFamily="34" charset="-120"/>
              </a:rPr>
              <a:t>github.com/seoloo</a:t>
            </a:r>
            <a:endParaRPr lang="en-US" sz="950" dirty="0"/>
          </a:p>
        </p:txBody>
      </p:sp>
      <p:sp>
        <p:nvSpPr>
          <p:cNvPr id="24" name="Shape 19"/>
          <p:cNvSpPr/>
          <p:nvPr/>
        </p:nvSpPr>
        <p:spPr>
          <a:xfrm>
            <a:off x="5623560" y="2057400"/>
            <a:ext cx="859928" cy="4151376"/>
          </a:xfrm>
          <a:prstGeom prst="rect">
            <a:avLst/>
          </a:prstGeom>
          <a:solidFill>
            <a:srgbClr val="F7F9FD"/>
          </a:solidFill>
          <a:ln/>
        </p:spPr>
      </p:sp>
      <p:sp>
        <p:nvSpPr>
          <p:cNvPr id="25" name="Text 20"/>
          <p:cNvSpPr txBox="1"/>
          <p:nvPr/>
        </p:nvSpPr>
        <p:spPr>
          <a:xfrm>
            <a:off x="5623560" y="1737360"/>
            <a:ext cx="859928" cy="274320"/>
          </a:xfrm>
          <a:prstGeom prst="rect">
            <a:avLst/>
          </a:prstGeom>
          <a:noFill/>
          <a:ln/>
        </p:spPr>
        <p:txBody>
          <a:bodyPr wrap="square" lIns="0" tIns="0" rIns="0" bIns="0" rtlCol="0" anchor="t"/>
          <a:lstStyle/>
          <a:p>
            <a:pPr algn="ctr" indent="0" marL="0">
              <a:buNone/>
            </a:pPr>
            <a:r>
              <a:rPr lang="en-US" sz="1000" dirty="0">
                <a:solidFill>
                  <a:srgbClr val="8A97A8"/>
                </a:solidFill>
                <a:latin typeface="Malgun Gothic" pitchFamily="34" charset="0"/>
                <a:ea typeface="Malgun Gothic" pitchFamily="34" charset="-122"/>
                <a:cs typeface="Malgun Gothic" pitchFamily="34" charset="-120"/>
              </a:rPr>
              <a:t>9/15</a:t>
            </a:r>
            <a:endParaRPr lang="en-US" sz="1000" dirty="0"/>
          </a:p>
        </p:txBody>
      </p:sp>
      <p:sp>
        <p:nvSpPr>
          <p:cNvPr id="26" name="Text 21"/>
          <p:cNvSpPr txBox="1"/>
          <p:nvPr/>
        </p:nvSpPr>
        <p:spPr>
          <a:xfrm>
            <a:off x="6483488" y="1737360"/>
            <a:ext cx="859928" cy="274320"/>
          </a:xfrm>
          <a:prstGeom prst="rect">
            <a:avLst/>
          </a:prstGeom>
          <a:noFill/>
          <a:ln/>
        </p:spPr>
        <p:txBody>
          <a:bodyPr wrap="square" lIns="0" tIns="0" rIns="0" bIns="0" rtlCol="0" anchor="t"/>
          <a:lstStyle/>
          <a:p>
            <a:pPr algn="ctr" indent="0" marL="0">
              <a:buNone/>
            </a:pPr>
            <a:r>
              <a:rPr lang="en-US" sz="1000" dirty="0">
                <a:solidFill>
                  <a:srgbClr val="8A97A8"/>
                </a:solidFill>
                <a:latin typeface="Malgun Gothic" pitchFamily="34" charset="0"/>
                <a:ea typeface="Malgun Gothic" pitchFamily="34" charset="-122"/>
                <a:cs typeface="Malgun Gothic" pitchFamily="34" charset="-120"/>
              </a:rPr>
              <a:t>9/16</a:t>
            </a:r>
            <a:endParaRPr lang="en-US" sz="1000" dirty="0"/>
          </a:p>
        </p:txBody>
      </p:sp>
      <p:sp>
        <p:nvSpPr>
          <p:cNvPr id="27" name="Shape 22"/>
          <p:cNvSpPr/>
          <p:nvPr/>
        </p:nvSpPr>
        <p:spPr>
          <a:xfrm>
            <a:off x="7343416" y="2057400"/>
            <a:ext cx="859928" cy="4151376"/>
          </a:xfrm>
          <a:prstGeom prst="rect">
            <a:avLst/>
          </a:prstGeom>
          <a:solidFill>
            <a:srgbClr val="F7F9FD"/>
          </a:solidFill>
          <a:ln/>
        </p:spPr>
      </p:sp>
      <p:sp>
        <p:nvSpPr>
          <p:cNvPr id="28" name="Text 23"/>
          <p:cNvSpPr txBox="1"/>
          <p:nvPr/>
        </p:nvSpPr>
        <p:spPr>
          <a:xfrm>
            <a:off x="7343416" y="1737360"/>
            <a:ext cx="859928" cy="274320"/>
          </a:xfrm>
          <a:prstGeom prst="rect">
            <a:avLst/>
          </a:prstGeom>
          <a:noFill/>
          <a:ln/>
        </p:spPr>
        <p:txBody>
          <a:bodyPr wrap="square" lIns="0" tIns="0" rIns="0" bIns="0" rtlCol="0" anchor="t"/>
          <a:lstStyle/>
          <a:p>
            <a:pPr algn="ctr" indent="0" marL="0">
              <a:buNone/>
            </a:pPr>
            <a:r>
              <a:rPr lang="en-US" sz="1000" dirty="0">
                <a:solidFill>
                  <a:srgbClr val="8A97A8"/>
                </a:solidFill>
                <a:latin typeface="Malgun Gothic" pitchFamily="34" charset="0"/>
                <a:ea typeface="Malgun Gothic" pitchFamily="34" charset="-122"/>
                <a:cs typeface="Malgun Gothic" pitchFamily="34" charset="-120"/>
              </a:rPr>
              <a:t>9/17</a:t>
            </a:r>
            <a:endParaRPr lang="en-US" sz="1000" dirty="0"/>
          </a:p>
        </p:txBody>
      </p:sp>
      <p:sp>
        <p:nvSpPr>
          <p:cNvPr id="29" name="Text 24"/>
          <p:cNvSpPr txBox="1"/>
          <p:nvPr/>
        </p:nvSpPr>
        <p:spPr>
          <a:xfrm>
            <a:off x="8203344" y="1737360"/>
            <a:ext cx="859928" cy="274320"/>
          </a:xfrm>
          <a:prstGeom prst="rect">
            <a:avLst/>
          </a:prstGeom>
          <a:noFill/>
          <a:ln/>
        </p:spPr>
        <p:txBody>
          <a:bodyPr wrap="square" lIns="0" tIns="0" rIns="0" bIns="0" rtlCol="0" anchor="t"/>
          <a:lstStyle/>
          <a:p>
            <a:pPr algn="ctr" indent="0" marL="0">
              <a:buNone/>
            </a:pPr>
            <a:r>
              <a:rPr lang="en-US" sz="1000" dirty="0">
                <a:solidFill>
                  <a:srgbClr val="8A97A8"/>
                </a:solidFill>
                <a:latin typeface="Malgun Gothic" pitchFamily="34" charset="0"/>
                <a:ea typeface="Malgun Gothic" pitchFamily="34" charset="-122"/>
                <a:cs typeface="Malgun Gothic" pitchFamily="34" charset="-120"/>
              </a:rPr>
              <a:t>9/18</a:t>
            </a:r>
            <a:endParaRPr lang="en-US" sz="1000" dirty="0"/>
          </a:p>
        </p:txBody>
      </p:sp>
      <p:sp>
        <p:nvSpPr>
          <p:cNvPr id="30" name="Shape 25"/>
          <p:cNvSpPr/>
          <p:nvPr/>
        </p:nvSpPr>
        <p:spPr>
          <a:xfrm>
            <a:off x="9063272" y="2057400"/>
            <a:ext cx="859928" cy="4151376"/>
          </a:xfrm>
          <a:prstGeom prst="rect">
            <a:avLst/>
          </a:prstGeom>
          <a:solidFill>
            <a:srgbClr val="F7F9FD"/>
          </a:solidFill>
          <a:ln/>
        </p:spPr>
      </p:sp>
      <p:sp>
        <p:nvSpPr>
          <p:cNvPr id="31" name="Text 26"/>
          <p:cNvSpPr txBox="1"/>
          <p:nvPr/>
        </p:nvSpPr>
        <p:spPr>
          <a:xfrm>
            <a:off x="9063272" y="1737360"/>
            <a:ext cx="859928" cy="274320"/>
          </a:xfrm>
          <a:prstGeom prst="rect">
            <a:avLst/>
          </a:prstGeom>
          <a:noFill/>
          <a:ln/>
        </p:spPr>
        <p:txBody>
          <a:bodyPr wrap="square" lIns="0" tIns="0" rIns="0" bIns="0" rtlCol="0" anchor="t"/>
          <a:lstStyle/>
          <a:p>
            <a:pPr algn="ctr" indent="0" marL="0">
              <a:buNone/>
            </a:pPr>
            <a:r>
              <a:rPr lang="en-US" sz="1000" dirty="0">
                <a:solidFill>
                  <a:srgbClr val="8A97A8"/>
                </a:solidFill>
                <a:latin typeface="Malgun Gothic" pitchFamily="34" charset="0"/>
                <a:ea typeface="Malgun Gothic" pitchFamily="34" charset="-122"/>
                <a:cs typeface="Malgun Gothic" pitchFamily="34" charset="-120"/>
              </a:rPr>
              <a:t>9/21</a:t>
            </a:r>
            <a:endParaRPr lang="en-US" sz="1000" dirty="0"/>
          </a:p>
        </p:txBody>
      </p:sp>
      <p:sp>
        <p:nvSpPr>
          <p:cNvPr id="32" name="Text 27"/>
          <p:cNvSpPr txBox="1"/>
          <p:nvPr/>
        </p:nvSpPr>
        <p:spPr>
          <a:xfrm>
            <a:off x="9923199" y="1737360"/>
            <a:ext cx="859928" cy="274320"/>
          </a:xfrm>
          <a:prstGeom prst="rect">
            <a:avLst/>
          </a:prstGeom>
          <a:noFill/>
          <a:ln/>
        </p:spPr>
        <p:txBody>
          <a:bodyPr wrap="square" lIns="0" tIns="0" rIns="0" bIns="0" rtlCol="0" anchor="t"/>
          <a:lstStyle/>
          <a:p>
            <a:pPr algn="ctr" indent="0" marL="0">
              <a:buNone/>
            </a:pPr>
            <a:r>
              <a:rPr lang="en-US" sz="1000" dirty="0">
                <a:solidFill>
                  <a:srgbClr val="8A97A8"/>
                </a:solidFill>
                <a:latin typeface="Malgun Gothic" pitchFamily="34" charset="0"/>
                <a:ea typeface="Malgun Gothic" pitchFamily="34" charset="-122"/>
                <a:cs typeface="Malgun Gothic" pitchFamily="34" charset="-120"/>
              </a:rPr>
              <a:t>9/22</a:t>
            </a:r>
            <a:endParaRPr lang="en-US" sz="1000" dirty="0"/>
          </a:p>
        </p:txBody>
      </p:sp>
      <p:sp>
        <p:nvSpPr>
          <p:cNvPr id="33" name="Shape 28"/>
          <p:cNvSpPr/>
          <p:nvPr/>
        </p:nvSpPr>
        <p:spPr>
          <a:xfrm>
            <a:off x="10783127" y="2057400"/>
            <a:ext cx="859928" cy="4151376"/>
          </a:xfrm>
          <a:prstGeom prst="rect">
            <a:avLst/>
          </a:prstGeom>
          <a:solidFill>
            <a:srgbClr val="F7F9FD"/>
          </a:solidFill>
          <a:ln/>
        </p:spPr>
      </p:sp>
      <p:sp>
        <p:nvSpPr>
          <p:cNvPr id="34" name="Text 29"/>
          <p:cNvSpPr txBox="1"/>
          <p:nvPr/>
        </p:nvSpPr>
        <p:spPr>
          <a:xfrm>
            <a:off x="10783127" y="1737360"/>
            <a:ext cx="859928" cy="274320"/>
          </a:xfrm>
          <a:prstGeom prst="rect">
            <a:avLst/>
          </a:prstGeom>
          <a:noFill/>
          <a:ln/>
        </p:spPr>
        <p:txBody>
          <a:bodyPr wrap="square" lIns="0" tIns="0" rIns="0" bIns="0" rtlCol="0" anchor="t"/>
          <a:lstStyle/>
          <a:p>
            <a:pPr algn="ctr" indent="0" marL="0">
              <a:buNone/>
            </a:pPr>
            <a:r>
              <a:rPr lang="en-US" sz="1000" dirty="0">
                <a:solidFill>
                  <a:srgbClr val="8A97A8"/>
                </a:solidFill>
                <a:latin typeface="Malgun Gothic" pitchFamily="34" charset="0"/>
                <a:ea typeface="Malgun Gothic" pitchFamily="34" charset="-122"/>
                <a:cs typeface="Malgun Gothic" pitchFamily="34" charset="-120"/>
              </a:rPr>
              <a:t>9/23</a:t>
            </a:r>
            <a:endParaRPr lang="en-US" sz="1000" dirty="0"/>
          </a:p>
        </p:txBody>
      </p:sp>
      <p:sp>
        <p:nvSpPr>
          <p:cNvPr id="35" name="Text 30"/>
          <p:cNvSpPr txBox="1"/>
          <p:nvPr/>
        </p:nvSpPr>
        <p:spPr>
          <a:xfrm>
            <a:off x="3749040" y="2121408"/>
            <a:ext cx="1783080" cy="283464"/>
          </a:xfrm>
          <a:prstGeom prst="rect">
            <a:avLst/>
          </a:prstGeom>
          <a:noFill/>
          <a:ln/>
        </p:spPr>
        <p:txBody>
          <a:bodyPr wrap="square" lIns="0" tIns="0" rIns="0" bIns="0" rtlCol="0" anchor="ctr"/>
          <a:lstStyle/>
          <a:p>
            <a:pPr indent="0" marL="0">
              <a:buNone/>
            </a:pPr>
            <a:r>
              <a:rPr lang="en-US" sz="1050" dirty="0">
                <a:solidFill>
                  <a:srgbClr val="0F1B2D"/>
                </a:solidFill>
                <a:latin typeface="Malgun Gothic" pitchFamily="34" charset="0"/>
                <a:ea typeface="Malgun Gothic" pitchFamily="34" charset="-122"/>
                <a:cs typeface="Malgun Gothic" pitchFamily="34" charset="-120"/>
              </a:rPr>
              <a:t>지역 현황 대시보드</a:t>
            </a:r>
            <a:endParaRPr lang="en-US" sz="1050" dirty="0"/>
          </a:p>
        </p:txBody>
      </p:sp>
      <p:sp>
        <p:nvSpPr>
          <p:cNvPr id="36" name="Shape 31"/>
          <p:cNvSpPr/>
          <p:nvPr/>
        </p:nvSpPr>
        <p:spPr>
          <a:xfrm>
            <a:off x="5660136" y="2167128"/>
            <a:ext cx="1646704" cy="192024"/>
          </a:xfrm>
          <a:prstGeom prst="roundRect">
            <a:avLst>
              <a:gd name="adj" fmla="val 47619"/>
            </a:avLst>
          </a:prstGeom>
          <a:solidFill>
            <a:srgbClr val="0046F0"/>
          </a:solidFill>
          <a:ln/>
        </p:spPr>
      </p:sp>
      <p:sp>
        <p:nvSpPr>
          <p:cNvPr id="37" name="Text 32"/>
          <p:cNvSpPr txBox="1"/>
          <p:nvPr/>
        </p:nvSpPr>
        <p:spPr>
          <a:xfrm>
            <a:off x="3749040" y="2459736"/>
            <a:ext cx="1783080" cy="283464"/>
          </a:xfrm>
          <a:prstGeom prst="rect">
            <a:avLst/>
          </a:prstGeom>
          <a:noFill/>
          <a:ln/>
        </p:spPr>
        <p:txBody>
          <a:bodyPr wrap="square" lIns="0" tIns="0" rIns="0" bIns="0" rtlCol="0" anchor="ctr"/>
          <a:lstStyle/>
          <a:p>
            <a:pPr indent="0" marL="0">
              <a:buNone/>
            </a:pPr>
            <a:r>
              <a:rPr lang="en-US" sz="1050" dirty="0">
                <a:solidFill>
                  <a:srgbClr val="0F1B2D"/>
                </a:solidFill>
                <a:latin typeface="Malgun Gothic" pitchFamily="34" charset="0"/>
                <a:ea typeface="Malgun Gothic" pitchFamily="34" charset="-122"/>
                <a:cs typeface="Malgun Gothic" pitchFamily="34" charset="-120"/>
              </a:rPr>
              <a:t>프로그램 설계 기능</a:t>
            </a:r>
            <a:endParaRPr lang="en-US" sz="1050" dirty="0"/>
          </a:p>
        </p:txBody>
      </p:sp>
      <p:sp>
        <p:nvSpPr>
          <p:cNvPr id="38" name="Shape 33"/>
          <p:cNvSpPr/>
          <p:nvPr/>
        </p:nvSpPr>
        <p:spPr>
          <a:xfrm>
            <a:off x="6520064" y="2505456"/>
            <a:ext cx="1646704" cy="192024"/>
          </a:xfrm>
          <a:prstGeom prst="roundRect">
            <a:avLst>
              <a:gd name="adj" fmla="val 47619"/>
            </a:avLst>
          </a:prstGeom>
          <a:solidFill>
            <a:srgbClr val="0046F0"/>
          </a:solidFill>
          <a:ln/>
        </p:spPr>
      </p:sp>
      <p:sp>
        <p:nvSpPr>
          <p:cNvPr id="39" name="Text 34"/>
          <p:cNvSpPr txBox="1"/>
          <p:nvPr/>
        </p:nvSpPr>
        <p:spPr>
          <a:xfrm>
            <a:off x="3749040" y="2798064"/>
            <a:ext cx="1783080" cy="283464"/>
          </a:xfrm>
          <a:prstGeom prst="rect">
            <a:avLst/>
          </a:prstGeom>
          <a:noFill/>
          <a:ln/>
        </p:spPr>
        <p:txBody>
          <a:bodyPr wrap="square" lIns="0" tIns="0" rIns="0" bIns="0" rtlCol="0" anchor="ctr"/>
          <a:lstStyle/>
          <a:p>
            <a:pPr indent="0" marL="0">
              <a:buNone/>
            </a:pPr>
            <a:r>
              <a:rPr lang="en-US" sz="1050" dirty="0">
                <a:solidFill>
                  <a:srgbClr val="0F1B2D"/>
                </a:solidFill>
                <a:latin typeface="Malgun Gothic" pitchFamily="34" charset="0"/>
                <a:ea typeface="Malgun Gothic" pitchFamily="34" charset="-122"/>
                <a:cs typeface="Malgun Gothic" pitchFamily="34" charset="-120"/>
              </a:rPr>
              <a:t>설계 예외처리 보완</a:t>
            </a:r>
            <a:endParaRPr lang="en-US" sz="1050" dirty="0"/>
          </a:p>
        </p:txBody>
      </p:sp>
      <p:sp>
        <p:nvSpPr>
          <p:cNvPr id="40" name="Shape 35"/>
          <p:cNvSpPr/>
          <p:nvPr/>
        </p:nvSpPr>
        <p:spPr>
          <a:xfrm>
            <a:off x="7379992" y="2843784"/>
            <a:ext cx="1646704" cy="192024"/>
          </a:xfrm>
          <a:prstGeom prst="roundRect">
            <a:avLst>
              <a:gd name="adj" fmla="val 47619"/>
            </a:avLst>
          </a:prstGeom>
          <a:solidFill>
            <a:srgbClr val="0046F0"/>
          </a:solidFill>
          <a:ln/>
        </p:spPr>
      </p:sp>
      <p:sp>
        <p:nvSpPr>
          <p:cNvPr id="41" name="Text 36"/>
          <p:cNvSpPr txBox="1"/>
          <p:nvPr/>
        </p:nvSpPr>
        <p:spPr>
          <a:xfrm>
            <a:off x="3749040" y="3136392"/>
            <a:ext cx="1783080" cy="283464"/>
          </a:xfrm>
          <a:prstGeom prst="rect">
            <a:avLst/>
          </a:prstGeom>
          <a:noFill/>
          <a:ln/>
        </p:spPr>
        <p:txBody>
          <a:bodyPr wrap="square" lIns="0" tIns="0" rIns="0" bIns="0" rtlCol="0" anchor="ctr"/>
          <a:lstStyle/>
          <a:p>
            <a:pPr indent="0" marL="0">
              <a:buNone/>
            </a:pPr>
            <a:r>
              <a:rPr lang="en-US" sz="1050" dirty="0">
                <a:solidFill>
                  <a:srgbClr val="0F1B2D"/>
                </a:solidFill>
                <a:latin typeface="Malgun Gothic" pitchFamily="34" charset="0"/>
                <a:ea typeface="Malgun Gothic" pitchFamily="34" charset="-122"/>
                <a:cs typeface="Malgun Gothic" pitchFamily="34" charset="-120"/>
              </a:rPr>
              <a:t>AI UI · 사용자 흐름</a:t>
            </a:r>
            <a:endParaRPr lang="en-US" sz="1050" dirty="0"/>
          </a:p>
        </p:txBody>
      </p:sp>
      <p:sp>
        <p:nvSpPr>
          <p:cNvPr id="42" name="Shape 37"/>
          <p:cNvSpPr/>
          <p:nvPr/>
        </p:nvSpPr>
        <p:spPr>
          <a:xfrm>
            <a:off x="9099848" y="3182112"/>
            <a:ext cx="2506632" cy="192024"/>
          </a:xfrm>
          <a:prstGeom prst="roundRect">
            <a:avLst>
              <a:gd name="adj" fmla="val 47619"/>
            </a:avLst>
          </a:prstGeom>
          <a:solidFill>
            <a:srgbClr val="0046F0"/>
          </a:solidFill>
          <a:ln/>
        </p:spPr>
      </p:sp>
      <p:sp>
        <p:nvSpPr>
          <p:cNvPr id="43" name="Text 38"/>
          <p:cNvSpPr txBox="1"/>
          <p:nvPr/>
        </p:nvSpPr>
        <p:spPr>
          <a:xfrm>
            <a:off x="3749040" y="3474720"/>
            <a:ext cx="1783080" cy="283464"/>
          </a:xfrm>
          <a:prstGeom prst="rect">
            <a:avLst/>
          </a:prstGeom>
          <a:noFill/>
          <a:ln/>
        </p:spPr>
        <p:txBody>
          <a:bodyPr wrap="square" lIns="0" tIns="0" rIns="0" bIns="0" rtlCol="0" anchor="ctr"/>
          <a:lstStyle/>
          <a:p>
            <a:pPr indent="0" marL="0">
              <a:buNone/>
            </a:pPr>
            <a:r>
              <a:rPr lang="en-US" sz="1050" dirty="0">
                <a:solidFill>
                  <a:srgbClr val="0F1B2D"/>
                </a:solidFill>
                <a:latin typeface="Malgun Gothic" pitchFamily="34" charset="0"/>
                <a:ea typeface="Malgun Gothic" pitchFamily="34" charset="-122"/>
                <a:cs typeface="Malgun Gothic" pitchFamily="34" charset="-120"/>
              </a:rPr>
              <a:t>시설 현황 조회</a:t>
            </a:r>
            <a:endParaRPr lang="en-US" sz="1050" dirty="0"/>
          </a:p>
        </p:txBody>
      </p:sp>
      <p:sp>
        <p:nvSpPr>
          <p:cNvPr id="44" name="Shape 39"/>
          <p:cNvSpPr/>
          <p:nvPr/>
        </p:nvSpPr>
        <p:spPr>
          <a:xfrm>
            <a:off x="5660136" y="3520440"/>
            <a:ext cx="1646704" cy="192024"/>
          </a:xfrm>
          <a:prstGeom prst="roundRect">
            <a:avLst>
              <a:gd name="adj" fmla="val 47619"/>
            </a:avLst>
          </a:prstGeom>
          <a:solidFill>
            <a:srgbClr val="00996C"/>
          </a:solidFill>
          <a:ln/>
        </p:spPr>
      </p:sp>
      <p:sp>
        <p:nvSpPr>
          <p:cNvPr id="45" name="Text 40"/>
          <p:cNvSpPr txBox="1"/>
          <p:nvPr/>
        </p:nvSpPr>
        <p:spPr>
          <a:xfrm>
            <a:off x="3749040" y="3813048"/>
            <a:ext cx="1783080" cy="283464"/>
          </a:xfrm>
          <a:prstGeom prst="rect">
            <a:avLst/>
          </a:prstGeom>
          <a:noFill/>
          <a:ln/>
        </p:spPr>
        <p:txBody>
          <a:bodyPr wrap="square" lIns="0" tIns="0" rIns="0" bIns="0" rtlCol="0" anchor="ctr"/>
          <a:lstStyle/>
          <a:p>
            <a:pPr indent="0" marL="0">
              <a:buNone/>
            </a:pPr>
            <a:r>
              <a:rPr lang="en-US" sz="1050" dirty="0">
                <a:solidFill>
                  <a:srgbClr val="0F1B2D"/>
                </a:solidFill>
                <a:latin typeface="Malgun Gothic" pitchFamily="34" charset="0"/>
                <a:ea typeface="Malgun Gothic" pitchFamily="34" charset="-122"/>
                <a:cs typeface="Malgun Gothic" pitchFamily="34" charset="-120"/>
              </a:rPr>
              <a:t>서비스 UI/UX 개선</a:t>
            </a:r>
            <a:endParaRPr lang="en-US" sz="1050" dirty="0"/>
          </a:p>
        </p:txBody>
      </p:sp>
      <p:sp>
        <p:nvSpPr>
          <p:cNvPr id="46" name="Shape 41"/>
          <p:cNvSpPr/>
          <p:nvPr/>
        </p:nvSpPr>
        <p:spPr>
          <a:xfrm>
            <a:off x="6520064" y="3858768"/>
            <a:ext cx="1646704" cy="192024"/>
          </a:xfrm>
          <a:prstGeom prst="roundRect">
            <a:avLst>
              <a:gd name="adj" fmla="val 47619"/>
            </a:avLst>
          </a:prstGeom>
          <a:solidFill>
            <a:srgbClr val="00996C"/>
          </a:solidFill>
          <a:ln/>
        </p:spPr>
      </p:sp>
      <p:sp>
        <p:nvSpPr>
          <p:cNvPr id="47" name="Text 42"/>
          <p:cNvSpPr txBox="1"/>
          <p:nvPr/>
        </p:nvSpPr>
        <p:spPr>
          <a:xfrm>
            <a:off x="3749040" y="4151376"/>
            <a:ext cx="1783080" cy="283464"/>
          </a:xfrm>
          <a:prstGeom prst="rect">
            <a:avLst/>
          </a:prstGeom>
          <a:noFill/>
          <a:ln/>
        </p:spPr>
        <p:txBody>
          <a:bodyPr wrap="square" lIns="0" tIns="0" rIns="0" bIns="0" rtlCol="0" anchor="ctr"/>
          <a:lstStyle/>
          <a:p>
            <a:pPr indent="0" marL="0">
              <a:buNone/>
            </a:pPr>
            <a:r>
              <a:rPr lang="en-US" sz="1050" dirty="0">
                <a:solidFill>
                  <a:srgbClr val="0F1B2D"/>
                </a:solidFill>
                <a:latin typeface="Malgun Gothic" pitchFamily="34" charset="0"/>
                <a:ea typeface="Malgun Gothic" pitchFamily="34" charset="-122"/>
                <a:cs typeface="Malgun Gothic" pitchFamily="34" charset="-120"/>
              </a:rPr>
              <a:t>Render 배포</a:t>
            </a:r>
            <a:endParaRPr lang="en-US" sz="1050" dirty="0"/>
          </a:p>
        </p:txBody>
      </p:sp>
      <p:sp>
        <p:nvSpPr>
          <p:cNvPr id="48" name="Shape 43"/>
          <p:cNvSpPr/>
          <p:nvPr/>
        </p:nvSpPr>
        <p:spPr>
          <a:xfrm>
            <a:off x="8239920" y="4197096"/>
            <a:ext cx="786776" cy="192024"/>
          </a:xfrm>
          <a:prstGeom prst="roundRect">
            <a:avLst>
              <a:gd name="adj" fmla="val 47619"/>
            </a:avLst>
          </a:prstGeom>
          <a:solidFill>
            <a:srgbClr val="00996C"/>
          </a:solidFill>
          <a:ln/>
        </p:spPr>
      </p:sp>
      <p:sp>
        <p:nvSpPr>
          <p:cNvPr id="49" name="Text 44"/>
          <p:cNvSpPr txBox="1"/>
          <p:nvPr/>
        </p:nvSpPr>
        <p:spPr>
          <a:xfrm>
            <a:off x="3749040" y="4489704"/>
            <a:ext cx="1783080" cy="283464"/>
          </a:xfrm>
          <a:prstGeom prst="rect">
            <a:avLst/>
          </a:prstGeom>
          <a:noFill/>
          <a:ln/>
        </p:spPr>
        <p:txBody>
          <a:bodyPr wrap="square" lIns="0" tIns="0" rIns="0" bIns="0" rtlCol="0" anchor="ctr"/>
          <a:lstStyle/>
          <a:p>
            <a:pPr indent="0" marL="0">
              <a:buNone/>
            </a:pPr>
            <a:r>
              <a:rPr lang="en-US" sz="1050" dirty="0">
                <a:solidFill>
                  <a:srgbClr val="0F1B2D"/>
                </a:solidFill>
                <a:latin typeface="Malgun Gothic" pitchFamily="34" charset="0"/>
                <a:ea typeface="Malgun Gothic" pitchFamily="34" charset="-122"/>
                <a:cs typeface="Malgun Gothic" pitchFamily="34" charset="-120"/>
              </a:rPr>
              <a:t>Gemini AI 연동</a:t>
            </a:r>
            <a:endParaRPr lang="en-US" sz="1050" dirty="0"/>
          </a:p>
        </p:txBody>
      </p:sp>
      <p:sp>
        <p:nvSpPr>
          <p:cNvPr id="50" name="Shape 45"/>
          <p:cNvSpPr/>
          <p:nvPr/>
        </p:nvSpPr>
        <p:spPr>
          <a:xfrm>
            <a:off x="9959775" y="4535424"/>
            <a:ext cx="1646704" cy="192024"/>
          </a:xfrm>
          <a:prstGeom prst="roundRect">
            <a:avLst>
              <a:gd name="adj" fmla="val 47619"/>
            </a:avLst>
          </a:prstGeom>
          <a:solidFill>
            <a:srgbClr val="00996C"/>
          </a:solidFill>
          <a:ln/>
        </p:spPr>
      </p:sp>
      <p:sp>
        <p:nvSpPr>
          <p:cNvPr id="51" name="Text 46"/>
          <p:cNvSpPr txBox="1"/>
          <p:nvPr/>
        </p:nvSpPr>
        <p:spPr>
          <a:xfrm>
            <a:off x="3749040" y="4828032"/>
            <a:ext cx="1783080" cy="283464"/>
          </a:xfrm>
          <a:prstGeom prst="rect">
            <a:avLst/>
          </a:prstGeom>
          <a:noFill/>
          <a:ln/>
        </p:spPr>
        <p:txBody>
          <a:bodyPr wrap="square" lIns="0" tIns="0" rIns="0" bIns="0" rtlCol="0" anchor="ctr"/>
          <a:lstStyle/>
          <a:p>
            <a:pPr indent="0" marL="0">
              <a:buNone/>
            </a:pPr>
            <a:r>
              <a:rPr lang="en-US" sz="1050" dirty="0">
                <a:solidFill>
                  <a:srgbClr val="0F1B2D"/>
                </a:solidFill>
                <a:latin typeface="Malgun Gothic" pitchFamily="34" charset="0"/>
                <a:ea typeface="Malgun Gothic" pitchFamily="34" charset="-122"/>
                <a:cs typeface="Malgun Gothic" pitchFamily="34" charset="-120"/>
              </a:rPr>
              <a:t>프로그램 현황 조회</a:t>
            </a:r>
            <a:endParaRPr lang="en-US" sz="1050" dirty="0"/>
          </a:p>
        </p:txBody>
      </p:sp>
      <p:sp>
        <p:nvSpPr>
          <p:cNvPr id="52" name="Shape 47"/>
          <p:cNvSpPr/>
          <p:nvPr/>
        </p:nvSpPr>
        <p:spPr>
          <a:xfrm>
            <a:off x="5660136" y="4873752"/>
            <a:ext cx="2506632" cy="192024"/>
          </a:xfrm>
          <a:prstGeom prst="roundRect">
            <a:avLst>
              <a:gd name="adj" fmla="val 47619"/>
            </a:avLst>
          </a:prstGeom>
          <a:solidFill>
            <a:srgbClr val="7A5AF0"/>
          </a:solidFill>
          <a:ln/>
        </p:spPr>
      </p:sp>
      <p:sp>
        <p:nvSpPr>
          <p:cNvPr id="53" name="Text 48"/>
          <p:cNvSpPr txBox="1"/>
          <p:nvPr/>
        </p:nvSpPr>
        <p:spPr>
          <a:xfrm>
            <a:off x="3749040" y="5166360"/>
            <a:ext cx="1783080" cy="283464"/>
          </a:xfrm>
          <a:prstGeom prst="rect">
            <a:avLst/>
          </a:prstGeom>
          <a:noFill/>
          <a:ln/>
        </p:spPr>
        <p:txBody>
          <a:bodyPr wrap="square" lIns="0" tIns="0" rIns="0" bIns="0" rtlCol="0" anchor="ctr"/>
          <a:lstStyle/>
          <a:p>
            <a:pPr indent="0" marL="0">
              <a:buNone/>
            </a:pPr>
            <a:r>
              <a:rPr lang="en-US" sz="1050" dirty="0">
                <a:solidFill>
                  <a:srgbClr val="0F1B2D"/>
                </a:solidFill>
                <a:latin typeface="Malgun Gothic" pitchFamily="34" charset="0"/>
                <a:ea typeface="Malgun Gothic" pitchFamily="34" charset="-122"/>
                <a:cs typeface="Malgun Gothic" pitchFamily="34" charset="-120"/>
              </a:rPr>
              <a:t>CSV 처리 모듈</a:t>
            </a:r>
            <a:endParaRPr lang="en-US" sz="1050" dirty="0"/>
          </a:p>
        </p:txBody>
      </p:sp>
      <p:sp>
        <p:nvSpPr>
          <p:cNvPr id="54" name="Shape 49"/>
          <p:cNvSpPr/>
          <p:nvPr/>
        </p:nvSpPr>
        <p:spPr>
          <a:xfrm>
            <a:off x="7379992" y="5212080"/>
            <a:ext cx="1646704" cy="192024"/>
          </a:xfrm>
          <a:prstGeom prst="roundRect">
            <a:avLst>
              <a:gd name="adj" fmla="val 47619"/>
            </a:avLst>
          </a:prstGeom>
          <a:solidFill>
            <a:srgbClr val="7A5AF0"/>
          </a:solidFill>
          <a:ln/>
        </p:spPr>
      </p:sp>
      <p:sp>
        <p:nvSpPr>
          <p:cNvPr id="55" name="Text 50"/>
          <p:cNvSpPr txBox="1"/>
          <p:nvPr/>
        </p:nvSpPr>
        <p:spPr>
          <a:xfrm>
            <a:off x="3749040" y="5504688"/>
            <a:ext cx="1783080" cy="283464"/>
          </a:xfrm>
          <a:prstGeom prst="rect">
            <a:avLst/>
          </a:prstGeom>
          <a:noFill/>
          <a:ln/>
        </p:spPr>
        <p:txBody>
          <a:bodyPr wrap="square" lIns="0" tIns="0" rIns="0" bIns="0" rtlCol="0" anchor="ctr"/>
          <a:lstStyle/>
          <a:p>
            <a:pPr indent="0" marL="0">
              <a:buNone/>
            </a:pPr>
            <a:r>
              <a:rPr lang="en-US" sz="1050" dirty="0">
                <a:solidFill>
                  <a:srgbClr val="0F1B2D"/>
                </a:solidFill>
                <a:latin typeface="Malgun Gothic" pitchFamily="34" charset="0"/>
                <a:ea typeface="Malgun Gothic" pitchFamily="34" charset="-122"/>
                <a:cs typeface="Malgun Gothic" pitchFamily="34" charset="-120"/>
              </a:rPr>
              <a:t>CSV 수동 모듈 연동</a:t>
            </a:r>
            <a:endParaRPr lang="en-US" sz="1050" dirty="0"/>
          </a:p>
        </p:txBody>
      </p:sp>
      <p:sp>
        <p:nvSpPr>
          <p:cNvPr id="56" name="Shape 51"/>
          <p:cNvSpPr/>
          <p:nvPr/>
        </p:nvSpPr>
        <p:spPr>
          <a:xfrm>
            <a:off x="9099848" y="5550408"/>
            <a:ext cx="786776" cy="192024"/>
          </a:xfrm>
          <a:prstGeom prst="roundRect">
            <a:avLst>
              <a:gd name="adj" fmla="val 47619"/>
            </a:avLst>
          </a:prstGeom>
          <a:solidFill>
            <a:srgbClr val="7A5AF0"/>
          </a:solidFill>
          <a:ln/>
        </p:spPr>
      </p:sp>
      <p:sp>
        <p:nvSpPr>
          <p:cNvPr id="57" name="Text 52"/>
          <p:cNvSpPr txBox="1"/>
          <p:nvPr/>
        </p:nvSpPr>
        <p:spPr>
          <a:xfrm>
            <a:off x="3749040" y="5843016"/>
            <a:ext cx="1783080" cy="283464"/>
          </a:xfrm>
          <a:prstGeom prst="rect">
            <a:avLst/>
          </a:prstGeom>
          <a:noFill/>
          <a:ln/>
        </p:spPr>
        <p:txBody>
          <a:bodyPr wrap="square" lIns="0" tIns="0" rIns="0" bIns="0" rtlCol="0" anchor="ctr"/>
          <a:lstStyle/>
          <a:p>
            <a:pPr indent="0" marL="0">
              <a:buNone/>
            </a:pPr>
            <a:r>
              <a:rPr lang="en-US" sz="1050" dirty="0">
                <a:solidFill>
                  <a:srgbClr val="0F1B2D"/>
                </a:solidFill>
                <a:latin typeface="Malgun Gothic" pitchFamily="34" charset="0"/>
                <a:ea typeface="Malgun Gothic" pitchFamily="34" charset="-122"/>
                <a:cs typeface="Malgun Gothic" pitchFamily="34" charset="-120"/>
              </a:rPr>
              <a:t>CSV 예외처리 보완</a:t>
            </a:r>
            <a:endParaRPr lang="en-US" sz="1050" dirty="0"/>
          </a:p>
        </p:txBody>
      </p:sp>
      <p:sp>
        <p:nvSpPr>
          <p:cNvPr id="58" name="Shape 53"/>
          <p:cNvSpPr/>
          <p:nvPr/>
        </p:nvSpPr>
        <p:spPr>
          <a:xfrm>
            <a:off x="9959775" y="5888736"/>
            <a:ext cx="1646704" cy="192024"/>
          </a:xfrm>
          <a:prstGeom prst="roundRect">
            <a:avLst>
              <a:gd name="adj" fmla="val 47619"/>
            </a:avLst>
          </a:prstGeom>
          <a:solidFill>
            <a:srgbClr val="7A5AF0"/>
          </a:solidFill>
          <a:ln/>
        </p:spPr>
      </p:sp>
      <p:sp>
        <p:nvSpPr>
          <p:cNvPr id="59" name="Text 54"/>
          <p:cNvSpPr txBox="1"/>
          <p:nvPr/>
        </p:nvSpPr>
        <p:spPr>
          <a:xfrm>
            <a:off x="3749040" y="6391656"/>
            <a:ext cx="7315200" cy="274320"/>
          </a:xfrm>
          <a:prstGeom prst="rect">
            <a:avLst/>
          </a:prstGeom>
          <a:noFill/>
          <a:ln/>
        </p:spPr>
        <p:txBody>
          <a:bodyPr wrap="square" lIns="0" tIns="0" rIns="0" bIns="0" rtlCol="0" anchor="t"/>
          <a:lstStyle/>
          <a:p>
            <a:pPr indent="0" marL="0">
              <a:buNone/>
            </a:pPr>
            <a:r>
              <a:rPr lang="en-US" sz="1050" dirty="0">
                <a:solidFill>
                  <a:srgbClr val="8A97A8"/>
                </a:solidFill>
                <a:latin typeface="Malgun Gothic" pitchFamily="34" charset="0"/>
                <a:ea typeface="Malgun Gothic" pitchFamily="34" charset="-122"/>
                <a:cs typeface="Malgun Gothic" pitchFamily="34" charset="-120"/>
              </a:rPr>
              <a:t>※ 작업 코드 기준 WBS 요약   </a:t>
            </a:r>
            <a:pPr indent="0" marL="0">
              <a:buNone/>
            </a:pPr>
            <a:r>
              <a:rPr lang="en-US" sz="1050" b="1" dirty="0">
                <a:solidFill>
                  <a:srgbClr val="E03131"/>
                </a:solidFill>
                <a:latin typeface="Malgun Gothic" pitchFamily="34" charset="0"/>
                <a:ea typeface="Malgun Gothic" pitchFamily="34" charset="-122"/>
                <a:cs typeface="Malgun Gothic" pitchFamily="34" charset="-120"/>
              </a:rPr>
              <a:t>* 토 · 일 제외</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180015" y="6473952"/>
            <a:ext cx="1554480" cy="228600"/>
          </a:xfrm>
          <a:prstGeom prst="rect">
            <a:avLst/>
          </a:prstGeom>
          <a:noFill/>
          <a:ln/>
        </p:spPr>
        <p:txBody>
          <a:bodyPr wrap="square" lIns="0" tIns="0" rIns="0" bIns="0" rtlCol="0" anchor="t"/>
          <a:lstStyle/>
          <a:p>
            <a:pPr algn="r" indent="0" marL="0">
              <a:buNone/>
            </a:pPr>
            <a:r>
              <a:rPr lang="en-US" sz="900" b="1" dirty="0">
                <a:solidFill>
                  <a:srgbClr val="011F47"/>
                </a:solidFill>
                <a:latin typeface="Malgun Gothic" pitchFamily="34" charset="0"/>
                <a:ea typeface="Malgun Gothic" pitchFamily="34" charset="-122"/>
                <a:cs typeface="Malgun Gothic" pitchFamily="34" charset="-120"/>
              </a:rPr>
              <a:t>Hi스포링</a:t>
            </a:r>
            <a:pPr algn="r" indent="0" marL="0">
              <a:buNone/>
            </a:pPr>
            <a:r>
              <a:rPr lang="en-US" sz="900" dirty="0">
                <a:solidFill>
                  <a:srgbClr val="8A97A8"/>
                </a:solidFill>
                <a:latin typeface="Malgun Gothic" pitchFamily="34" charset="0"/>
                <a:ea typeface="Malgun Gothic" pitchFamily="34" charset="-122"/>
                <a:cs typeface="Malgun Gothic" pitchFamily="34" charset="-120"/>
              </a:rPr>
              <a:t>   10</a:t>
            </a:r>
            <a:endParaRPr lang="en-US" sz="900" dirty="0"/>
          </a:p>
        </p:txBody>
      </p:sp>
      <p:sp>
        <p:nvSpPr>
          <p:cNvPr id="3" name="Shape 1"/>
          <p:cNvSpPr/>
          <p:nvPr/>
        </p:nvSpPr>
        <p:spPr>
          <a:xfrm>
            <a:off x="548640" y="457200"/>
            <a:ext cx="1202436" cy="310896"/>
          </a:xfrm>
          <a:prstGeom prst="roundRect">
            <a:avLst>
              <a:gd name="adj" fmla="val 50000"/>
            </a:avLst>
          </a:prstGeom>
          <a:solidFill>
            <a:srgbClr val="E8EFFF"/>
          </a:solidFill>
          <a:ln/>
        </p:spPr>
      </p:sp>
      <p:sp>
        <p:nvSpPr>
          <p:cNvPr id="4" name="Text 2"/>
          <p:cNvSpPr txBox="1"/>
          <p:nvPr/>
        </p:nvSpPr>
        <p:spPr>
          <a:xfrm>
            <a:off x="548640" y="457200"/>
            <a:ext cx="1202436" cy="310896"/>
          </a:xfrm>
          <a:prstGeom prst="rect">
            <a:avLst/>
          </a:prstGeom>
          <a:noFill/>
          <a:ln/>
        </p:spPr>
        <p:txBody>
          <a:bodyPr wrap="square" lIns="0" tIns="0" rIns="0" bIns="0" rtlCol="0" anchor="ctr"/>
          <a:lstStyle/>
          <a:p>
            <a:pPr algn="ctr" indent="0" marL="0">
              <a:buNone/>
            </a:pPr>
            <a:r>
              <a:rPr lang="en-US" sz="1100" b="1" dirty="0">
                <a:solidFill>
                  <a:srgbClr val="0046F0"/>
                </a:solidFill>
                <a:latin typeface="Malgun Gothic" pitchFamily="34" charset="0"/>
                <a:ea typeface="Malgun Gothic" pitchFamily="34" charset="-122"/>
                <a:cs typeface="Malgun Gothic" pitchFamily="34" charset="-120"/>
              </a:rPr>
              <a:t>02 · 요구사항</a:t>
            </a:r>
            <a:endParaRPr lang="en-US" sz="1100" dirty="0"/>
          </a:p>
        </p:txBody>
      </p:sp>
      <p:sp>
        <p:nvSpPr>
          <p:cNvPr id="5" name="Text 3"/>
          <p:cNvSpPr txBox="1"/>
          <p:nvPr/>
        </p:nvSpPr>
        <p:spPr>
          <a:xfrm>
            <a:off x="548640" y="896112"/>
            <a:ext cx="11094415" cy="566928"/>
          </a:xfrm>
          <a:prstGeom prst="rect">
            <a:avLst/>
          </a:prstGeom>
          <a:noFill/>
          <a:ln/>
        </p:spPr>
        <p:txBody>
          <a:bodyPr wrap="square" lIns="0" tIns="0" rIns="0" bIns="0" rtlCol="0" anchor="t"/>
          <a:lstStyle/>
          <a:p>
            <a:pPr indent="0" marL="0">
              <a:buNone/>
            </a:pPr>
            <a:r>
              <a:rPr lang="en-US" sz="2800" b="1" dirty="0">
                <a:solidFill>
                  <a:srgbClr val="0F1B2D"/>
                </a:solidFill>
                <a:latin typeface="Malgun Gothic" pitchFamily="34" charset="0"/>
                <a:ea typeface="Malgun Gothic" pitchFamily="34" charset="-122"/>
                <a:cs typeface="Malgun Gothic" pitchFamily="34" charset="-120"/>
              </a:rPr>
              <a:t>사용자 관점의 요구사항 7가지</a:t>
            </a:r>
            <a:endParaRPr lang="en-US" sz="2800" dirty="0"/>
          </a:p>
        </p:txBody>
      </p:sp>
      <p:sp>
        <p:nvSpPr>
          <p:cNvPr id="6" name="Text 4"/>
          <p:cNvSpPr txBox="1"/>
          <p:nvPr/>
        </p:nvSpPr>
        <p:spPr>
          <a:xfrm>
            <a:off x="548640" y="1481328"/>
            <a:ext cx="11094415" cy="365760"/>
          </a:xfrm>
          <a:prstGeom prst="rect">
            <a:avLst/>
          </a:prstGeom>
          <a:noFill/>
          <a:ln/>
        </p:spPr>
        <p:txBody>
          <a:bodyPr wrap="square" lIns="0" tIns="0" rIns="0" bIns="0" rtlCol="0" anchor="t"/>
          <a:lstStyle/>
          <a:p>
            <a:pPr indent="0" marL="0">
              <a:buNone/>
            </a:pPr>
            <a:r>
              <a:rPr lang="en-US" sz="1400" dirty="0">
                <a:solidFill>
                  <a:srgbClr val="56657A"/>
                </a:solidFill>
                <a:latin typeface="Malgun Gothic" pitchFamily="34" charset="0"/>
                <a:ea typeface="Malgun Gothic" pitchFamily="34" charset="-122"/>
                <a:cs typeface="Malgun Gothic" pitchFamily="34" charset="-120"/>
              </a:rPr>
              <a:t>각 요구사항을 담당 모듈에 대응시켜 구현했습니다</a:t>
            </a:r>
            <a:endParaRPr lang="en-US" sz="1400" dirty="0"/>
          </a:p>
        </p:txBody>
      </p:sp>
      <p:sp>
        <p:nvSpPr>
          <p:cNvPr id="7" name="Text 5"/>
          <p:cNvSpPr txBox="1"/>
          <p:nvPr/>
        </p:nvSpPr>
        <p:spPr>
          <a:xfrm>
            <a:off x="731520" y="1965960"/>
            <a:ext cx="914400" cy="274320"/>
          </a:xfrm>
          <a:prstGeom prst="rect">
            <a:avLst/>
          </a:prstGeom>
          <a:noFill/>
          <a:ln/>
        </p:spPr>
        <p:txBody>
          <a:bodyPr wrap="square" lIns="0" tIns="0" rIns="0" bIns="0" rtlCol="0" anchor="t"/>
          <a:lstStyle/>
          <a:p>
            <a:pPr indent="0" marL="0">
              <a:buNone/>
            </a:pPr>
            <a:r>
              <a:rPr lang="en-US" sz="1050" b="1" dirty="0">
                <a:solidFill>
                  <a:srgbClr val="8A97A8"/>
                </a:solidFill>
                <a:latin typeface="Malgun Gothic" pitchFamily="34" charset="0"/>
                <a:ea typeface="Malgun Gothic" pitchFamily="34" charset="-122"/>
                <a:cs typeface="Malgun Gothic" pitchFamily="34" charset="-120"/>
              </a:rPr>
              <a:t>ID</a:t>
            </a:r>
            <a:endParaRPr lang="en-US" sz="1050" dirty="0"/>
          </a:p>
        </p:txBody>
      </p:sp>
      <p:sp>
        <p:nvSpPr>
          <p:cNvPr id="8" name="Text 6"/>
          <p:cNvSpPr txBox="1"/>
          <p:nvPr/>
        </p:nvSpPr>
        <p:spPr>
          <a:xfrm>
            <a:off x="1874520" y="1965960"/>
            <a:ext cx="1828800" cy="274320"/>
          </a:xfrm>
          <a:prstGeom prst="rect">
            <a:avLst/>
          </a:prstGeom>
          <a:noFill/>
          <a:ln/>
        </p:spPr>
        <p:txBody>
          <a:bodyPr wrap="square" lIns="0" tIns="0" rIns="0" bIns="0" rtlCol="0" anchor="t"/>
          <a:lstStyle/>
          <a:p>
            <a:pPr indent="0" marL="0">
              <a:buNone/>
            </a:pPr>
            <a:r>
              <a:rPr lang="en-US" sz="1050" b="1" dirty="0">
                <a:solidFill>
                  <a:srgbClr val="8A97A8"/>
                </a:solidFill>
                <a:latin typeface="Malgun Gothic" pitchFamily="34" charset="0"/>
                <a:ea typeface="Malgun Gothic" pitchFamily="34" charset="-122"/>
                <a:cs typeface="Malgun Gothic" pitchFamily="34" charset="-120"/>
              </a:rPr>
              <a:t>구분</a:t>
            </a:r>
            <a:endParaRPr lang="en-US" sz="1050" dirty="0"/>
          </a:p>
        </p:txBody>
      </p:sp>
      <p:sp>
        <p:nvSpPr>
          <p:cNvPr id="9" name="Text 7"/>
          <p:cNvSpPr txBox="1"/>
          <p:nvPr/>
        </p:nvSpPr>
        <p:spPr>
          <a:xfrm>
            <a:off x="4114800" y="1965960"/>
            <a:ext cx="2743200" cy="274320"/>
          </a:xfrm>
          <a:prstGeom prst="rect">
            <a:avLst/>
          </a:prstGeom>
          <a:noFill/>
          <a:ln/>
        </p:spPr>
        <p:txBody>
          <a:bodyPr wrap="square" lIns="0" tIns="0" rIns="0" bIns="0" rtlCol="0" anchor="t"/>
          <a:lstStyle/>
          <a:p>
            <a:pPr indent="0" marL="0">
              <a:buNone/>
            </a:pPr>
            <a:r>
              <a:rPr lang="en-US" sz="1050" b="1" dirty="0">
                <a:solidFill>
                  <a:srgbClr val="8A97A8"/>
                </a:solidFill>
                <a:latin typeface="Malgun Gothic" pitchFamily="34" charset="0"/>
                <a:ea typeface="Malgun Gothic" pitchFamily="34" charset="-122"/>
                <a:cs typeface="Malgun Gothic" pitchFamily="34" charset="-120"/>
              </a:rPr>
              <a:t>요구사항</a:t>
            </a:r>
            <a:endParaRPr lang="en-US" sz="1050" dirty="0"/>
          </a:p>
        </p:txBody>
      </p:sp>
      <p:sp>
        <p:nvSpPr>
          <p:cNvPr id="10" name="Text 8"/>
          <p:cNvSpPr txBox="1"/>
          <p:nvPr/>
        </p:nvSpPr>
        <p:spPr>
          <a:xfrm>
            <a:off x="9265615" y="1965960"/>
            <a:ext cx="2194560" cy="274320"/>
          </a:xfrm>
          <a:prstGeom prst="rect">
            <a:avLst/>
          </a:prstGeom>
          <a:noFill/>
          <a:ln/>
        </p:spPr>
        <p:txBody>
          <a:bodyPr wrap="square" lIns="0" tIns="0" rIns="0" bIns="0" rtlCol="0" anchor="t"/>
          <a:lstStyle/>
          <a:p>
            <a:pPr algn="r" indent="0" marL="0">
              <a:buNone/>
            </a:pPr>
            <a:r>
              <a:rPr lang="en-US" sz="1050" b="1" dirty="0">
                <a:solidFill>
                  <a:srgbClr val="8A97A8"/>
                </a:solidFill>
                <a:latin typeface="Malgun Gothic" pitchFamily="34" charset="0"/>
                <a:ea typeface="Malgun Gothic" pitchFamily="34" charset="-122"/>
                <a:cs typeface="Malgun Gothic" pitchFamily="34" charset="-120"/>
              </a:rPr>
              <a:t>관련 모듈</a:t>
            </a:r>
            <a:endParaRPr lang="en-US" sz="1050" dirty="0"/>
          </a:p>
        </p:txBody>
      </p:sp>
      <p:sp>
        <p:nvSpPr>
          <p:cNvPr id="11" name="Shape 9"/>
          <p:cNvSpPr/>
          <p:nvPr/>
        </p:nvSpPr>
        <p:spPr>
          <a:xfrm>
            <a:off x="548640" y="2286000"/>
            <a:ext cx="11094415" cy="457200"/>
          </a:xfrm>
          <a:prstGeom prst="roundRect">
            <a:avLst>
              <a:gd name="adj" fmla="val 24000"/>
            </a:avLst>
          </a:prstGeom>
          <a:solidFill>
            <a:srgbClr val="F4F7FC"/>
          </a:solidFill>
          <a:ln/>
        </p:spPr>
      </p:sp>
      <p:sp>
        <p:nvSpPr>
          <p:cNvPr id="12" name="Shape 10"/>
          <p:cNvSpPr/>
          <p:nvPr/>
        </p:nvSpPr>
        <p:spPr>
          <a:xfrm>
            <a:off x="731520" y="2395728"/>
            <a:ext cx="914400" cy="274320"/>
          </a:xfrm>
          <a:prstGeom prst="roundRect">
            <a:avLst>
              <a:gd name="adj" fmla="val 50000"/>
            </a:avLst>
          </a:prstGeom>
          <a:solidFill>
            <a:srgbClr val="011F47"/>
          </a:solidFill>
          <a:ln/>
        </p:spPr>
      </p:sp>
      <p:sp>
        <p:nvSpPr>
          <p:cNvPr id="13" name="Text 11"/>
          <p:cNvSpPr txBox="1"/>
          <p:nvPr/>
        </p:nvSpPr>
        <p:spPr>
          <a:xfrm>
            <a:off x="731520" y="2395728"/>
            <a:ext cx="914400" cy="274320"/>
          </a:xfrm>
          <a:prstGeom prst="rect">
            <a:avLst/>
          </a:prstGeom>
          <a:noFill/>
          <a:ln/>
        </p:spPr>
        <p:txBody>
          <a:bodyPr wrap="square" lIns="0" tIns="0" rIns="0" bIns="0" rtlCol="0" anchor="ctr"/>
          <a:lstStyle/>
          <a:p>
            <a:pPr algn="ctr" indent="0" marL="0">
              <a:buNone/>
            </a:pPr>
            <a:r>
              <a:rPr lang="en-US" sz="1050" b="1" dirty="0">
                <a:solidFill>
                  <a:srgbClr val="00C98E"/>
                </a:solidFill>
                <a:latin typeface="Malgun Gothic" pitchFamily="34" charset="0"/>
                <a:ea typeface="Malgun Gothic" pitchFamily="34" charset="-122"/>
                <a:cs typeface="Malgun Gothic" pitchFamily="34" charset="-120"/>
              </a:rPr>
              <a:t>REQ-01</a:t>
            </a:r>
            <a:endParaRPr lang="en-US" sz="1050" dirty="0"/>
          </a:p>
        </p:txBody>
      </p:sp>
      <p:sp>
        <p:nvSpPr>
          <p:cNvPr id="14" name="Text 12"/>
          <p:cNvSpPr txBox="1"/>
          <p:nvPr/>
        </p:nvSpPr>
        <p:spPr>
          <a:xfrm>
            <a:off x="1874520" y="2286000"/>
            <a:ext cx="2194560" cy="457200"/>
          </a:xfrm>
          <a:prstGeom prst="rect">
            <a:avLst/>
          </a:prstGeom>
          <a:noFill/>
          <a:ln/>
        </p:spPr>
        <p:txBody>
          <a:bodyPr wrap="square" lIns="0" tIns="0" rIns="0" bIns="0" rtlCol="0" anchor="ctr"/>
          <a:lstStyle/>
          <a:p>
            <a:pPr indent="0" marL="0">
              <a:buNone/>
            </a:pPr>
            <a:r>
              <a:rPr lang="en-US" sz="1350" b="1" dirty="0">
                <a:solidFill>
                  <a:srgbClr val="0F1B2D"/>
                </a:solidFill>
                <a:latin typeface="Malgun Gothic" pitchFamily="34" charset="0"/>
                <a:ea typeface="Malgun Gothic" pitchFamily="34" charset="-122"/>
                <a:cs typeface="Malgun Gothic" pitchFamily="34" charset="-120"/>
              </a:rPr>
              <a:t>지역 현황 분석</a:t>
            </a:r>
            <a:endParaRPr lang="en-US" sz="1350" dirty="0"/>
          </a:p>
        </p:txBody>
      </p:sp>
      <p:sp>
        <p:nvSpPr>
          <p:cNvPr id="15" name="Text 13"/>
          <p:cNvSpPr txBox="1"/>
          <p:nvPr/>
        </p:nvSpPr>
        <p:spPr>
          <a:xfrm>
            <a:off x="4114800" y="2286000"/>
            <a:ext cx="5212080" cy="457200"/>
          </a:xfrm>
          <a:prstGeom prst="rect">
            <a:avLst/>
          </a:prstGeom>
          <a:noFill/>
          <a:ln/>
        </p:spPr>
        <p:txBody>
          <a:bodyPr wrap="square" lIns="0" tIns="0" rIns="0" bIns="0" rtlCol="0" anchor="ctr"/>
          <a:lstStyle/>
          <a:p>
            <a:pPr indent="0" marL="0">
              <a:buNone/>
            </a:pPr>
            <a:r>
              <a:rPr lang="en-US" sz="1200" dirty="0">
                <a:solidFill>
                  <a:srgbClr val="0F1B2D"/>
                </a:solidFill>
                <a:latin typeface="Malgun Gothic" pitchFamily="34" charset="0"/>
                <a:ea typeface="Malgun Gothic" pitchFamily="34" charset="-122"/>
                <a:cs typeface="Malgun Gothic" pitchFamily="34" charset="-120"/>
              </a:rPr>
              <a:t>지역별 체육 이용 현황과 종목 분포를 조회해 기획 기초 정보를 확인</a:t>
            </a:r>
            <a:endParaRPr lang="en-US" sz="1200" dirty="0"/>
          </a:p>
        </p:txBody>
      </p:sp>
      <p:sp>
        <p:nvSpPr>
          <p:cNvPr id="16" name="Text 14"/>
          <p:cNvSpPr txBox="1"/>
          <p:nvPr/>
        </p:nvSpPr>
        <p:spPr>
          <a:xfrm>
            <a:off x="9265615" y="2286000"/>
            <a:ext cx="2194560" cy="457200"/>
          </a:xfrm>
          <a:prstGeom prst="rect">
            <a:avLst/>
          </a:prstGeom>
          <a:noFill/>
          <a:ln/>
        </p:spPr>
        <p:txBody>
          <a:bodyPr wrap="square" lIns="0" tIns="0" rIns="0" bIns="0" rtlCol="0" anchor="ctr"/>
          <a:lstStyle/>
          <a:p>
            <a:pPr algn="r" indent="0" marL="0">
              <a:buNone/>
            </a:pPr>
            <a:r>
              <a:rPr lang="en-US" sz="1100" b="1" dirty="0">
                <a:solidFill>
                  <a:srgbClr val="0046F0"/>
                </a:solidFill>
                <a:latin typeface="Malgun Gothic" pitchFamily="34" charset="0"/>
                <a:ea typeface="Malgun Gothic" pitchFamily="34" charset="-122"/>
                <a:cs typeface="Malgun Gothic" pitchFamily="34" charset="-120"/>
              </a:rPr>
              <a:t>dashboard</a:t>
            </a:r>
            <a:endParaRPr lang="en-US" sz="1100" dirty="0"/>
          </a:p>
        </p:txBody>
      </p:sp>
      <p:sp>
        <p:nvSpPr>
          <p:cNvPr id="17" name="Shape 15"/>
          <p:cNvSpPr/>
          <p:nvPr/>
        </p:nvSpPr>
        <p:spPr>
          <a:xfrm>
            <a:off x="548640" y="2834640"/>
            <a:ext cx="11094415" cy="457200"/>
          </a:xfrm>
          <a:prstGeom prst="roundRect">
            <a:avLst>
              <a:gd name="adj" fmla="val 24000"/>
            </a:avLst>
          </a:prstGeom>
          <a:solidFill>
            <a:srgbClr val="FFFFFF"/>
          </a:solidFill>
          <a:ln/>
        </p:spPr>
      </p:sp>
      <p:sp>
        <p:nvSpPr>
          <p:cNvPr id="18" name="Shape 16"/>
          <p:cNvSpPr/>
          <p:nvPr/>
        </p:nvSpPr>
        <p:spPr>
          <a:xfrm>
            <a:off x="731520" y="2944368"/>
            <a:ext cx="914400" cy="274320"/>
          </a:xfrm>
          <a:prstGeom prst="roundRect">
            <a:avLst>
              <a:gd name="adj" fmla="val 50000"/>
            </a:avLst>
          </a:prstGeom>
          <a:solidFill>
            <a:srgbClr val="011F47"/>
          </a:solidFill>
          <a:ln/>
        </p:spPr>
      </p:sp>
      <p:sp>
        <p:nvSpPr>
          <p:cNvPr id="19" name="Text 17"/>
          <p:cNvSpPr txBox="1"/>
          <p:nvPr/>
        </p:nvSpPr>
        <p:spPr>
          <a:xfrm>
            <a:off x="731520" y="2944368"/>
            <a:ext cx="914400" cy="274320"/>
          </a:xfrm>
          <a:prstGeom prst="rect">
            <a:avLst/>
          </a:prstGeom>
          <a:noFill/>
          <a:ln/>
        </p:spPr>
        <p:txBody>
          <a:bodyPr wrap="square" lIns="0" tIns="0" rIns="0" bIns="0" rtlCol="0" anchor="ctr"/>
          <a:lstStyle/>
          <a:p>
            <a:pPr algn="ctr" indent="0" marL="0">
              <a:buNone/>
            </a:pPr>
            <a:r>
              <a:rPr lang="en-US" sz="1050" b="1" dirty="0">
                <a:solidFill>
                  <a:srgbClr val="00C98E"/>
                </a:solidFill>
                <a:latin typeface="Malgun Gothic" pitchFamily="34" charset="0"/>
                <a:ea typeface="Malgun Gothic" pitchFamily="34" charset="-122"/>
                <a:cs typeface="Malgun Gothic" pitchFamily="34" charset="-120"/>
              </a:rPr>
              <a:t>REQ-02</a:t>
            </a:r>
            <a:endParaRPr lang="en-US" sz="1050" dirty="0"/>
          </a:p>
        </p:txBody>
      </p:sp>
      <p:sp>
        <p:nvSpPr>
          <p:cNvPr id="20" name="Text 18"/>
          <p:cNvSpPr txBox="1"/>
          <p:nvPr/>
        </p:nvSpPr>
        <p:spPr>
          <a:xfrm>
            <a:off x="1874520" y="2834640"/>
            <a:ext cx="2194560" cy="457200"/>
          </a:xfrm>
          <a:prstGeom prst="rect">
            <a:avLst/>
          </a:prstGeom>
          <a:noFill/>
          <a:ln/>
        </p:spPr>
        <p:txBody>
          <a:bodyPr wrap="square" lIns="0" tIns="0" rIns="0" bIns="0" rtlCol="0" anchor="ctr"/>
          <a:lstStyle/>
          <a:p>
            <a:pPr indent="0" marL="0">
              <a:buNone/>
            </a:pPr>
            <a:r>
              <a:rPr lang="en-US" sz="1350" b="1" dirty="0">
                <a:solidFill>
                  <a:srgbClr val="0F1B2D"/>
                </a:solidFill>
                <a:latin typeface="Malgun Gothic" pitchFamily="34" charset="0"/>
                <a:ea typeface="Malgun Gothic" pitchFamily="34" charset="-122"/>
                <a:cs typeface="Malgun Gothic" pitchFamily="34" charset="-120"/>
              </a:rPr>
              <a:t>프로그램 설계</a:t>
            </a:r>
            <a:endParaRPr lang="en-US" sz="1350" dirty="0"/>
          </a:p>
        </p:txBody>
      </p:sp>
      <p:sp>
        <p:nvSpPr>
          <p:cNvPr id="21" name="Text 19"/>
          <p:cNvSpPr txBox="1"/>
          <p:nvPr/>
        </p:nvSpPr>
        <p:spPr>
          <a:xfrm>
            <a:off x="4114800" y="2834640"/>
            <a:ext cx="5212080" cy="457200"/>
          </a:xfrm>
          <a:prstGeom prst="rect">
            <a:avLst/>
          </a:prstGeom>
          <a:noFill/>
          <a:ln/>
        </p:spPr>
        <p:txBody>
          <a:bodyPr wrap="square" lIns="0" tIns="0" rIns="0" bIns="0" rtlCol="0" anchor="ctr"/>
          <a:lstStyle/>
          <a:p>
            <a:pPr indent="0" marL="0">
              <a:buNone/>
            </a:pPr>
            <a:r>
              <a:rPr lang="en-US" sz="1200" dirty="0">
                <a:solidFill>
                  <a:srgbClr val="0F1B2D"/>
                </a:solidFill>
                <a:latin typeface="Malgun Gothic" pitchFamily="34" charset="0"/>
                <a:ea typeface="Malgun Gothic" pitchFamily="34" charset="-122"/>
                <a:cs typeface="Malgun Gothic" pitchFamily="34" charset="-120"/>
              </a:rPr>
              <a:t>종목 · 시설 · 대상 · 기간 · 모집인원 · 수강료를 입력해 프로그램 설계</a:t>
            </a:r>
            <a:endParaRPr lang="en-US" sz="1200" dirty="0"/>
          </a:p>
        </p:txBody>
      </p:sp>
      <p:sp>
        <p:nvSpPr>
          <p:cNvPr id="22" name="Text 20"/>
          <p:cNvSpPr txBox="1"/>
          <p:nvPr/>
        </p:nvSpPr>
        <p:spPr>
          <a:xfrm>
            <a:off x="9265615" y="2834640"/>
            <a:ext cx="2194560" cy="457200"/>
          </a:xfrm>
          <a:prstGeom prst="rect">
            <a:avLst/>
          </a:prstGeom>
          <a:noFill/>
          <a:ln/>
        </p:spPr>
        <p:txBody>
          <a:bodyPr wrap="square" lIns="0" tIns="0" rIns="0" bIns="0" rtlCol="0" anchor="ctr"/>
          <a:lstStyle/>
          <a:p>
            <a:pPr algn="r" indent="0" marL="0">
              <a:buNone/>
            </a:pPr>
            <a:r>
              <a:rPr lang="en-US" sz="1100" b="1" dirty="0">
                <a:solidFill>
                  <a:srgbClr val="0046F0"/>
                </a:solidFill>
                <a:latin typeface="Malgun Gothic" pitchFamily="34" charset="0"/>
                <a:ea typeface="Malgun Gothic" pitchFamily="34" charset="-122"/>
                <a:cs typeface="Malgun Gothic" pitchFamily="34" charset="-120"/>
              </a:rPr>
              <a:t>dashboard · planning</a:t>
            </a:r>
            <a:endParaRPr lang="en-US" sz="1100" dirty="0"/>
          </a:p>
        </p:txBody>
      </p:sp>
      <p:sp>
        <p:nvSpPr>
          <p:cNvPr id="23" name="Shape 21"/>
          <p:cNvSpPr/>
          <p:nvPr/>
        </p:nvSpPr>
        <p:spPr>
          <a:xfrm>
            <a:off x="548640" y="3383280"/>
            <a:ext cx="11094415" cy="457200"/>
          </a:xfrm>
          <a:prstGeom prst="roundRect">
            <a:avLst>
              <a:gd name="adj" fmla="val 24000"/>
            </a:avLst>
          </a:prstGeom>
          <a:solidFill>
            <a:srgbClr val="F4F7FC"/>
          </a:solidFill>
          <a:ln/>
        </p:spPr>
      </p:sp>
      <p:sp>
        <p:nvSpPr>
          <p:cNvPr id="24" name="Shape 22"/>
          <p:cNvSpPr/>
          <p:nvPr/>
        </p:nvSpPr>
        <p:spPr>
          <a:xfrm>
            <a:off x="731520" y="3493008"/>
            <a:ext cx="914400" cy="274320"/>
          </a:xfrm>
          <a:prstGeom prst="roundRect">
            <a:avLst>
              <a:gd name="adj" fmla="val 50000"/>
            </a:avLst>
          </a:prstGeom>
          <a:solidFill>
            <a:srgbClr val="011F47"/>
          </a:solidFill>
          <a:ln/>
        </p:spPr>
      </p:sp>
      <p:sp>
        <p:nvSpPr>
          <p:cNvPr id="25" name="Text 23"/>
          <p:cNvSpPr txBox="1"/>
          <p:nvPr/>
        </p:nvSpPr>
        <p:spPr>
          <a:xfrm>
            <a:off x="731520" y="3493008"/>
            <a:ext cx="914400" cy="274320"/>
          </a:xfrm>
          <a:prstGeom prst="rect">
            <a:avLst/>
          </a:prstGeom>
          <a:noFill/>
          <a:ln/>
        </p:spPr>
        <p:txBody>
          <a:bodyPr wrap="square" lIns="0" tIns="0" rIns="0" bIns="0" rtlCol="0" anchor="ctr"/>
          <a:lstStyle/>
          <a:p>
            <a:pPr algn="ctr" indent="0" marL="0">
              <a:buNone/>
            </a:pPr>
            <a:r>
              <a:rPr lang="en-US" sz="1050" b="1" dirty="0">
                <a:solidFill>
                  <a:srgbClr val="00C98E"/>
                </a:solidFill>
                <a:latin typeface="Malgun Gothic" pitchFamily="34" charset="0"/>
                <a:ea typeface="Malgun Gothic" pitchFamily="34" charset="-122"/>
                <a:cs typeface="Malgun Gothic" pitchFamily="34" charset="-120"/>
              </a:rPr>
              <a:t>REQ-03</a:t>
            </a:r>
            <a:endParaRPr lang="en-US" sz="1050" dirty="0"/>
          </a:p>
        </p:txBody>
      </p:sp>
      <p:sp>
        <p:nvSpPr>
          <p:cNvPr id="26" name="Text 24"/>
          <p:cNvSpPr txBox="1"/>
          <p:nvPr/>
        </p:nvSpPr>
        <p:spPr>
          <a:xfrm>
            <a:off x="1874520" y="3383280"/>
            <a:ext cx="2194560" cy="457200"/>
          </a:xfrm>
          <a:prstGeom prst="rect">
            <a:avLst/>
          </a:prstGeom>
          <a:noFill/>
          <a:ln/>
        </p:spPr>
        <p:txBody>
          <a:bodyPr wrap="square" lIns="0" tIns="0" rIns="0" bIns="0" rtlCol="0" anchor="ctr"/>
          <a:lstStyle/>
          <a:p>
            <a:pPr indent="0" marL="0">
              <a:buNone/>
            </a:pPr>
            <a:r>
              <a:rPr lang="en-US" sz="1350" b="1" dirty="0">
                <a:solidFill>
                  <a:srgbClr val="0F1B2D"/>
                </a:solidFill>
                <a:latin typeface="Malgun Gothic" pitchFamily="34" charset="0"/>
                <a:ea typeface="Malgun Gothic" pitchFamily="34" charset="-122"/>
                <a:cs typeface="Malgun Gothic" pitchFamily="34" charset="-120"/>
              </a:rPr>
              <a:t>프로그램 · 시설 조회</a:t>
            </a:r>
            <a:endParaRPr lang="en-US" sz="1350" dirty="0"/>
          </a:p>
        </p:txBody>
      </p:sp>
      <p:sp>
        <p:nvSpPr>
          <p:cNvPr id="27" name="Text 25"/>
          <p:cNvSpPr txBox="1"/>
          <p:nvPr/>
        </p:nvSpPr>
        <p:spPr>
          <a:xfrm>
            <a:off x="4114800" y="3383280"/>
            <a:ext cx="5212080" cy="457200"/>
          </a:xfrm>
          <a:prstGeom prst="rect">
            <a:avLst/>
          </a:prstGeom>
          <a:noFill/>
          <a:ln/>
        </p:spPr>
        <p:txBody>
          <a:bodyPr wrap="square" lIns="0" tIns="0" rIns="0" bIns="0" rtlCol="0" anchor="ctr"/>
          <a:lstStyle/>
          <a:p>
            <a:pPr indent="0" marL="0">
              <a:buNone/>
            </a:pPr>
            <a:r>
              <a:rPr lang="en-US" sz="1200" dirty="0">
                <a:solidFill>
                  <a:srgbClr val="0F1B2D"/>
                </a:solidFill>
                <a:latin typeface="Malgun Gothic" pitchFamily="34" charset="0"/>
                <a:ea typeface="Malgun Gothic" pitchFamily="34" charset="-122"/>
                <a:cs typeface="Malgun Gothic" pitchFamily="34" charset="-120"/>
              </a:rPr>
              <a:t>기존 프로그램과 체육시설을 검색 · 조회해 기획과 시설 선정에 활용</a:t>
            </a:r>
            <a:endParaRPr lang="en-US" sz="1200" dirty="0"/>
          </a:p>
        </p:txBody>
      </p:sp>
      <p:sp>
        <p:nvSpPr>
          <p:cNvPr id="28" name="Text 26"/>
          <p:cNvSpPr txBox="1"/>
          <p:nvPr/>
        </p:nvSpPr>
        <p:spPr>
          <a:xfrm>
            <a:off x="9265615" y="3383280"/>
            <a:ext cx="2194560" cy="457200"/>
          </a:xfrm>
          <a:prstGeom prst="rect">
            <a:avLst/>
          </a:prstGeom>
          <a:noFill/>
          <a:ln/>
        </p:spPr>
        <p:txBody>
          <a:bodyPr wrap="square" lIns="0" tIns="0" rIns="0" bIns="0" rtlCol="0" anchor="ctr"/>
          <a:lstStyle/>
          <a:p>
            <a:pPr algn="r" indent="0" marL="0">
              <a:buNone/>
            </a:pPr>
            <a:r>
              <a:rPr lang="en-US" sz="1100" b="1" dirty="0">
                <a:solidFill>
                  <a:srgbClr val="0046F0"/>
                </a:solidFill>
                <a:latin typeface="Malgun Gothic" pitchFamily="34" charset="0"/>
                <a:ea typeface="Malgun Gothic" pitchFamily="34" charset="-122"/>
                <a:cs typeface="Malgun Gothic" pitchFamily="34" charset="-120"/>
              </a:rPr>
              <a:t>programs · facilities</a:t>
            </a:r>
            <a:endParaRPr lang="en-US" sz="1100" dirty="0"/>
          </a:p>
        </p:txBody>
      </p:sp>
      <p:sp>
        <p:nvSpPr>
          <p:cNvPr id="29" name="Shape 27"/>
          <p:cNvSpPr/>
          <p:nvPr/>
        </p:nvSpPr>
        <p:spPr>
          <a:xfrm>
            <a:off x="548640" y="3931920"/>
            <a:ext cx="11094415" cy="457200"/>
          </a:xfrm>
          <a:prstGeom prst="roundRect">
            <a:avLst>
              <a:gd name="adj" fmla="val 24000"/>
            </a:avLst>
          </a:prstGeom>
          <a:solidFill>
            <a:srgbClr val="FFFFFF"/>
          </a:solidFill>
          <a:ln/>
        </p:spPr>
      </p:sp>
      <p:sp>
        <p:nvSpPr>
          <p:cNvPr id="30" name="Shape 28"/>
          <p:cNvSpPr/>
          <p:nvPr/>
        </p:nvSpPr>
        <p:spPr>
          <a:xfrm>
            <a:off x="731520" y="4041648"/>
            <a:ext cx="914400" cy="274320"/>
          </a:xfrm>
          <a:prstGeom prst="roundRect">
            <a:avLst>
              <a:gd name="adj" fmla="val 50000"/>
            </a:avLst>
          </a:prstGeom>
          <a:solidFill>
            <a:srgbClr val="011F47"/>
          </a:solidFill>
          <a:ln/>
        </p:spPr>
      </p:sp>
      <p:sp>
        <p:nvSpPr>
          <p:cNvPr id="31" name="Text 29"/>
          <p:cNvSpPr txBox="1"/>
          <p:nvPr/>
        </p:nvSpPr>
        <p:spPr>
          <a:xfrm>
            <a:off x="731520" y="4041648"/>
            <a:ext cx="914400" cy="274320"/>
          </a:xfrm>
          <a:prstGeom prst="rect">
            <a:avLst/>
          </a:prstGeom>
          <a:noFill/>
          <a:ln/>
        </p:spPr>
        <p:txBody>
          <a:bodyPr wrap="square" lIns="0" tIns="0" rIns="0" bIns="0" rtlCol="0" anchor="ctr"/>
          <a:lstStyle/>
          <a:p>
            <a:pPr algn="ctr" indent="0" marL="0">
              <a:buNone/>
            </a:pPr>
            <a:r>
              <a:rPr lang="en-US" sz="1050" b="1" dirty="0">
                <a:solidFill>
                  <a:srgbClr val="00C98E"/>
                </a:solidFill>
                <a:latin typeface="Malgun Gothic" pitchFamily="34" charset="0"/>
                <a:ea typeface="Malgun Gothic" pitchFamily="34" charset="-122"/>
                <a:cs typeface="Malgun Gothic" pitchFamily="34" charset="-120"/>
              </a:rPr>
              <a:t>REQ-04</a:t>
            </a:r>
            <a:endParaRPr lang="en-US" sz="1050" dirty="0"/>
          </a:p>
        </p:txBody>
      </p:sp>
      <p:sp>
        <p:nvSpPr>
          <p:cNvPr id="32" name="Text 30"/>
          <p:cNvSpPr txBox="1"/>
          <p:nvPr/>
        </p:nvSpPr>
        <p:spPr>
          <a:xfrm>
            <a:off x="1874520" y="3931920"/>
            <a:ext cx="2194560" cy="457200"/>
          </a:xfrm>
          <a:prstGeom prst="rect">
            <a:avLst/>
          </a:prstGeom>
          <a:noFill/>
          <a:ln/>
        </p:spPr>
        <p:txBody>
          <a:bodyPr wrap="square" lIns="0" tIns="0" rIns="0" bIns="0" rtlCol="0" anchor="ctr"/>
          <a:lstStyle/>
          <a:p>
            <a:pPr indent="0" marL="0">
              <a:buNone/>
            </a:pPr>
            <a:r>
              <a:rPr lang="en-US" sz="1350" b="1" dirty="0">
                <a:solidFill>
                  <a:srgbClr val="0F1B2D"/>
                </a:solidFill>
                <a:latin typeface="Malgun Gothic" pitchFamily="34" charset="0"/>
                <a:ea typeface="Malgun Gothic" pitchFamily="34" charset="-122"/>
                <a:cs typeface="Malgun Gothic" pitchFamily="34" charset="-120"/>
              </a:rPr>
              <a:t>AI 분석 및 검토</a:t>
            </a:r>
            <a:endParaRPr lang="en-US" sz="1350" dirty="0"/>
          </a:p>
        </p:txBody>
      </p:sp>
      <p:sp>
        <p:nvSpPr>
          <p:cNvPr id="33" name="Text 31"/>
          <p:cNvSpPr txBox="1"/>
          <p:nvPr/>
        </p:nvSpPr>
        <p:spPr>
          <a:xfrm>
            <a:off x="4114800" y="3931920"/>
            <a:ext cx="5212080" cy="457200"/>
          </a:xfrm>
          <a:prstGeom prst="rect">
            <a:avLst/>
          </a:prstGeom>
          <a:noFill/>
          <a:ln/>
        </p:spPr>
        <p:txBody>
          <a:bodyPr wrap="square" lIns="0" tIns="0" rIns="0" bIns="0" rtlCol="0" anchor="ctr"/>
          <a:lstStyle/>
          <a:p>
            <a:pPr indent="0" marL="0">
              <a:buNone/>
            </a:pPr>
            <a:r>
              <a:rPr lang="en-US" sz="1200" dirty="0">
                <a:solidFill>
                  <a:srgbClr val="0F1B2D"/>
                </a:solidFill>
                <a:latin typeface="Malgun Gothic" pitchFamily="34" charset="0"/>
                <a:ea typeface="Malgun Gothic" pitchFamily="34" charset="-122"/>
                <a:cs typeface="Malgun Gothic" pitchFamily="34" charset="-120"/>
              </a:rPr>
              <a:t>지역 현황과 설계안을 AI로 분석해 특징 · 위험요인 · 개선 방향 확인</a:t>
            </a:r>
            <a:endParaRPr lang="en-US" sz="1200" dirty="0"/>
          </a:p>
        </p:txBody>
      </p:sp>
      <p:sp>
        <p:nvSpPr>
          <p:cNvPr id="34" name="Text 32"/>
          <p:cNvSpPr txBox="1"/>
          <p:nvPr/>
        </p:nvSpPr>
        <p:spPr>
          <a:xfrm>
            <a:off x="9265615" y="3931920"/>
            <a:ext cx="2194560" cy="457200"/>
          </a:xfrm>
          <a:prstGeom prst="rect">
            <a:avLst/>
          </a:prstGeom>
          <a:noFill/>
          <a:ln/>
        </p:spPr>
        <p:txBody>
          <a:bodyPr wrap="square" lIns="0" tIns="0" rIns="0" bIns="0" rtlCol="0" anchor="ctr"/>
          <a:lstStyle/>
          <a:p>
            <a:pPr algn="r" indent="0" marL="0">
              <a:buNone/>
            </a:pPr>
            <a:r>
              <a:rPr lang="en-US" sz="1100" b="1" dirty="0">
                <a:solidFill>
                  <a:srgbClr val="0046F0"/>
                </a:solidFill>
                <a:latin typeface="Malgun Gothic" pitchFamily="34" charset="0"/>
                <a:ea typeface="Malgun Gothic" pitchFamily="34" charset="-122"/>
                <a:cs typeface="Malgun Gothic" pitchFamily="34" charset="-120"/>
              </a:rPr>
              <a:t>ai_review</a:t>
            </a:r>
            <a:endParaRPr lang="en-US" sz="1100" dirty="0"/>
          </a:p>
        </p:txBody>
      </p:sp>
      <p:sp>
        <p:nvSpPr>
          <p:cNvPr id="35" name="Shape 33"/>
          <p:cNvSpPr/>
          <p:nvPr/>
        </p:nvSpPr>
        <p:spPr>
          <a:xfrm>
            <a:off x="548640" y="4480560"/>
            <a:ext cx="11094415" cy="457200"/>
          </a:xfrm>
          <a:prstGeom prst="roundRect">
            <a:avLst>
              <a:gd name="adj" fmla="val 24000"/>
            </a:avLst>
          </a:prstGeom>
          <a:solidFill>
            <a:srgbClr val="F4F7FC"/>
          </a:solidFill>
          <a:ln/>
        </p:spPr>
      </p:sp>
      <p:sp>
        <p:nvSpPr>
          <p:cNvPr id="36" name="Shape 34"/>
          <p:cNvSpPr/>
          <p:nvPr/>
        </p:nvSpPr>
        <p:spPr>
          <a:xfrm>
            <a:off x="731520" y="4590288"/>
            <a:ext cx="914400" cy="274320"/>
          </a:xfrm>
          <a:prstGeom prst="roundRect">
            <a:avLst>
              <a:gd name="adj" fmla="val 50000"/>
            </a:avLst>
          </a:prstGeom>
          <a:solidFill>
            <a:srgbClr val="011F47"/>
          </a:solidFill>
          <a:ln/>
        </p:spPr>
      </p:sp>
      <p:sp>
        <p:nvSpPr>
          <p:cNvPr id="37" name="Text 35"/>
          <p:cNvSpPr txBox="1"/>
          <p:nvPr/>
        </p:nvSpPr>
        <p:spPr>
          <a:xfrm>
            <a:off x="731520" y="4590288"/>
            <a:ext cx="914400" cy="274320"/>
          </a:xfrm>
          <a:prstGeom prst="rect">
            <a:avLst/>
          </a:prstGeom>
          <a:noFill/>
          <a:ln/>
        </p:spPr>
        <p:txBody>
          <a:bodyPr wrap="square" lIns="0" tIns="0" rIns="0" bIns="0" rtlCol="0" anchor="ctr"/>
          <a:lstStyle/>
          <a:p>
            <a:pPr algn="ctr" indent="0" marL="0">
              <a:buNone/>
            </a:pPr>
            <a:r>
              <a:rPr lang="en-US" sz="1050" b="1" dirty="0">
                <a:solidFill>
                  <a:srgbClr val="00C98E"/>
                </a:solidFill>
                <a:latin typeface="Malgun Gothic" pitchFamily="34" charset="0"/>
                <a:ea typeface="Malgun Gothic" pitchFamily="34" charset="-122"/>
                <a:cs typeface="Malgun Gothic" pitchFamily="34" charset="-120"/>
              </a:rPr>
              <a:t>REQ-05</a:t>
            </a:r>
            <a:endParaRPr lang="en-US" sz="1050" dirty="0"/>
          </a:p>
        </p:txBody>
      </p:sp>
      <p:sp>
        <p:nvSpPr>
          <p:cNvPr id="38" name="Text 36"/>
          <p:cNvSpPr txBox="1"/>
          <p:nvPr/>
        </p:nvSpPr>
        <p:spPr>
          <a:xfrm>
            <a:off x="1874520" y="4480560"/>
            <a:ext cx="2194560" cy="457200"/>
          </a:xfrm>
          <a:prstGeom prst="rect">
            <a:avLst/>
          </a:prstGeom>
          <a:noFill/>
          <a:ln/>
        </p:spPr>
        <p:txBody>
          <a:bodyPr wrap="square" lIns="0" tIns="0" rIns="0" bIns="0" rtlCol="0" anchor="ctr"/>
          <a:lstStyle/>
          <a:p>
            <a:pPr indent="0" marL="0">
              <a:buNone/>
            </a:pPr>
            <a:r>
              <a:rPr lang="en-US" sz="1350" b="1" dirty="0">
                <a:solidFill>
                  <a:srgbClr val="0F1B2D"/>
                </a:solidFill>
                <a:latin typeface="Malgun Gothic" pitchFamily="34" charset="0"/>
                <a:ea typeface="Malgun Gothic" pitchFamily="34" charset="-122"/>
                <a:cs typeface="Malgun Gothic" pitchFamily="34" charset="-120"/>
              </a:rPr>
              <a:t>데이터 처리</a:t>
            </a:r>
            <a:endParaRPr lang="en-US" sz="1350" dirty="0"/>
          </a:p>
        </p:txBody>
      </p:sp>
      <p:sp>
        <p:nvSpPr>
          <p:cNvPr id="39" name="Text 37"/>
          <p:cNvSpPr txBox="1"/>
          <p:nvPr/>
        </p:nvSpPr>
        <p:spPr>
          <a:xfrm>
            <a:off x="4114800" y="4480560"/>
            <a:ext cx="5212080" cy="457200"/>
          </a:xfrm>
          <a:prstGeom prst="rect">
            <a:avLst/>
          </a:prstGeom>
          <a:noFill/>
          <a:ln/>
        </p:spPr>
        <p:txBody>
          <a:bodyPr wrap="square" lIns="0" tIns="0" rIns="0" bIns="0" rtlCol="0" anchor="ctr"/>
          <a:lstStyle/>
          <a:p>
            <a:pPr indent="0" marL="0">
              <a:buNone/>
            </a:pPr>
            <a:r>
              <a:rPr lang="en-US" sz="1200" dirty="0">
                <a:solidFill>
                  <a:srgbClr val="0F1B2D"/>
                </a:solidFill>
                <a:latin typeface="Malgun Gothic" pitchFamily="34" charset="0"/>
                <a:ea typeface="Malgun Gothic" pitchFamily="34" charset="-122"/>
                <a:cs typeface="Malgun Gothic" pitchFamily="34" charset="-120"/>
              </a:rPr>
              <a:t>공공데이터 CSV를 정제 · 검증 · 관리해 안정적으로 조회 데이터 제공</a:t>
            </a:r>
            <a:endParaRPr lang="en-US" sz="1200" dirty="0"/>
          </a:p>
        </p:txBody>
      </p:sp>
      <p:sp>
        <p:nvSpPr>
          <p:cNvPr id="40" name="Text 38"/>
          <p:cNvSpPr txBox="1"/>
          <p:nvPr/>
        </p:nvSpPr>
        <p:spPr>
          <a:xfrm>
            <a:off x="9265615" y="4480560"/>
            <a:ext cx="2194560" cy="457200"/>
          </a:xfrm>
          <a:prstGeom prst="rect">
            <a:avLst/>
          </a:prstGeom>
          <a:noFill/>
          <a:ln/>
        </p:spPr>
        <p:txBody>
          <a:bodyPr wrap="square" lIns="0" tIns="0" rIns="0" bIns="0" rtlCol="0" anchor="ctr"/>
          <a:lstStyle/>
          <a:p>
            <a:pPr algn="r" indent="0" marL="0">
              <a:buNone/>
            </a:pPr>
            <a:r>
              <a:rPr lang="en-US" sz="1100" b="1" dirty="0">
                <a:solidFill>
                  <a:srgbClr val="0046F0"/>
                </a:solidFill>
                <a:latin typeface="Malgun Gothic" pitchFamily="34" charset="0"/>
                <a:ea typeface="Malgun Gothic" pitchFamily="34" charset="-122"/>
                <a:cs typeface="Malgun Gothic" pitchFamily="34" charset="-120"/>
              </a:rPr>
              <a:t>Batch · runtime</a:t>
            </a:r>
            <a:endParaRPr lang="en-US" sz="1100" dirty="0"/>
          </a:p>
        </p:txBody>
      </p:sp>
      <p:sp>
        <p:nvSpPr>
          <p:cNvPr id="41" name="Shape 39"/>
          <p:cNvSpPr/>
          <p:nvPr/>
        </p:nvSpPr>
        <p:spPr>
          <a:xfrm>
            <a:off x="548640" y="5029200"/>
            <a:ext cx="11094415" cy="457200"/>
          </a:xfrm>
          <a:prstGeom prst="roundRect">
            <a:avLst>
              <a:gd name="adj" fmla="val 24000"/>
            </a:avLst>
          </a:prstGeom>
          <a:solidFill>
            <a:srgbClr val="FFFFFF"/>
          </a:solidFill>
          <a:ln/>
        </p:spPr>
      </p:sp>
      <p:sp>
        <p:nvSpPr>
          <p:cNvPr id="42" name="Shape 40"/>
          <p:cNvSpPr/>
          <p:nvPr/>
        </p:nvSpPr>
        <p:spPr>
          <a:xfrm>
            <a:off x="731520" y="5138928"/>
            <a:ext cx="914400" cy="274320"/>
          </a:xfrm>
          <a:prstGeom prst="roundRect">
            <a:avLst>
              <a:gd name="adj" fmla="val 50000"/>
            </a:avLst>
          </a:prstGeom>
          <a:solidFill>
            <a:srgbClr val="011F47"/>
          </a:solidFill>
          <a:ln/>
        </p:spPr>
      </p:sp>
      <p:sp>
        <p:nvSpPr>
          <p:cNvPr id="43" name="Text 41"/>
          <p:cNvSpPr txBox="1"/>
          <p:nvPr/>
        </p:nvSpPr>
        <p:spPr>
          <a:xfrm>
            <a:off x="731520" y="5138928"/>
            <a:ext cx="914400" cy="274320"/>
          </a:xfrm>
          <a:prstGeom prst="rect">
            <a:avLst/>
          </a:prstGeom>
          <a:noFill/>
          <a:ln/>
        </p:spPr>
        <p:txBody>
          <a:bodyPr wrap="square" lIns="0" tIns="0" rIns="0" bIns="0" rtlCol="0" anchor="ctr"/>
          <a:lstStyle/>
          <a:p>
            <a:pPr algn="ctr" indent="0" marL="0">
              <a:buNone/>
            </a:pPr>
            <a:r>
              <a:rPr lang="en-US" sz="1050" b="1" dirty="0">
                <a:solidFill>
                  <a:srgbClr val="00C98E"/>
                </a:solidFill>
                <a:latin typeface="Malgun Gothic" pitchFamily="34" charset="0"/>
                <a:ea typeface="Malgun Gothic" pitchFamily="34" charset="-122"/>
                <a:cs typeface="Malgun Gothic" pitchFamily="34" charset="-120"/>
              </a:rPr>
              <a:t>REQ-06</a:t>
            </a:r>
            <a:endParaRPr lang="en-US" sz="1050" dirty="0"/>
          </a:p>
        </p:txBody>
      </p:sp>
      <p:sp>
        <p:nvSpPr>
          <p:cNvPr id="44" name="Text 42"/>
          <p:cNvSpPr txBox="1"/>
          <p:nvPr/>
        </p:nvSpPr>
        <p:spPr>
          <a:xfrm>
            <a:off x="1874520" y="5029200"/>
            <a:ext cx="2194560" cy="457200"/>
          </a:xfrm>
          <a:prstGeom prst="rect">
            <a:avLst/>
          </a:prstGeom>
          <a:noFill/>
          <a:ln/>
        </p:spPr>
        <p:txBody>
          <a:bodyPr wrap="square" lIns="0" tIns="0" rIns="0" bIns="0" rtlCol="0" anchor="ctr"/>
          <a:lstStyle/>
          <a:p>
            <a:pPr indent="0" marL="0">
              <a:buNone/>
            </a:pPr>
            <a:r>
              <a:rPr lang="en-US" sz="1350" b="1" dirty="0">
                <a:solidFill>
                  <a:srgbClr val="0F1B2D"/>
                </a:solidFill>
                <a:latin typeface="Malgun Gothic" pitchFamily="34" charset="0"/>
                <a:ea typeface="Malgun Gothic" pitchFamily="34" charset="-122"/>
                <a:cs typeface="Malgun Gothic" pitchFamily="34" charset="-120"/>
              </a:rPr>
              <a:t>계획서 생성</a:t>
            </a:r>
            <a:endParaRPr lang="en-US" sz="1350" dirty="0"/>
          </a:p>
        </p:txBody>
      </p:sp>
      <p:sp>
        <p:nvSpPr>
          <p:cNvPr id="45" name="Text 43"/>
          <p:cNvSpPr txBox="1"/>
          <p:nvPr/>
        </p:nvSpPr>
        <p:spPr>
          <a:xfrm>
            <a:off x="4114800" y="5029200"/>
            <a:ext cx="5212080" cy="457200"/>
          </a:xfrm>
          <a:prstGeom prst="rect">
            <a:avLst/>
          </a:prstGeom>
          <a:noFill/>
          <a:ln/>
        </p:spPr>
        <p:txBody>
          <a:bodyPr wrap="square" lIns="0" tIns="0" rIns="0" bIns="0" rtlCol="0" anchor="ctr"/>
          <a:lstStyle/>
          <a:p>
            <a:pPr indent="0" marL="0">
              <a:buNone/>
            </a:pPr>
            <a:r>
              <a:rPr lang="en-US" sz="1200" dirty="0">
                <a:solidFill>
                  <a:srgbClr val="0F1B2D"/>
                </a:solidFill>
                <a:latin typeface="Malgun Gothic" pitchFamily="34" charset="0"/>
                <a:ea typeface="Malgun Gothic" pitchFamily="34" charset="-122"/>
                <a:cs typeface="Malgun Gothic" pitchFamily="34" charset="-120"/>
              </a:rPr>
              <a:t>입력 정보와 AI 검토 결과로 운영 계획서를 생성하고 인쇄</a:t>
            </a:r>
            <a:endParaRPr lang="en-US" sz="1200" dirty="0"/>
          </a:p>
        </p:txBody>
      </p:sp>
      <p:sp>
        <p:nvSpPr>
          <p:cNvPr id="46" name="Text 44"/>
          <p:cNvSpPr txBox="1"/>
          <p:nvPr/>
        </p:nvSpPr>
        <p:spPr>
          <a:xfrm>
            <a:off x="9265615" y="5029200"/>
            <a:ext cx="2194560" cy="457200"/>
          </a:xfrm>
          <a:prstGeom prst="rect">
            <a:avLst/>
          </a:prstGeom>
          <a:noFill/>
          <a:ln/>
        </p:spPr>
        <p:txBody>
          <a:bodyPr wrap="square" lIns="0" tIns="0" rIns="0" bIns="0" rtlCol="0" anchor="ctr"/>
          <a:lstStyle/>
          <a:p>
            <a:pPr algn="r" indent="0" marL="0">
              <a:buNone/>
            </a:pPr>
            <a:r>
              <a:rPr lang="en-US" sz="1100" b="1" dirty="0">
                <a:solidFill>
                  <a:srgbClr val="0046F0"/>
                </a:solidFill>
                <a:latin typeface="Malgun Gothic" pitchFamily="34" charset="0"/>
                <a:ea typeface="Malgun Gothic" pitchFamily="34" charset="-122"/>
                <a:cs typeface="Malgun Gothic" pitchFamily="34" charset="-120"/>
              </a:rPr>
              <a:t>planning</a:t>
            </a:r>
            <a:endParaRPr lang="en-US" sz="1100" dirty="0"/>
          </a:p>
        </p:txBody>
      </p:sp>
      <p:sp>
        <p:nvSpPr>
          <p:cNvPr id="47" name="Shape 45"/>
          <p:cNvSpPr/>
          <p:nvPr/>
        </p:nvSpPr>
        <p:spPr>
          <a:xfrm>
            <a:off x="548640" y="5577840"/>
            <a:ext cx="11094415" cy="457200"/>
          </a:xfrm>
          <a:prstGeom prst="roundRect">
            <a:avLst>
              <a:gd name="adj" fmla="val 24000"/>
            </a:avLst>
          </a:prstGeom>
          <a:solidFill>
            <a:srgbClr val="F4F7FC"/>
          </a:solidFill>
          <a:ln/>
        </p:spPr>
      </p:sp>
      <p:sp>
        <p:nvSpPr>
          <p:cNvPr id="48" name="Shape 46"/>
          <p:cNvSpPr/>
          <p:nvPr/>
        </p:nvSpPr>
        <p:spPr>
          <a:xfrm>
            <a:off x="731520" y="5687568"/>
            <a:ext cx="914400" cy="274320"/>
          </a:xfrm>
          <a:prstGeom prst="roundRect">
            <a:avLst>
              <a:gd name="adj" fmla="val 50000"/>
            </a:avLst>
          </a:prstGeom>
          <a:solidFill>
            <a:srgbClr val="011F47"/>
          </a:solidFill>
          <a:ln/>
        </p:spPr>
      </p:sp>
      <p:sp>
        <p:nvSpPr>
          <p:cNvPr id="49" name="Text 47"/>
          <p:cNvSpPr txBox="1"/>
          <p:nvPr/>
        </p:nvSpPr>
        <p:spPr>
          <a:xfrm>
            <a:off x="731520" y="5687568"/>
            <a:ext cx="914400" cy="274320"/>
          </a:xfrm>
          <a:prstGeom prst="rect">
            <a:avLst/>
          </a:prstGeom>
          <a:noFill/>
          <a:ln/>
        </p:spPr>
        <p:txBody>
          <a:bodyPr wrap="square" lIns="0" tIns="0" rIns="0" bIns="0" rtlCol="0" anchor="ctr"/>
          <a:lstStyle/>
          <a:p>
            <a:pPr algn="ctr" indent="0" marL="0">
              <a:buNone/>
            </a:pPr>
            <a:r>
              <a:rPr lang="en-US" sz="1050" b="1" dirty="0">
                <a:solidFill>
                  <a:srgbClr val="00C98E"/>
                </a:solidFill>
                <a:latin typeface="Malgun Gothic" pitchFamily="34" charset="0"/>
                <a:ea typeface="Malgun Gothic" pitchFamily="34" charset="-122"/>
                <a:cs typeface="Malgun Gothic" pitchFamily="34" charset="-120"/>
              </a:rPr>
              <a:t>REQ-07</a:t>
            </a:r>
            <a:endParaRPr lang="en-US" sz="1050" dirty="0"/>
          </a:p>
        </p:txBody>
      </p:sp>
      <p:sp>
        <p:nvSpPr>
          <p:cNvPr id="50" name="Text 48"/>
          <p:cNvSpPr txBox="1"/>
          <p:nvPr/>
        </p:nvSpPr>
        <p:spPr>
          <a:xfrm>
            <a:off x="1874520" y="5577840"/>
            <a:ext cx="2194560" cy="457200"/>
          </a:xfrm>
          <a:prstGeom prst="rect">
            <a:avLst/>
          </a:prstGeom>
          <a:noFill/>
          <a:ln/>
        </p:spPr>
        <p:txBody>
          <a:bodyPr wrap="square" lIns="0" tIns="0" rIns="0" bIns="0" rtlCol="0" anchor="ctr"/>
          <a:lstStyle/>
          <a:p>
            <a:pPr indent="0" marL="0">
              <a:buNone/>
            </a:pPr>
            <a:r>
              <a:rPr lang="en-US" sz="1350" b="1" dirty="0">
                <a:solidFill>
                  <a:srgbClr val="0F1B2D"/>
                </a:solidFill>
                <a:latin typeface="Malgun Gothic" pitchFamily="34" charset="0"/>
                <a:ea typeface="Malgun Gothic" pitchFamily="34" charset="-122"/>
                <a:cs typeface="Malgun Gothic" pitchFamily="34" charset="-120"/>
              </a:rPr>
              <a:t>서비스 운영</a:t>
            </a:r>
            <a:endParaRPr lang="en-US" sz="1350" dirty="0"/>
          </a:p>
        </p:txBody>
      </p:sp>
      <p:sp>
        <p:nvSpPr>
          <p:cNvPr id="51" name="Text 49"/>
          <p:cNvSpPr txBox="1"/>
          <p:nvPr/>
        </p:nvSpPr>
        <p:spPr>
          <a:xfrm>
            <a:off x="4114800" y="5577840"/>
            <a:ext cx="5212080" cy="457200"/>
          </a:xfrm>
          <a:prstGeom prst="rect">
            <a:avLst/>
          </a:prstGeom>
          <a:noFill/>
          <a:ln/>
        </p:spPr>
        <p:txBody>
          <a:bodyPr wrap="square" lIns="0" tIns="0" rIns="0" bIns="0" rtlCol="0" anchor="ctr"/>
          <a:lstStyle/>
          <a:p>
            <a:pPr indent="0" marL="0">
              <a:buNone/>
            </a:pPr>
            <a:r>
              <a:rPr lang="en-US" sz="1200" dirty="0">
                <a:solidFill>
                  <a:srgbClr val="0F1B2D"/>
                </a:solidFill>
                <a:latin typeface="Malgun Gothic" pitchFamily="34" charset="0"/>
                <a:ea typeface="Malgun Gothic" pitchFamily="34" charset="-122"/>
                <a:cs typeface="Malgun Gothic" pitchFamily="34" charset="-120"/>
              </a:rPr>
              <a:t>배포 환경에서 정상 동작하고 조회 · AI · 화면의 주요 오류를 처리</a:t>
            </a:r>
            <a:endParaRPr lang="en-US" sz="1200" dirty="0"/>
          </a:p>
        </p:txBody>
      </p:sp>
      <p:sp>
        <p:nvSpPr>
          <p:cNvPr id="52" name="Text 50"/>
          <p:cNvSpPr txBox="1"/>
          <p:nvPr/>
        </p:nvSpPr>
        <p:spPr>
          <a:xfrm>
            <a:off x="9265615" y="5577840"/>
            <a:ext cx="2194560" cy="457200"/>
          </a:xfrm>
          <a:prstGeom prst="rect">
            <a:avLst/>
          </a:prstGeom>
          <a:noFill/>
          <a:ln/>
        </p:spPr>
        <p:txBody>
          <a:bodyPr wrap="square" lIns="0" tIns="0" rIns="0" bIns="0" rtlCol="0" anchor="ctr"/>
          <a:lstStyle/>
          <a:p>
            <a:pPr algn="r" indent="0" marL="0">
              <a:buNone/>
            </a:pPr>
            <a:r>
              <a:rPr lang="en-US" sz="1100" b="1" dirty="0">
                <a:solidFill>
                  <a:srgbClr val="0046F0"/>
                </a:solidFill>
                <a:latin typeface="Malgun Gothic" pitchFamily="34" charset="0"/>
                <a:ea typeface="Malgun Gothic" pitchFamily="34" charset="-122"/>
                <a:cs typeface="Malgun Gothic" pitchFamily="34" charset="-120"/>
              </a:rPr>
              <a:t>runtime · Render</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180015" y="6473952"/>
            <a:ext cx="1554480" cy="228600"/>
          </a:xfrm>
          <a:prstGeom prst="rect">
            <a:avLst/>
          </a:prstGeom>
          <a:noFill/>
          <a:ln/>
        </p:spPr>
        <p:txBody>
          <a:bodyPr wrap="square" lIns="0" tIns="0" rIns="0" bIns="0" rtlCol="0" anchor="t"/>
          <a:lstStyle/>
          <a:p>
            <a:pPr algn="r" indent="0" marL="0">
              <a:buNone/>
            </a:pPr>
            <a:r>
              <a:rPr lang="en-US" sz="900" b="1" dirty="0">
                <a:solidFill>
                  <a:srgbClr val="011F47"/>
                </a:solidFill>
                <a:latin typeface="Malgun Gothic" pitchFamily="34" charset="0"/>
                <a:ea typeface="Malgun Gothic" pitchFamily="34" charset="-122"/>
                <a:cs typeface="Malgun Gothic" pitchFamily="34" charset="-120"/>
              </a:rPr>
              <a:t>Hi스포링</a:t>
            </a:r>
            <a:pPr algn="r" indent="0" marL="0">
              <a:buNone/>
            </a:pPr>
            <a:r>
              <a:rPr lang="en-US" sz="900" dirty="0">
                <a:solidFill>
                  <a:srgbClr val="8A97A8"/>
                </a:solidFill>
                <a:latin typeface="Malgun Gothic" pitchFamily="34" charset="0"/>
                <a:ea typeface="Malgun Gothic" pitchFamily="34" charset="-122"/>
                <a:cs typeface="Malgun Gothic" pitchFamily="34" charset="-120"/>
              </a:rPr>
              <a:t>   11</a:t>
            </a:r>
            <a:endParaRPr lang="en-US" sz="900" dirty="0"/>
          </a:p>
        </p:txBody>
      </p:sp>
      <p:sp>
        <p:nvSpPr>
          <p:cNvPr id="3" name="Shape 1"/>
          <p:cNvSpPr/>
          <p:nvPr/>
        </p:nvSpPr>
        <p:spPr>
          <a:xfrm>
            <a:off x="548640" y="457200"/>
            <a:ext cx="1307592" cy="310896"/>
          </a:xfrm>
          <a:prstGeom prst="roundRect">
            <a:avLst>
              <a:gd name="adj" fmla="val 50000"/>
            </a:avLst>
          </a:prstGeom>
          <a:solidFill>
            <a:srgbClr val="E8EFFF"/>
          </a:solidFill>
          <a:ln/>
        </p:spPr>
      </p:sp>
      <p:sp>
        <p:nvSpPr>
          <p:cNvPr id="4" name="Text 2"/>
          <p:cNvSpPr txBox="1"/>
          <p:nvPr/>
        </p:nvSpPr>
        <p:spPr>
          <a:xfrm>
            <a:off x="548640" y="457200"/>
            <a:ext cx="1307592" cy="310896"/>
          </a:xfrm>
          <a:prstGeom prst="rect">
            <a:avLst/>
          </a:prstGeom>
          <a:noFill/>
          <a:ln/>
        </p:spPr>
        <p:txBody>
          <a:bodyPr wrap="square" lIns="0" tIns="0" rIns="0" bIns="0" rtlCol="0" anchor="ctr"/>
          <a:lstStyle/>
          <a:p>
            <a:pPr algn="ctr" indent="0" marL="0">
              <a:buNone/>
            </a:pPr>
            <a:r>
              <a:rPr lang="en-US" sz="1100" b="1" dirty="0">
                <a:solidFill>
                  <a:srgbClr val="0046F0"/>
                </a:solidFill>
                <a:latin typeface="Malgun Gothic" pitchFamily="34" charset="0"/>
                <a:ea typeface="Malgun Gothic" pitchFamily="34" charset="-122"/>
                <a:cs typeface="Malgun Gothic" pitchFamily="34" charset="-120"/>
              </a:rPr>
              <a:t>03 · 기술 스택</a:t>
            </a:r>
            <a:endParaRPr lang="en-US" sz="1100" dirty="0"/>
          </a:p>
        </p:txBody>
      </p:sp>
      <p:sp>
        <p:nvSpPr>
          <p:cNvPr id="5" name="Text 3"/>
          <p:cNvSpPr txBox="1"/>
          <p:nvPr/>
        </p:nvSpPr>
        <p:spPr>
          <a:xfrm>
            <a:off x="548640" y="896112"/>
            <a:ext cx="11094415" cy="566928"/>
          </a:xfrm>
          <a:prstGeom prst="rect">
            <a:avLst/>
          </a:prstGeom>
          <a:noFill/>
          <a:ln/>
        </p:spPr>
        <p:txBody>
          <a:bodyPr wrap="square" lIns="0" tIns="0" rIns="0" bIns="0" rtlCol="0" anchor="t"/>
          <a:lstStyle/>
          <a:p>
            <a:pPr indent="0" marL="0">
              <a:buNone/>
            </a:pPr>
            <a:r>
              <a:rPr lang="en-US" sz="2800" b="1" dirty="0">
                <a:solidFill>
                  <a:srgbClr val="0F1B2D"/>
                </a:solidFill>
                <a:latin typeface="Malgun Gothic" pitchFamily="34" charset="0"/>
                <a:ea typeface="Malgun Gothic" pitchFamily="34" charset="-122"/>
                <a:cs typeface="Malgun Gothic" pitchFamily="34" charset="-120"/>
              </a:rPr>
              <a:t>Django 중심의 가볍고 빠른 스택</a:t>
            </a:r>
            <a:endParaRPr lang="en-US" sz="2800" dirty="0"/>
          </a:p>
        </p:txBody>
      </p:sp>
      <p:sp>
        <p:nvSpPr>
          <p:cNvPr id="6" name="Text 4"/>
          <p:cNvSpPr txBox="1"/>
          <p:nvPr/>
        </p:nvSpPr>
        <p:spPr>
          <a:xfrm>
            <a:off x="548640" y="1481328"/>
            <a:ext cx="11094415" cy="365760"/>
          </a:xfrm>
          <a:prstGeom prst="rect">
            <a:avLst/>
          </a:prstGeom>
          <a:noFill/>
          <a:ln/>
        </p:spPr>
        <p:txBody>
          <a:bodyPr wrap="square" lIns="0" tIns="0" rIns="0" bIns="0" rtlCol="0" anchor="t"/>
          <a:lstStyle/>
          <a:p>
            <a:pPr indent="0" marL="0">
              <a:buNone/>
            </a:pPr>
            <a:r>
              <a:rPr lang="en-US" sz="1400" dirty="0">
                <a:solidFill>
                  <a:srgbClr val="56657A"/>
                </a:solidFill>
                <a:latin typeface="Malgun Gothic" pitchFamily="34" charset="0"/>
                <a:ea typeface="Malgun Gothic" pitchFamily="34" charset="-122"/>
                <a:cs typeface="Malgun Gothic" pitchFamily="34" charset="-120"/>
              </a:rPr>
              <a:t>서버 렌더링 + 부분 갱신으로 SPA 없이도 매끄러운 사용자 경험</a:t>
            </a:r>
            <a:endParaRPr lang="en-US" sz="1400" dirty="0"/>
          </a:p>
        </p:txBody>
      </p:sp>
      <p:sp>
        <p:nvSpPr>
          <p:cNvPr id="7" name="Shape 5"/>
          <p:cNvSpPr/>
          <p:nvPr/>
        </p:nvSpPr>
        <p:spPr>
          <a:xfrm>
            <a:off x="548640" y="2011680"/>
            <a:ext cx="3383280" cy="2011680"/>
          </a:xfrm>
          <a:prstGeom prst="roundRect">
            <a:avLst>
              <a:gd name="adj" fmla="val 9091"/>
            </a:avLst>
          </a:prstGeom>
          <a:solidFill>
            <a:srgbClr val="FFFFFF"/>
          </a:solidFill>
          <a:ln w="12700">
            <a:solidFill>
              <a:srgbClr val="DCE3EE"/>
            </a:solidFill>
            <a:prstDash val="solid"/>
          </a:ln>
        </p:spPr>
      </p:sp>
      <p:sp>
        <p:nvSpPr>
          <p:cNvPr id="8" name="Shape 6"/>
          <p:cNvSpPr/>
          <p:nvPr/>
        </p:nvSpPr>
        <p:spPr>
          <a:xfrm>
            <a:off x="822960" y="2286000"/>
            <a:ext cx="548640" cy="548640"/>
          </a:xfrm>
          <a:prstGeom prst="ellipse">
            <a:avLst>
              <a:gd name="adj" fmla="val 20000"/>
            </a:avLst>
          </a:prstGeom>
          <a:solidFill>
            <a:srgbClr val="E0F8EF"/>
          </a:solidFill>
          <a:ln/>
        </p:spPr>
      </p:sp>
      <p:pic>
        <p:nvPicPr>
          <p:cNvPr id="9" name="Image 0" descr="preencoded.png">    </p:cNvPr>
          <p:cNvPicPr>
            <a:picLocks noChangeAspect="1"/>
          </p:cNvPicPr>
          <p:nvPr/>
        </p:nvPicPr>
        <p:blipFill>
          <a:blip r:embed="rId1"/>
          <a:stretch>
            <a:fillRect/>
          </a:stretch>
        </p:blipFill>
        <p:spPr>
          <a:xfrm>
            <a:off x="965606" y="2428646"/>
            <a:ext cx="263347" cy="263347"/>
          </a:xfrm>
          <a:prstGeom prst="rect">
            <a:avLst/>
          </a:prstGeom>
        </p:spPr>
      </p:pic>
      <p:sp>
        <p:nvSpPr>
          <p:cNvPr id="10" name="Text 7"/>
          <p:cNvSpPr txBox="1"/>
          <p:nvPr/>
        </p:nvSpPr>
        <p:spPr>
          <a:xfrm>
            <a:off x="1508760" y="2359152"/>
            <a:ext cx="1828800" cy="411480"/>
          </a:xfrm>
          <a:prstGeom prst="rect">
            <a:avLst/>
          </a:prstGeom>
          <a:noFill/>
          <a:ln/>
        </p:spPr>
        <p:txBody>
          <a:bodyPr wrap="square" lIns="0" tIns="0" rIns="0" bIns="0" rtlCol="0" anchor="t"/>
          <a:lstStyle/>
          <a:p>
            <a:pPr indent="0" marL="0">
              <a:buNone/>
            </a:pPr>
            <a:r>
              <a:rPr lang="en-US" sz="1800" b="1" dirty="0">
                <a:solidFill>
                  <a:srgbClr val="0F1B2D"/>
                </a:solidFill>
                <a:latin typeface="Malgun Gothic" pitchFamily="34" charset="0"/>
                <a:ea typeface="Malgun Gothic" pitchFamily="34" charset="-122"/>
                <a:cs typeface="Malgun Gothic" pitchFamily="34" charset="-120"/>
              </a:rPr>
              <a:t>서버</a:t>
            </a:r>
            <a:endParaRPr lang="en-US" sz="1800" dirty="0"/>
          </a:p>
        </p:txBody>
      </p:sp>
      <p:sp>
        <p:nvSpPr>
          <p:cNvPr id="11" name="Shape 8"/>
          <p:cNvSpPr/>
          <p:nvPr/>
        </p:nvSpPr>
        <p:spPr>
          <a:xfrm>
            <a:off x="822960" y="2926080"/>
            <a:ext cx="1129284" cy="292608"/>
          </a:xfrm>
          <a:prstGeom prst="roundRect">
            <a:avLst>
              <a:gd name="adj" fmla="val 50000"/>
            </a:avLst>
          </a:prstGeom>
          <a:solidFill>
            <a:srgbClr val="F4F7FC"/>
          </a:solidFill>
          <a:ln/>
        </p:spPr>
      </p:sp>
      <p:sp>
        <p:nvSpPr>
          <p:cNvPr id="12" name="Text 9"/>
          <p:cNvSpPr txBox="1"/>
          <p:nvPr/>
        </p:nvSpPr>
        <p:spPr>
          <a:xfrm>
            <a:off x="822960" y="2926080"/>
            <a:ext cx="1129284" cy="292608"/>
          </a:xfrm>
          <a:prstGeom prst="rect">
            <a:avLst/>
          </a:prstGeom>
          <a:noFill/>
          <a:ln/>
        </p:spPr>
        <p:txBody>
          <a:bodyPr wrap="square" lIns="0" tIns="0" rIns="0" bIns="0" rtlCol="0" anchor="ctr"/>
          <a:lstStyle/>
          <a:p>
            <a:pPr algn="ctr" indent="0" marL="0">
              <a:buNone/>
            </a:pPr>
            <a:r>
              <a:rPr lang="en-US" sz="1050" b="1" dirty="0">
                <a:solidFill>
                  <a:srgbClr val="0F1B2D"/>
                </a:solidFill>
                <a:latin typeface="Malgun Gothic" pitchFamily="34" charset="0"/>
                <a:ea typeface="Malgun Gothic" pitchFamily="34" charset="-122"/>
                <a:cs typeface="Malgun Gothic" pitchFamily="34" charset="-120"/>
              </a:rPr>
              <a:t>Python 3.13</a:t>
            </a:r>
            <a:endParaRPr lang="en-US" sz="1050" dirty="0"/>
          </a:p>
        </p:txBody>
      </p:sp>
      <p:sp>
        <p:nvSpPr>
          <p:cNvPr id="13" name="Shape 10"/>
          <p:cNvSpPr/>
          <p:nvPr/>
        </p:nvSpPr>
        <p:spPr>
          <a:xfrm>
            <a:off x="2061972" y="2926080"/>
            <a:ext cx="1051560" cy="292608"/>
          </a:xfrm>
          <a:prstGeom prst="roundRect">
            <a:avLst>
              <a:gd name="adj" fmla="val 50000"/>
            </a:avLst>
          </a:prstGeom>
          <a:solidFill>
            <a:srgbClr val="F4F7FC"/>
          </a:solidFill>
          <a:ln/>
        </p:spPr>
      </p:sp>
      <p:sp>
        <p:nvSpPr>
          <p:cNvPr id="14" name="Text 11"/>
          <p:cNvSpPr txBox="1"/>
          <p:nvPr/>
        </p:nvSpPr>
        <p:spPr>
          <a:xfrm>
            <a:off x="2061972" y="2926080"/>
            <a:ext cx="1051560" cy="292608"/>
          </a:xfrm>
          <a:prstGeom prst="rect">
            <a:avLst/>
          </a:prstGeom>
          <a:noFill/>
          <a:ln/>
        </p:spPr>
        <p:txBody>
          <a:bodyPr wrap="square" lIns="0" tIns="0" rIns="0" bIns="0" rtlCol="0" anchor="ctr"/>
          <a:lstStyle/>
          <a:p>
            <a:pPr algn="ctr" indent="0" marL="0">
              <a:buNone/>
            </a:pPr>
            <a:r>
              <a:rPr lang="en-US" sz="1050" b="1" dirty="0">
                <a:solidFill>
                  <a:srgbClr val="0F1B2D"/>
                </a:solidFill>
                <a:latin typeface="Malgun Gothic" pitchFamily="34" charset="0"/>
                <a:ea typeface="Malgun Gothic" pitchFamily="34" charset="-122"/>
                <a:cs typeface="Malgun Gothic" pitchFamily="34" charset="-120"/>
              </a:rPr>
              <a:t>Django 6.1</a:t>
            </a:r>
            <a:endParaRPr lang="en-US" sz="1050" dirty="0"/>
          </a:p>
        </p:txBody>
      </p:sp>
      <p:sp>
        <p:nvSpPr>
          <p:cNvPr id="15" name="Text 12"/>
          <p:cNvSpPr txBox="1"/>
          <p:nvPr/>
        </p:nvSpPr>
        <p:spPr>
          <a:xfrm>
            <a:off x="822960" y="3364992"/>
            <a:ext cx="2834640" cy="320040"/>
          </a:xfrm>
          <a:prstGeom prst="rect">
            <a:avLst/>
          </a:prstGeom>
          <a:noFill/>
          <a:ln/>
        </p:spPr>
        <p:txBody>
          <a:bodyPr wrap="square" lIns="0" tIns="0" rIns="0" bIns="0" rtlCol="0" anchor="t"/>
          <a:lstStyle/>
          <a:p>
            <a:pPr indent="0" marL="0">
              <a:lnSpc>
                <a:spcPct val="100000"/>
              </a:lnSpc>
              <a:buNone/>
            </a:pPr>
            <a:r>
              <a:rPr lang="en-US" sz="1150" dirty="0">
                <a:solidFill>
                  <a:srgbClr val="56657A"/>
                </a:solidFill>
                <a:latin typeface="Malgun Gothic" pitchFamily="34" charset="0"/>
                <a:ea typeface="Malgun Gothic" pitchFamily="34" charset="-122"/>
                <a:cs typeface="Malgun Gothic" pitchFamily="34" charset="-120"/>
              </a:rPr>
              <a:t>요청 처리 · 템플릿 · 폼 검증 · 서명</a:t>
            </a:r>
            <a:endParaRPr lang="en-US" sz="1150" dirty="0"/>
          </a:p>
        </p:txBody>
      </p:sp>
      <p:sp>
        <p:nvSpPr>
          <p:cNvPr id="16" name="Shape 13"/>
          <p:cNvSpPr/>
          <p:nvPr/>
        </p:nvSpPr>
        <p:spPr>
          <a:xfrm>
            <a:off x="4160520" y="2011680"/>
            <a:ext cx="3886200" cy="2011680"/>
          </a:xfrm>
          <a:prstGeom prst="roundRect">
            <a:avLst>
              <a:gd name="adj" fmla="val 9091"/>
            </a:avLst>
          </a:prstGeom>
          <a:solidFill>
            <a:srgbClr val="FFFFFF"/>
          </a:solidFill>
          <a:ln w="12700">
            <a:solidFill>
              <a:srgbClr val="DCE3EE"/>
            </a:solidFill>
            <a:prstDash val="solid"/>
          </a:ln>
        </p:spPr>
      </p:sp>
      <p:sp>
        <p:nvSpPr>
          <p:cNvPr id="17" name="Shape 14"/>
          <p:cNvSpPr/>
          <p:nvPr/>
        </p:nvSpPr>
        <p:spPr>
          <a:xfrm>
            <a:off x="4434840" y="2286000"/>
            <a:ext cx="548640" cy="548640"/>
          </a:xfrm>
          <a:prstGeom prst="ellipse">
            <a:avLst>
              <a:gd name="adj" fmla="val 20000"/>
            </a:avLst>
          </a:prstGeom>
          <a:solidFill>
            <a:srgbClr val="E8EFFF"/>
          </a:solidFill>
          <a:ln/>
        </p:spPr>
      </p:sp>
      <p:pic>
        <p:nvPicPr>
          <p:cNvPr id="18" name="Image 1" descr="preencoded.png">    </p:cNvPr>
          <p:cNvPicPr>
            <a:picLocks noChangeAspect="1"/>
          </p:cNvPicPr>
          <p:nvPr/>
        </p:nvPicPr>
        <p:blipFill>
          <a:blip r:embed="rId2"/>
          <a:stretch>
            <a:fillRect/>
          </a:stretch>
        </p:blipFill>
        <p:spPr>
          <a:xfrm>
            <a:off x="4577486" y="2428646"/>
            <a:ext cx="263347" cy="263347"/>
          </a:xfrm>
          <a:prstGeom prst="rect">
            <a:avLst/>
          </a:prstGeom>
        </p:spPr>
      </p:pic>
      <p:sp>
        <p:nvSpPr>
          <p:cNvPr id="19" name="Text 15"/>
          <p:cNvSpPr txBox="1"/>
          <p:nvPr/>
        </p:nvSpPr>
        <p:spPr>
          <a:xfrm>
            <a:off x="5120640" y="2359152"/>
            <a:ext cx="1828800" cy="411480"/>
          </a:xfrm>
          <a:prstGeom prst="rect">
            <a:avLst/>
          </a:prstGeom>
          <a:noFill/>
          <a:ln/>
        </p:spPr>
        <p:txBody>
          <a:bodyPr wrap="square" lIns="0" tIns="0" rIns="0" bIns="0" rtlCol="0" anchor="t"/>
          <a:lstStyle/>
          <a:p>
            <a:pPr indent="0" marL="0">
              <a:buNone/>
            </a:pPr>
            <a:r>
              <a:rPr lang="en-US" sz="1800" b="1" dirty="0">
                <a:solidFill>
                  <a:srgbClr val="0F1B2D"/>
                </a:solidFill>
                <a:latin typeface="Malgun Gothic" pitchFamily="34" charset="0"/>
                <a:ea typeface="Malgun Gothic" pitchFamily="34" charset="-122"/>
                <a:cs typeface="Malgun Gothic" pitchFamily="34" charset="-120"/>
              </a:rPr>
              <a:t>화면</a:t>
            </a:r>
            <a:endParaRPr lang="en-US" sz="1800" dirty="0"/>
          </a:p>
        </p:txBody>
      </p:sp>
      <p:sp>
        <p:nvSpPr>
          <p:cNvPr id="20" name="Shape 16"/>
          <p:cNvSpPr/>
          <p:nvPr/>
        </p:nvSpPr>
        <p:spPr>
          <a:xfrm>
            <a:off x="4434840" y="2926080"/>
            <a:ext cx="1129284" cy="292608"/>
          </a:xfrm>
          <a:prstGeom prst="roundRect">
            <a:avLst>
              <a:gd name="adj" fmla="val 50000"/>
            </a:avLst>
          </a:prstGeom>
          <a:solidFill>
            <a:srgbClr val="F4F7FC"/>
          </a:solidFill>
          <a:ln/>
        </p:spPr>
      </p:sp>
      <p:sp>
        <p:nvSpPr>
          <p:cNvPr id="21" name="Text 17"/>
          <p:cNvSpPr txBox="1"/>
          <p:nvPr/>
        </p:nvSpPr>
        <p:spPr>
          <a:xfrm>
            <a:off x="4434840" y="2926080"/>
            <a:ext cx="1129284" cy="292608"/>
          </a:xfrm>
          <a:prstGeom prst="rect">
            <a:avLst/>
          </a:prstGeom>
          <a:noFill/>
          <a:ln/>
        </p:spPr>
        <p:txBody>
          <a:bodyPr wrap="square" lIns="0" tIns="0" rIns="0" bIns="0" rtlCol="0" anchor="ctr"/>
          <a:lstStyle/>
          <a:p>
            <a:pPr algn="ctr" indent="0" marL="0">
              <a:buNone/>
            </a:pPr>
            <a:r>
              <a:rPr lang="en-US" sz="1050" b="1" dirty="0">
                <a:solidFill>
                  <a:srgbClr val="0F1B2D"/>
                </a:solidFill>
                <a:latin typeface="Malgun Gothic" pitchFamily="34" charset="0"/>
                <a:ea typeface="Malgun Gothic" pitchFamily="34" charset="-122"/>
                <a:cs typeface="Malgun Gothic" pitchFamily="34" charset="-120"/>
              </a:rPr>
              <a:t>HTML/CSS/JS</a:t>
            </a:r>
            <a:endParaRPr lang="en-US" sz="1050" dirty="0"/>
          </a:p>
        </p:txBody>
      </p:sp>
      <p:sp>
        <p:nvSpPr>
          <p:cNvPr id="22" name="Shape 18"/>
          <p:cNvSpPr/>
          <p:nvPr/>
        </p:nvSpPr>
        <p:spPr>
          <a:xfrm>
            <a:off x="5673852" y="2926080"/>
            <a:ext cx="896112" cy="292608"/>
          </a:xfrm>
          <a:prstGeom prst="roundRect">
            <a:avLst>
              <a:gd name="adj" fmla="val 50000"/>
            </a:avLst>
          </a:prstGeom>
          <a:solidFill>
            <a:srgbClr val="F4F7FC"/>
          </a:solidFill>
          <a:ln/>
        </p:spPr>
      </p:sp>
      <p:sp>
        <p:nvSpPr>
          <p:cNvPr id="23" name="Text 19"/>
          <p:cNvSpPr txBox="1"/>
          <p:nvPr/>
        </p:nvSpPr>
        <p:spPr>
          <a:xfrm>
            <a:off x="5673852" y="2926080"/>
            <a:ext cx="896112" cy="292608"/>
          </a:xfrm>
          <a:prstGeom prst="rect">
            <a:avLst/>
          </a:prstGeom>
          <a:noFill/>
          <a:ln/>
        </p:spPr>
        <p:txBody>
          <a:bodyPr wrap="square" lIns="0" tIns="0" rIns="0" bIns="0" rtlCol="0" anchor="ctr"/>
          <a:lstStyle/>
          <a:p>
            <a:pPr algn="ctr" indent="0" marL="0">
              <a:buNone/>
            </a:pPr>
            <a:r>
              <a:rPr lang="en-US" sz="1050" b="1" dirty="0">
                <a:solidFill>
                  <a:srgbClr val="0F1B2D"/>
                </a:solidFill>
                <a:latin typeface="Malgun Gothic" pitchFamily="34" charset="0"/>
                <a:ea typeface="Malgun Gothic" pitchFamily="34" charset="-122"/>
                <a:cs typeface="Malgun Gothic" pitchFamily="34" charset="-120"/>
              </a:rPr>
              <a:t>HTMX 2.0</a:t>
            </a:r>
            <a:endParaRPr lang="en-US" sz="1050" dirty="0"/>
          </a:p>
        </p:txBody>
      </p:sp>
      <p:sp>
        <p:nvSpPr>
          <p:cNvPr id="24" name="Shape 20"/>
          <p:cNvSpPr/>
          <p:nvPr/>
        </p:nvSpPr>
        <p:spPr>
          <a:xfrm>
            <a:off x="6679692" y="2926080"/>
            <a:ext cx="1129284" cy="292608"/>
          </a:xfrm>
          <a:prstGeom prst="roundRect">
            <a:avLst>
              <a:gd name="adj" fmla="val 50000"/>
            </a:avLst>
          </a:prstGeom>
          <a:solidFill>
            <a:srgbClr val="F4F7FC"/>
          </a:solidFill>
          <a:ln/>
        </p:spPr>
      </p:sp>
      <p:sp>
        <p:nvSpPr>
          <p:cNvPr id="25" name="Text 21"/>
          <p:cNvSpPr txBox="1"/>
          <p:nvPr/>
        </p:nvSpPr>
        <p:spPr>
          <a:xfrm>
            <a:off x="6679692" y="2926080"/>
            <a:ext cx="1129284" cy="292608"/>
          </a:xfrm>
          <a:prstGeom prst="rect">
            <a:avLst/>
          </a:prstGeom>
          <a:noFill/>
          <a:ln/>
        </p:spPr>
        <p:txBody>
          <a:bodyPr wrap="square" lIns="0" tIns="0" rIns="0" bIns="0" rtlCol="0" anchor="ctr"/>
          <a:lstStyle/>
          <a:p>
            <a:pPr algn="ctr" indent="0" marL="0">
              <a:buNone/>
            </a:pPr>
            <a:r>
              <a:rPr lang="en-US" sz="1050" b="1" dirty="0">
                <a:solidFill>
                  <a:srgbClr val="0F1B2D"/>
                </a:solidFill>
                <a:latin typeface="Malgun Gothic" pitchFamily="34" charset="0"/>
                <a:ea typeface="Malgun Gothic" pitchFamily="34" charset="-122"/>
                <a:cs typeface="Malgun Gothic" pitchFamily="34" charset="-120"/>
              </a:rPr>
              <a:t>ECharts 5.6</a:t>
            </a:r>
            <a:endParaRPr lang="en-US" sz="1050" dirty="0"/>
          </a:p>
        </p:txBody>
      </p:sp>
      <p:sp>
        <p:nvSpPr>
          <p:cNvPr id="26" name="Text 22"/>
          <p:cNvSpPr txBox="1"/>
          <p:nvPr/>
        </p:nvSpPr>
        <p:spPr>
          <a:xfrm>
            <a:off x="4434840" y="3364992"/>
            <a:ext cx="3337560" cy="320040"/>
          </a:xfrm>
          <a:prstGeom prst="rect">
            <a:avLst/>
          </a:prstGeom>
          <a:noFill/>
          <a:ln/>
        </p:spPr>
        <p:txBody>
          <a:bodyPr wrap="square" lIns="0" tIns="0" rIns="0" bIns="0" rtlCol="0" anchor="t"/>
          <a:lstStyle/>
          <a:p>
            <a:pPr indent="0" marL="0">
              <a:lnSpc>
                <a:spcPct val="100000"/>
              </a:lnSpc>
              <a:buNone/>
            </a:pPr>
            <a:r>
              <a:rPr lang="en-US" sz="1150" dirty="0">
                <a:solidFill>
                  <a:srgbClr val="56657A"/>
                </a:solidFill>
                <a:latin typeface="Malgun Gothic" pitchFamily="34" charset="0"/>
                <a:ea typeface="Malgun Gothic" pitchFamily="34" charset="-122"/>
                <a:cs typeface="Malgun Gothic" pitchFamily="34" charset="-120"/>
              </a:rPr>
              <a:t>부분 갱신 · 지역 지도 · 분포 시각화</a:t>
            </a:r>
            <a:endParaRPr lang="en-US" sz="1150" dirty="0"/>
          </a:p>
        </p:txBody>
      </p:sp>
      <p:sp>
        <p:nvSpPr>
          <p:cNvPr id="27" name="Shape 23"/>
          <p:cNvSpPr/>
          <p:nvPr/>
        </p:nvSpPr>
        <p:spPr>
          <a:xfrm>
            <a:off x="8321040" y="2011680"/>
            <a:ext cx="3319272" cy="4206240"/>
          </a:xfrm>
          <a:prstGeom prst="roundRect">
            <a:avLst>
              <a:gd name="adj" fmla="val 5510"/>
            </a:avLst>
          </a:prstGeom>
          <a:solidFill>
            <a:srgbClr val="011F47"/>
          </a:solidFill>
          <a:ln/>
        </p:spPr>
      </p:sp>
      <p:sp>
        <p:nvSpPr>
          <p:cNvPr id="28" name="Shape 24"/>
          <p:cNvSpPr/>
          <p:nvPr/>
        </p:nvSpPr>
        <p:spPr>
          <a:xfrm>
            <a:off x="8595360" y="2286000"/>
            <a:ext cx="548640" cy="548640"/>
          </a:xfrm>
          <a:prstGeom prst="ellipse">
            <a:avLst>
              <a:gd name="adj" fmla="val 20000"/>
            </a:avLst>
          </a:prstGeom>
          <a:solidFill>
            <a:srgbClr val="00C98E"/>
          </a:solidFill>
          <a:ln/>
        </p:spPr>
      </p:sp>
      <p:pic>
        <p:nvPicPr>
          <p:cNvPr id="29" name="Image 2" descr="preencoded.png">    </p:cNvPr>
          <p:cNvPicPr>
            <a:picLocks noChangeAspect="1"/>
          </p:cNvPicPr>
          <p:nvPr/>
        </p:nvPicPr>
        <p:blipFill>
          <a:blip r:embed="rId3"/>
          <a:stretch>
            <a:fillRect/>
          </a:stretch>
        </p:blipFill>
        <p:spPr>
          <a:xfrm>
            <a:off x="8738006" y="2428646"/>
            <a:ext cx="263347" cy="263347"/>
          </a:xfrm>
          <a:prstGeom prst="rect">
            <a:avLst/>
          </a:prstGeom>
        </p:spPr>
      </p:pic>
      <p:sp>
        <p:nvSpPr>
          <p:cNvPr id="30" name="Text 25"/>
          <p:cNvSpPr txBox="1"/>
          <p:nvPr/>
        </p:nvSpPr>
        <p:spPr>
          <a:xfrm>
            <a:off x="9281160" y="2359152"/>
            <a:ext cx="1828800" cy="411480"/>
          </a:xfrm>
          <a:prstGeom prst="rect">
            <a:avLst/>
          </a:prstGeom>
          <a:noFill/>
          <a:ln/>
        </p:spPr>
        <p:txBody>
          <a:bodyPr wrap="square" lIns="0" tIns="0" rIns="0" bIns="0" rtlCol="0" anchor="t"/>
          <a:lstStyle/>
          <a:p>
            <a:pPr indent="0" marL="0">
              <a:buNone/>
            </a:pPr>
            <a:r>
              <a:rPr lang="en-US" sz="1800" b="1" dirty="0">
                <a:solidFill>
                  <a:srgbClr val="FFFFFF"/>
                </a:solidFill>
                <a:latin typeface="Malgun Gothic" pitchFamily="34" charset="0"/>
                <a:ea typeface="Malgun Gothic" pitchFamily="34" charset="-122"/>
                <a:cs typeface="Malgun Gothic" pitchFamily="34" charset="-120"/>
              </a:rPr>
              <a:t>AI</a:t>
            </a:r>
            <a:endParaRPr lang="en-US" sz="1800" dirty="0"/>
          </a:p>
        </p:txBody>
      </p:sp>
      <p:sp>
        <p:nvSpPr>
          <p:cNvPr id="31" name="Shape 26"/>
          <p:cNvSpPr/>
          <p:nvPr/>
        </p:nvSpPr>
        <p:spPr>
          <a:xfrm>
            <a:off x="8595360" y="2926080"/>
            <a:ext cx="1207008" cy="292608"/>
          </a:xfrm>
          <a:prstGeom prst="roundRect">
            <a:avLst>
              <a:gd name="adj" fmla="val 50000"/>
            </a:avLst>
          </a:prstGeom>
          <a:solidFill>
            <a:srgbClr val="0A2C5C"/>
          </a:solidFill>
          <a:ln/>
        </p:spPr>
      </p:sp>
      <p:sp>
        <p:nvSpPr>
          <p:cNvPr id="32" name="Text 27"/>
          <p:cNvSpPr txBox="1"/>
          <p:nvPr/>
        </p:nvSpPr>
        <p:spPr>
          <a:xfrm>
            <a:off x="8595360" y="2926080"/>
            <a:ext cx="1207008" cy="292608"/>
          </a:xfrm>
          <a:prstGeom prst="rect">
            <a:avLst/>
          </a:prstGeom>
          <a:noFill/>
          <a:ln/>
        </p:spPr>
        <p:txBody>
          <a:bodyPr wrap="square" lIns="0" tIns="0" rIns="0" bIns="0" rtlCol="0" anchor="ctr"/>
          <a:lstStyle/>
          <a:p>
            <a:pPr algn="ctr" indent="0" marL="0">
              <a:buNone/>
            </a:pPr>
            <a:r>
              <a:rPr lang="en-US" sz="1050" b="1" dirty="0">
                <a:solidFill>
                  <a:srgbClr val="00C98E"/>
                </a:solidFill>
                <a:latin typeface="Malgun Gothic" pitchFamily="34" charset="0"/>
                <a:ea typeface="Malgun Gothic" pitchFamily="34" charset="-122"/>
                <a:cs typeface="Malgun Gothic" pitchFamily="34" charset="-120"/>
              </a:rPr>
              <a:t>google-genai</a:t>
            </a:r>
            <a:endParaRPr lang="en-US" sz="1050" dirty="0"/>
          </a:p>
        </p:txBody>
      </p:sp>
      <p:sp>
        <p:nvSpPr>
          <p:cNvPr id="33" name="Shape 28"/>
          <p:cNvSpPr/>
          <p:nvPr/>
        </p:nvSpPr>
        <p:spPr>
          <a:xfrm>
            <a:off x="9912096" y="2926080"/>
            <a:ext cx="740664" cy="292608"/>
          </a:xfrm>
          <a:prstGeom prst="roundRect">
            <a:avLst>
              <a:gd name="adj" fmla="val 50000"/>
            </a:avLst>
          </a:prstGeom>
          <a:solidFill>
            <a:srgbClr val="0A2C5C"/>
          </a:solidFill>
          <a:ln/>
        </p:spPr>
      </p:sp>
      <p:sp>
        <p:nvSpPr>
          <p:cNvPr id="34" name="Text 29"/>
          <p:cNvSpPr txBox="1"/>
          <p:nvPr/>
        </p:nvSpPr>
        <p:spPr>
          <a:xfrm>
            <a:off x="9912096" y="2926080"/>
            <a:ext cx="740664" cy="292608"/>
          </a:xfrm>
          <a:prstGeom prst="rect">
            <a:avLst/>
          </a:prstGeom>
          <a:noFill/>
          <a:ln/>
        </p:spPr>
        <p:txBody>
          <a:bodyPr wrap="square" lIns="0" tIns="0" rIns="0" bIns="0" rtlCol="0" anchor="ctr"/>
          <a:lstStyle/>
          <a:p>
            <a:pPr algn="ctr" indent="0" marL="0">
              <a:buNone/>
            </a:pPr>
            <a:r>
              <a:rPr lang="en-US" sz="1050" b="1" dirty="0">
                <a:solidFill>
                  <a:srgbClr val="00C98E"/>
                </a:solidFill>
                <a:latin typeface="Malgun Gothic" pitchFamily="34" charset="0"/>
                <a:ea typeface="Malgun Gothic" pitchFamily="34" charset="-122"/>
                <a:cs typeface="Malgun Gothic" pitchFamily="34" charset="-120"/>
              </a:rPr>
              <a:t>Gemini</a:t>
            </a:r>
            <a:endParaRPr lang="en-US" sz="1050" dirty="0"/>
          </a:p>
        </p:txBody>
      </p:sp>
      <p:sp>
        <p:nvSpPr>
          <p:cNvPr id="35" name="Shape 30"/>
          <p:cNvSpPr/>
          <p:nvPr/>
        </p:nvSpPr>
        <p:spPr>
          <a:xfrm>
            <a:off x="8595360" y="3291840"/>
            <a:ext cx="1074420" cy="292608"/>
          </a:xfrm>
          <a:prstGeom prst="roundRect">
            <a:avLst>
              <a:gd name="adj" fmla="val 50000"/>
            </a:avLst>
          </a:prstGeom>
          <a:solidFill>
            <a:srgbClr val="0A2C5C"/>
          </a:solidFill>
          <a:ln/>
        </p:spPr>
      </p:sp>
      <p:sp>
        <p:nvSpPr>
          <p:cNvPr id="36" name="Text 31"/>
          <p:cNvSpPr txBox="1"/>
          <p:nvPr/>
        </p:nvSpPr>
        <p:spPr>
          <a:xfrm>
            <a:off x="8595360" y="3291840"/>
            <a:ext cx="1074420" cy="292608"/>
          </a:xfrm>
          <a:prstGeom prst="rect">
            <a:avLst/>
          </a:prstGeom>
          <a:noFill/>
          <a:ln/>
        </p:spPr>
        <p:txBody>
          <a:bodyPr wrap="square" lIns="0" tIns="0" rIns="0" bIns="0" rtlCol="0" anchor="ctr"/>
          <a:lstStyle/>
          <a:p>
            <a:pPr algn="ctr" indent="0" marL="0">
              <a:buNone/>
            </a:pPr>
            <a:r>
              <a:rPr lang="en-US" sz="1050" b="1" dirty="0">
                <a:solidFill>
                  <a:srgbClr val="00C98E"/>
                </a:solidFill>
                <a:latin typeface="Malgun Gothic" pitchFamily="34" charset="0"/>
                <a:ea typeface="Malgun Gothic" pitchFamily="34" charset="-122"/>
                <a:cs typeface="Malgun Gothic" pitchFamily="34" charset="-120"/>
              </a:rPr>
              <a:t>JSON 스키마</a:t>
            </a:r>
            <a:endParaRPr lang="en-US" sz="1050" dirty="0"/>
          </a:p>
        </p:txBody>
      </p:sp>
      <p:sp>
        <p:nvSpPr>
          <p:cNvPr id="37" name="Text 32"/>
          <p:cNvSpPr txBox="1"/>
          <p:nvPr/>
        </p:nvSpPr>
        <p:spPr>
          <a:xfrm>
            <a:off x="8595360" y="4343400"/>
            <a:ext cx="2770632" cy="1280160"/>
          </a:xfrm>
          <a:prstGeom prst="rect">
            <a:avLst/>
          </a:prstGeom>
          <a:noFill/>
          <a:ln/>
        </p:spPr>
        <p:txBody>
          <a:bodyPr wrap="square" lIns="0" tIns="0" rIns="0" bIns="0" rtlCol="0" anchor="t"/>
          <a:lstStyle/>
          <a:p>
            <a:pPr indent="0" marL="0">
              <a:lnSpc>
                <a:spcPct val="140000"/>
              </a:lnSpc>
              <a:buNone/>
            </a:pPr>
            <a:r>
              <a:rPr lang="en-US" sz="1400" dirty="0">
                <a:solidFill>
                  <a:srgbClr val="C9D6EA"/>
                </a:solidFill>
                <a:latin typeface="Malgun Gothic" pitchFamily="34" charset="0"/>
                <a:ea typeface="Malgun Gothic" pitchFamily="34" charset="-122"/>
                <a:cs typeface="Malgun Gothic" pitchFamily="34" charset="-120"/>
              </a:rPr>
              <a:t>서버에서 Gemini 호출</a:t>
            </a:r>
            <a:endParaRPr lang="en-US" sz="1400" dirty="0"/>
          </a:p>
          <a:p>
            <a:pPr indent="0" marL="0">
              <a:lnSpc>
                <a:spcPct val="140000"/>
              </a:lnSpc>
              <a:buNone/>
            </a:pPr>
            <a:r>
              <a:rPr lang="en-US" sz="1400" dirty="0">
                <a:solidFill>
                  <a:srgbClr val="C9D6EA"/>
                </a:solidFill>
                <a:latin typeface="Malgun Gothic" pitchFamily="34" charset="0"/>
                <a:ea typeface="Malgun Gothic" pitchFamily="34" charset="-122"/>
                <a:cs typeface="Malgun Gothic" pitchFamily="34" charset="-120"/>
              </a:rPr>
              <a:t>구조화 응답 검증</a:t>
            </a:r>
            <a:endParaRPr lang="en-US" sz="1400" dirty="0"/>
          </a:p>
          <a:p>
            <a:pPr indent="0" marL="0">
              <a:lnSpc>
                <a:spcPct val="140000"/>
              </a:lnSpc>
              <a:buNone/>
            </a:pPr>
            <a:r>
              <a:rPr lang="en-US" sz="1400" dirty="0">
                <a:solidFill>
                  <a:srgbClr val="C9D6EA"/>
                </a:solidFill>
                <a:latin typeface="Malgun Gothic" pitchFamily="34" charset="0"/>
                <a:ea typeface="Malgun Gothic" pitchFamily="34" charset="-122"/>
                <a:cs typeface="Malgun Gothic" pitchFamily="34" charset="-120"/>
              </a:rPr>
              <a:t>공급자 어댑터 분리</a:t>
            </a:r>
            <a:endParaRPr lang="en-US" sz="1400" dirty="0"/>
          </a:p>
        </p:txBody>
      </p:sp>
      <p:sp>
        <p:nvSpPr>
          <p:cNvPr id="38" name="Shape 33"/>
          <p:cNvSpPr/>
          <p:nvPr/>
        </p:nvSpPr>
        <p:spPr>
          <a:xfrm>
            <a:off x="548640" y="4206240"/>
            <a:ext cx="3886200" cy="2011680"/>
          </a:xfrm>
          <a:prstGeom prst="roundRect">
            <a:avLst>
              <a:gd name="adj" fmla="val 9091"/>
            </a:avLst>
          </a:prstGeom>
          <a:solidFill>
            <a:srgbClr val="FFFFFF"/>
          </a:solidFill>
          <a:ln w="12700">
            <a:solidFill>
              <a:srgbClr val="DCE3EE"/>
            </a:solidFill>
            <a:prstDash val="solid"/>
          </a:ln>
        </p:spPr>
      </p:sp>
      <p:sp>
        <p:nvSpPr>
          <p:cNvPr id="39" name="Shape 34"/>
          <p:cNvSpPr/>
          <p:nvPr/>
        </p:nvSpPr>
        <p:spPr>
          <a:xfrm>
            <a:off x="822960" y="4480560"/>
            <a:ext cx="548640" cy="548640"/>
          </a:xfrm>
          <a:prstGeom prst="ellipse">
            <a:avLst>
              <a:gd name="adj" fmla="val 20000"/>
            </a:avLst>
          </a:prstGeom>
          <a:solidFill>
            <a:srgbClr val="EFEBFF"/>
          </a:solidFill>
          <a:ln/>
        </p:spPr>
      </p:sp>
      <p:pic>
        <p:nvPicPr>
          <p:cNvPr id="40" name="Image 3" descr="preencoded.png">    </p:cNvPr>
          <p:cNvPicPr>
            <a:picLocks noChangeAspect="1"/>
          </p:cNvPicPr>
          <p:nvPr/>
        </p:nvPicPr>
        <p:blipFill>
          <a:blip r:embed="rId4"/>
          <a:stretch>
            <a:fillRect/>
          </a:stretch>
        </p:blipFill>
        <p:spPr>
          <a:xfrm>
            <a:off x="965606" y="4623206"/>
            <a:ext cx="263347" cy="263347"/>
          </a:xfrm>
          <a:prstGeom prst="rect">
            <a:avLst/>
          </a:prstGeom>
        </p:spPr>
      </p:pic>
      <p:sp>
        <p:nvSpPr>
          <p:cNvPr id="41" name="Text 35"/>
          <p:cNvSpPr txBox="1"/>
          <p:nvPr/>
        </p:nvSpPr>
        <p:spPr>
          <a:xfrm>
            <a:off x="1508760" y="4553712"/>
            <a:ext cx="1828800" cy="411480"/>
          </a:xfrm>
          <a:prstGeom prst="rect">
            <a:avLst/>
          </a:prstGeom>
          <a:noFill/>
          <a:ln/>
        </p:spPr>
        <p:txBody>
          <a:bodyPr wrap="square" lIns="0" tIns="0" rIns="0" bIns="0" rtlCol="0" anchor="t"/>
          <a:lstStyle/>
          <a:p>
            <a:pPr indent="0" marL="0">
              <a:buNone/>
            </a:pPr>
            <a:r>
              <a:rPr lang="en-US" sz="1800" b="1" dirty="0">
                <a:solidFill>
                  <a:srgbClr val="0F1B2D"/>
                </a:solidFill>
                <a:latin typeface="Malgun Gothic" pitchFamily="34" charset="0"/>
                <a:ea typeface="Malgun Gothic" pitchFamily="34" charset="-122"/>
                <a:cs typeface="Malgun Gothic" pitchFamily="34" charset="-120"/>
              </a:rPr>
              <a:t>데이터</a:t>
            </a:r>
            <a:endParaRPr lang="en-US" sz="1800" dirty="0"/>
          </a:p>
        </p:txBody>
      </p:sp>
      <p:sp>
        <p:nvSpPr>
          <p:cNvPr id="42" name="Shape 36"/>
          <p:cNvSpPr/>
          <p:nvPr/>
        </p:nvSpPr>
        <p:spPr>
          <a:xfrm>
            <a:off x="822960" y="5120640"/>
            <a:ext cx="507492" cy="292608"/>
          </a:xfrm>
          <a:prstGeom prst="roundRect">
            <a:avLst>
              <a:gd name="adj" fmla="val 50000"/>
            </a:avLst>
          </a:prstGeom>
          <a:solidFill>
            <a:srgbClr val="F4F7FC"/>
          </a:solidFill>
          <a:ln/>
        </p:spPr>
      </p:sp>
      <p:sp>
        <p:nvSpPr>
          <p:cNvPr id="43" name="Text 37"/>
          <p:cNvSpPr txBox="1"/>
          <p:nvPr/>
        </p:nvSpPr>
        <p:spPr>
          <a:xfrm>
            <a:off x="822960" y="5120640"/>
            <a:ext cx="507492" cy="292608"/>
          </a:xfrm>
          <a:prstGeom prst="rect">
            <a:avLst/>
          </a:prstGeom>
          <a:noFill/>
          <a:ln/>
        </p:spPr>
        <p:txBody>
          <a:bodyPr wrap="square" lIns="0" tIns="0" rIns="0" bIns="0" rtlCol="0" anchor="ctr"/>
          <a:lstStyle/>
          <a:p>
            <a:pPr algn="ctr" indent="0" marL="0">
              <a:buNone/>
            </a:pPr>
            <a:r>
              <a:rPr lang="en-US" sz="1050" b="1" dirty="0">
                <a:solidFill>
                  <a:srgbClr val="0F1B2D"/>
                </a:solidFill>
                <a:latin typeface="Malgun Gothic" pitchFamily="34" charset="0"/>
                <a:ea typeface="Malgun Gothic" pitchFamily="34" charset="-122"/>
                <a:cs typeface="Malgun Gothic" pitchFamily="34" charset="-120"/>
              </a:rPr>
              <a:t>CSV</a:t>
            </a:r>
            <a:endParaRPr lang="en-US" sz="1050" dirty="0"/>
          </a:p>
        </p:txBody>
      </p:sp>
      <p:sp>
        <p:nvSpPr>
          <p:cNvPr id="44" name="Shape 38"/>
          <p:cNvSpPr/>
          <p:nvPr/>
        </p:nvSpPr>
        <p:spPr>
          <a:xfrm>
            <a:off x="1440180" y="5120640"/>
            <a:ext cx="1129284" cy="292608"/>
          </a:xfrm>
          <a:prstGeom prst="roundRect">
            <a:avLst>
              <a:gd name="adj" fmla="val 50000"/>
            </a:avLst>
          </a:prstGeom>
          <a:solidFill>
            <a:srgbClr val="F4F7FC"/>
          </a:solidFill>
          <a:ln/>
        </p:spPr>
      </p:sp>
      <p:sp>
        <p:nvSpPr>
          <p:cNvPr id="45" name="Text 39"/>
          <p:cNvSpPr txBox="1"/>
          <p:nvPr/>
        </p:nvSpPr>
        <p:spPr>
          <a:xfrm>
            <a:off x="1440180" y="5120640"/>
            <a:ext cx="1129284" cy="292608"/>
          </a:xfrm>
          <a:prstGeom prst="rect">
            <a:avLst/>
          </a:prstGeom>
          <a:noFill/>
          <a:ln/>
        </p:spPr>
        <p:txBody>
          <a:bodyPr wrap="square" lIns="0" tIns="0" rIns="0" bIns="0" rtlCol="0" anchor="ctr"/>
          <a:lstStyle/>
          <a:p>
            <a:pPr algn="ctr" indent="0" marL="0">
              <a:buNone/>
            </a:pPr>
            <a:r>
              <a:rPr lang="en-US" sz="1050" b="1" dirty="0">
                <a:solidFill>
                  <a:srgbClr val="0F1B2D"/>
                </a:solidFill>
                <a:latin typeface="Malgun Gothic" pitchFamily="34" charset="0"/>
                <a:ea typeface="Malgun Gothic" pitchFamily="34" charset="-122"/>
                <a:cs typeface="Malgun Gothic" pitchFamily="34" charset="-120"/>
              </a:rPr>
              <a:t>APScheduler</a:t>
            </a:r>
            <a:endParaRPr lang="en-US" sz="1050" dirty="0"/>
          </a:p>
        </p:txBody>
      </p:sp>
      <p:sp>
        <p:nvSpPr>
          <p:cNvPr id="46" name="Shape 40"/>
          <p:cNvSpPr/>
          <p:nvPr/>
        </p:nvSpPr>
        <p:spPr>
          <a:xfrm>
            <a:off x="2679192" y="5120640"/>
            <a:ext cx="896112" cy="292608"/>
          </a:xfrm>
          <a:prstGeom prst="roundRect">
            <a:avLst>
              <a:gd name="adj" fmla="val 50000"/>
            </a:avLst>
          </a:prstGeom>
          <a:solidFill>
            <a:srgbClr val="F4F7FC"/>
          </a:solidFill>
          <a:ln/>
        </p:spPr>
      </p:sp>
      <p:sp>
        <p:nvSpPr>
          <p:cNvPr id="47" name="Text 41"/>
          <p:cNvSpPr txBox="1"/>
          <p:nvPr/>
        </p:nvSpPr>
        <p:spPr>
          <a:xfrm>
            <a:off x="2679192" y="5120640"/>
            <a:ext cx="896112" cy="292608"/>
          </a:xfrm>
          <a:prstGeom prst="rect">
            <a:avLst/>
          </a:prstGeom>
          <a:noFill/>
          <a:ln/>
        </p:spPr>
        <p:txBody>
          <a:bodyPr wrap="square" lIns="0" tIns="0" rIns="0" bIns="0" rtlCol="0" anchor="ctr"/>
          <a:lstStyle/>
          <a:p>
            <a:pPr algn="ctr" indent="0" marL="0">
              <a:buNone/>
            </a:pPr>
            <a:r>
              <a:rPr lang="en-US" sz="1050" b="1" dirty="0">
                <a:solidFill>
                  <a:srgbClr val="0F1B2D"/>
                </a:solidFill>
                <a:latin typeface="Malgun Gothic" pitchFamily="34" charset="0"/>
                <a:ea typeface="Malgun Gothic" pitchFamily="34" charset="-122"/>
                <a:cs typeface="Malgun Gothic" pitchFamily="34" charset="-120"/>
              </a:rPr>
              <a:t>openpyxl</a:t>
            </a:r>
            <a:endParaRPr lang="en-US" sz="1050" dirty="0"/>
          </a:p>
        </p:txBody>
      </p:sp>
      <p:sp>
        <p:nvSpPr>
          <p:cNvPr id="48" name="Shape 42"/>
          <p:cNvSpPr/>
          <p:nvPr/>
        </p:nvSpPr>
        <p:spPr>
          <a:xfrm>
            <a:off x="3685032" y="5120640"/>
            <a:ext cx="507492" cy="292608"/>
          </a:xfrm>
          <a:prstGeom prst="roundRect">
            <a:avLst>
              <a:gd name="adj" fmla="val 50000"/>
            </a:avLst>
          </a:prstGeom>
          <a:solidFill>
            <a:srgbClr val="F4F7FC"/>
          </a:solidFill>
          <a:ln/>
        </p:spPr>
      </p:sp>
      <p:sp>
        <p:nvSpPr>
          <p:cNvPr id="49" name="Text 43"/>
          <p:cNvSpPr txBox="1"/>
          <p:nvPr/>
        </p:nvSpPr>
        <p:spPr>
          <a:xfrm>
            <a:off x="3685032" y="5120640"/>
            <a:ext cx="507492" cy="292608"/>
          </a:xfrm>
          <a:prstGeom prst="rect">
            <a:avLst/>
          </a:prstGeom>
          <a:noFill/>
          <a:ln/>
        </p:spPr>
        <p:txBody>
          <a:bodyPr wrap="square" lIns="0" tIns="0" rIns="0" bIns="0" rtlCol="0" anchor="ctr"/>
          <a:lstStyle/>
          <a:p>
            <a:pPr algn="ctr" indent="0" marL="0">
              <a:buNone/>
            </a:pPr>
            <a:r>
              <a:rPr lang="en-US" sz="1050" b="1" dirty="0">
                <a:solidFill>
                  <a:srgbClr val="0F1B2D"/>
                </a:solidFill>
                <a:latin typeface="Malgun Gothic" pitchFamily="34" charset="0"/>
                <a:ea typeface="Malgun Gothic" pitchFamily="34" charset="-122"/>
                <a:cs typeface="Malgun Gothic" pitchFamily="34" charset="-120"/>
              </a:rPr>
              <a:t>bs4</a:t>
            </a:r>
            <a:endParaRPr lang="en-US" sz="1050" dirty="0"/>
          </a:p>
        </p:txBody>
      </p:sp>
      <p:sp>
        <p:nvSpPr>
          <p:cNvPr id="50" name="Text 44"/>
          <p:cNvSpPr txBox="1"/>
          <p:nvPr/>
        </p:nvSpPr>
        <p:spPr>
          <a:xfrm>
            <a:off x="822960" y="5559552"/>
            <a:ext cx="3337560" cy="320040"/>
          </a:xfrm>
          <a:prstGeom prst="rect">
            <a:avLst/>
          </a:prstGeom>
          <a:noFill/>
          <a:ln/>
        </p:spPr>
        <p:txBody>
          <a:bodyPr wrap="square" lIns="0" tIns="0" rIns="0" bIns="0" rtlCol="0" anchor="t"/>
          <a:lstStyle/>
          <a:p>
            <a:pPr indent="0" marL="0">
              <a:lnSpc>
                <a:spcPct val="100000"/>
              </a:lnSpc>
              <a:buNone/>
            </a:pPr>
            <a:r>
              <a:rPr lang="en-US" sz="1150" dirty="0">
                <a:solidFill>
                  <a:srgbClr val="56657A"/>
                </a:solidFill>
                <a:latin typeface="Malgun Gothic" pitchFamily="34" charset="0"/>
                <a:ea typeface="Malgun Gothic" pitchFamily="34" charset="-122"/>
                <a:cs typeface="Malgun Gothic" pitchFamily="34" charset="-120"/>
              </a:rPr>
              <a:t>정기 배치 · Excel 생성 · 정책 파싱</a:t>
            </a:r>
            <a:endParaRPr lang="en-US" sz="1150" dirty="0"/>
          </a:p>
        </p:txBody>
      </p:sp>
      <p:sp>
        <p:nvSpPr>
          <p:cNvPr id="51" name="Shape 45"/>
          <p:cNvSpPr/>
          <p:nvPr/>
        </p:nvSpPr>
        <p:spPr>
          <a:xfrm>
            <a:off x="4663440" y="4206240"/>
            <a:ext cx="3383280" cy="2011680"/>
          </a:xfrm>
          <a:prstGeom prst="roundRect">
            <a:avLst>
              <a:gd name="adj" fmla="val 9091"/>
            </a:avLst>
          </a:prstGeom>
          <a:solidFill>
            <a:srgbClr val="FFFFFF"/>
          </a:solidFill>
          <a:ln w="12700">
            <a:solidFill>
              <a:srgbClr val="DCE3EE"/>
            </a:solidFill>
            <a:prstDash val="solid"/>
          </a:ln>
        </p:spPr>
      </p:sp>
      <p:sp>
        <p:nvSpPr>
          <p:cNvPr id="52" name="Shape 46"/>
          <p:cNvSpPr/>
          <p:nvPr/>
        </p:nvSpPr>
        <p:spPr>
          <a:xfrm>
            <a:off x="4937760" y="4480560"/>
            <a:ext cx="548640" cy="548640"/>
          </a:xfrm>
          <a:prstGeom prst="ellipse">
            <a:avLst>
              <a:gd name="adj" fmla="val 20000"/>
            </a:avLst>
          </a:prstGeom>
          <a:solidFill>
            <a:srgbClr val="FFF1E0"/>
          </a:solidFill>
          <a:ln/>
        </p:spPr>
      </p:sp>
      <p:pic>
        <p:nvPicPr>
          <p:cNvPr id="53" name="Image 4" descr="preencoded.png">    </p:cNvPr>
          <p:cNvPicPr>
            <a:picLocks noChangeAspect="1"/>
          </p:cNvPicPr>
          <p:nvPr/>
        </p:nvPicPr>
        <p:blipFill>
          <a:blip r:embed="rId5"/>
          <a:stretch>
            <a:fillRect/>
          </a:stretch>
        </p:blipFill>
        <p:spPr>
          <a:xfrm>
            <a:off x="5080406" y="4623206"/>
            <a:ext cx="263347" cy="263347"/>
          </a:xfrm>
          <a:prstGeom prst="rect">
            <a:avLst/>
          </a:prstGeom>
        </p:spPr>
      </p:pic>
      <p:sp>
        <p:nvSpPr>
          <p:cNvPr id="54" name="Text 47"/>
          <p:cNvSpPr txBox="1"/>
          <p:nvPr/>
        </p:nvSpPr>
        <p:spPr>
          <a:xfrm>
            <a:off x="5623560" y="4553712"/>
            <a:ext cx="1828800" cy="411480"/>
          </a:xfrm>
          <a:prstGeom prst="rect">
            <a:avLst/>
          </a:prstGeom>
          <a:noFill/>
          <a:ln/>
        </p:spPr>
        <p:txBody>
          <a:bodyPr wrap="square" lIns="0" tIns="0" rIns="0" bIns="0" rtlCol="0" anchor="t"/>
          <a:lstStyle/>
          <a:p>
            <a:pPr indent="0" marL="0">
              <a:buNone/>
            </a:pPr>
            <a:r>
              <a:rPr lang="en-US" sz="1800" b="1" dirty="0">
                <a:solidFill>
                  <a:srgbClr val="0F1B2D"/>
                </a:solidFill>
                <a:latin typeface="Malgun Gothic" pitchFamily="34" charset="0"/>
                <a:ea typeface="Malgun Gothic" pitchFamily="34" charset="-122"/>
                <a:cs typeface="Malgun Gothic" pitchFamily="34" charset="-120"/>
              </a:rPr>
              <a:t>배포</a:t>
            </a:r>
            <a:endParaRPr lang="en-US" sz="1800" dirty="0"/>
          </a:p>
        </p:txBody>
      </p:sp>
      <p:sp>
        <p:nvSpPr>
          <p:cNvPr id="55" name="Shape 48"/>
          <p:cNvSpPr/>
          <p:nvPr/>
        </p:nvSpPr>
        <p:spPr>
          <a:xfrm>
            <a:off x="4937760" y="5120640"/>
            <a:ext cx="740664" cy="292608"/>
          </a:xfrm>
          <a:prstGeom prst="roundRect">
            <a:avLst>
              <a:gd name="adj" fmla="val 50000"/>
            </a:avLst>
          </a:prstGeom>
          <a:solidFill>
            <a:srgbClr val="F4F7FC"/>
          </a:solidFill>
          <a:ln/>
        </p:spPr>
      </p:sp>
      <p:sp>
        <p:nvSpPr>
          <p:cNvPr id="56" name="Text 49"/>
          <p:cNvSpPr txBox="1"/>
          <p:nvPr/>
        </p:nvSpPr>
        <p:spPr>
          <a:xfrm>
            <a:off x="4937760" y="5120640"/>
            <a:ext cx="740664" cy="292608"/>
          </a:xfrm>
          <a:prstGeom prst="rect">
            <a:avLst/>
          </a:prstGeom>
          <a:noFill/>
          <a:ln/>
        </p:spPr>
        <p:txBody>
          <a:bodyPr wrap="square" lIns="0" tIns="0" rIns="0" bIns="0" rtlCol="0" anchor="ctr"/>
          <a:lstStyle/>
          <a:p>
            <a:pPr algn="ctr" indent="0" marL="0">
              <a:buNone/>
            </a:pPr>
            <a:r>
              <a:rPr lang="en-US" sz="1050" b="1" dirty="0">
                <a:solidFill>
                  <a:srgbClr val="0F1B2D"/>
                </a:solidFill>
                <a:latin typeface="Malgun Gothic" pitchFamily="34" charset="0"/>
                <a:ea typeface="Malgun Gothic" pitchFamily="34" charset="-122"/>
                <a:cs typeface="Malgun Gothic" pitchFamily="34" charset="-120"/>
              </a:rPr>
              <a:t>Render</a:t>
            </a:r>
            <a:endParaRPr lang="en-US" sz="1050" dirty="0"/>
          </a:p>
        </p:txBody>
      </p:sp>
      <p:sp>
        <p:nvSpPr>
          <p:cNvPr id="57" name="Shape 50"/>
          <p:cNvSpPr/>
          <p:nvPr/>
        </p:nvSpPr>
        <p:spPr>
          <a:xfrm>
            <a:off x="5788152" y="5120640"/>
            <a:ext cx="896112" cy="292608"/>
          </a:xfrm>
          <a:prstGeom prst="roundRect">
            <a:avLst>
              <a:gd name="adj" fmla="val 50000"/>
            </a:avLst>
          </a:prstGeom>
          <a:solidFill>
            <a:srgbClr val="F4F7FC"/>
          </a:solidFill>
          <a:ln/>
        </p:spPr>
      </p:sp>
      <p:sp>
        <p:nvSpPr>
          <p:cNvPr id="58" name="Text 51"/>
          <p:cNvSpPr txBox="1"/>
          <p:nvPr/>
        </p:nvSpPr>
        <p:spPr>
          <a:xfrm>
            <a:off x="5788152" y="5120640"/>
            <a:ext cx="896112" cy="292608"/>
          </a:xfrm>
          <a:prstGeom prst="rect">
            <a:avLst/>
          </a:prstGeom>
          <a:noFill/>
          <a:ln/>
        </p:spPr>
        <p:txBody>
          <a:bodyPr wrap="square" lIns="0" tIns="0" rIns="0" bIns="0" rtlCol="0" anchor="ctr"/>
          <a:lstStyle/>
          <a:p>
            <a:pPr algn="ctr" indent="0" marL="0">
              <a:buNone/>
            </a:pPr>
            <a:r>
              <a:rPr lang="en-US" sz="1050" b="1" dirty="0">
                <a:solidFill>
                  <a:srgbClr val="0F1B2D"/>
                </a:solidFill>
                <a:latin typeface="Malgun Gothic" pitchFamily="34" charset="0"/>
                <a:ea typeface="Malgun Gothic" pitchFamily="34" charset="-122"/>
                <a:cs typeface="Malgun Gothic" pitchFamily="34" charset="-120"/>
              </a:rPr>
              <a:t>Gunicorn</a:t>
            </a:r>
            <a:endParaRPr lang="en-US" sz="1050" dirty="0"/>
          </a:p>
        </p:txBody>
      </p:sp>
      <p:sp>
        <p:nvSpPr>
          <p:cNvPr id="59" name="Shape 52"/>
          <p:cNvSpPr/>
          <p:nvPr/>
        </p:nvSpPr>
        <p:spPr>
          <a:xfrm>
            <a:off x="6793992" y="5120640"/>
            <a:ext cx="1051560" cy="292608"/>
          </a:xfrm>
          <a:prstGeom prst="roundRect">
            <a:avLst>
              <a:gd name="adj" fmla="val 50000"/>
            </a:avLst>
          </a:prstGeom>
          <a:solidFill>
            <a:srgbClr val="F4F7FC"/>
          </a:solidFill>
          <a:ln/>
        </p:spPr>
      </p:sp>
      <p:sp>
        <p:nvSpPr>
          <p:cNvPr id="60" name="Text 53"/>
          <p:cNvSpPr txBox="1"/>
          <p:nvPr/>
        </p:nvSpPr>
        <p:spPr>
          <a:xfrm>
            <a:off x="6793992" y="5120640"/>
            <a:ext cx="1051560" cy="292608"/>
          </a:xfrm>
          <a:prstGeom prst="rect">
            <a:avLst/>
          </a:prstGeom>
          <a:noFill/>
          <a:ln/>
        </p:spPr>
        <p:txBody>
          <a:bodyPr wrap="square" lIns="0" tIns="0" rIns="0" bIns="0" rtlCol="0" anchor="ctr"/>
          <a:lstStyle/>
          <a:p>
            <a:pPr algn="ctr" indent="0" marL="0">
              <a:buNone/>
            </a:pPr>
            <a:r>
              <a:rPr lang="en-US" sz="1050" b="1" dirty="0">
                <a:solidFill>
                  <a:srgbClr val="0F1B2D"/>
                </a:solidFill>
                <a:latin typeface="Malgun Gothic" pitchFamily="34" charset="0"/>
                <a:ea typeface="Malgun Gothic" pitchFamily="34" charset="-122"/>
                <a:cs typeface="Malgun Gothic" pitchFamily="34" charset="-120"/>
              </a:rPr>
              <a:t>WhiteNoise</a:t>
            </a:r>
            <a:endParaRPr lang="en-US" sz="1050" dirty="0"/>
          </a:p>
        </p:txBody>
      </p:sp>
      <p:sp>
        <p:nvSpPr>
          <p:cNvPr id="61" name="Text 54"/>
          <p:cNvSpPr txBox="1"/>
          <p:nvPr/>
        </p:nvSpPr>
        <p:spPr>
          <a:xfrm>
            <a:off x="4937760" y="5559552"/>
            <a:ext cx="2834640" cy="320040"/>
          </a:xfrm>
          <a:prstGeom prst="rect">
            <a:avLst/>
          </a:prstGeom>
          <a:noFill/>
          <a:ln/>
        </p:spPr>
        <p:txBody>
          <a:bodyPr wrap="square" lIns="0" tIns="0" rIns="0" bIns="0" rtlCol="0" anchor="t"/>
          <a:lstStyle/>
          <a:p>
            <a:pPr indent="0" marL="0">
              <a:lnSpc>
                <a:spcPct val="100000"/>
              </a:lnSpc>
              <a:buNone/>
            </a:pPr>
            <a:r>
              <a:rPr lang="en-US" sz="1150" dirty="0">
                <a:solidFill>
                  <a:srgbClr val="56657A"/>
                </a:solidFill>
                <a:latin typeface="Malgun Gothic" pitchFamily="34" charset="0"/>
                <a:ea typeface="Malgun Gothic" pitchFamily="34" charset="-122"/>
                <a:cs typeface="Malgun Gothic" pitchFamily="34" charset="-120"/>
              </a:rPr>
              <a:t>웹 서비스 · 정적 파일 제공</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180015" y="6473952"/>
            <a:ext cx="1554480" cy="228600"/>
          </a:xfrm>
          <a:prstGeom prst="rect">
            <a:avLst/>
          </a:prstGeom>
          <a:noFill/>
          <a:ln/>
        </p:spPr>
        <p:txBody>
          <a:bodyPr wrap="square" lIns="0" tIns="0" rIns="0" bIns="0" rtlCol="0" anchor="t"/>
          <a:lstStyle/>
          <a:p>
            <a:pPr algn="r" indent="0" marL="0">
              <a:buNone/>
            </a:pPr>
            <a:r>
              <a:rPr lang="en-US" sz="900" b="1" dirty="0">
                <a:solidFill>
                  <a:srgbClr val="011F47"/>
                </a:solidFill>
                <a:latin typeface="Malgun Gothic" pitchFamily="34" charset="0"/>
                <a:ea typeface="Malgun Gothic" pitchFamily="34" charset="-122"/>
                <a:cs typeface="Malgun Gothic" pitchFamily="34" charset="-120"/>
              </a:rPr>
              <a:t>Hi스포링</a:t>
            </a:r>
            <a:pPr algn="r" indent="0" marL="0">
              <a:buNone/>
            </a:pPr>
            <a:r>
              <a:rPr lang="en-US" sz="900" dirty="0">
                <a:solidFill>
                  <a:srgbClr val="8A97A8"/>
                </a:solidFill>
                <a:latin typeface="Malgun Gothic" pitchFamily="34" charset="0"/>
                <a:ea typeface="Malgun Gothic" pitchFamily="34" charset="-122"/>
                <a:cs typeface="Malgun Gothic" pitchFamily="34" charset="-120"/>
              </a:rPr>
              <a:t>   12</a:t>
            </a:r>
            <a:endParaRPr lang="en-US" sz="900" dirty="0"/>
          </a:p>
        </p:txBody>
      </p:sp>
      <p:sp>
        <p:nvSpPr>
          <p:cNvPr id="3" name="Shape 1"/>
          <p:cNvSpPr/>
          <p:nvPr/>
        </p:nvSpPr>
        <p:spPr>
          <a:xfrm>
            <a:off x="548640" y="457200"/>
            <a:ext cx="1623060" cy="310896"/>
          </a:xfrm>
          <a:prstGeom prst="roundRect">
            <a:avLst>
              <a:gd name="adj" fmla="val 50000"/>
            </a:avLst>
          </a:prstGeom>
          <a:solidFill>
            <a:srgbClr val="E8EFFF"/>
          </a:solidFill>
          <a:ln/>
        </p:spPr>
      </p:sp>
      <p:sp>
        <p:nvSpPr>
          <p:cNvPr id="4" name="Text 2"/>
          <p:cNvSpPr txBox="1"/>
          <p:nvPr/>
        </p:nvSpPr>
        <p:spPr>
          <a:xfrm>
            <a:off x="548640" y="457200"/>
            <a:ext cx="1623060" cy="310896"/>
          </a:xfrm>
          <a:prstGeom prst="rect">
            <a:avLst/>
          </a:prstGeom>
          <a:noFill/>
          <a:ln/>
        </p:spPr>
        <p:txBody>
          <a:bodyPr wrap="square" lIns="0" tIns="0" rIns="0" bIns="0" rtlCol="0" anchor="ctr"/>
          <a:lstStyle/>
          <a:p>
            <a:pPr algn="ctr" indent="0" marL="0">
              <a:buNone/>
            </a:pPr>
            <a:r>
              <a:rPr lang="en-US" sz="1100" b="1" dirty="0">
                <a:solidFill>
                  <a:srgbClr val="0046F0"/>
                </a:solidFill>
                <a:latin typeface="Malgun Gothic" pitchFamily="34" charset="0"/>
                <a:ea typeface="Malgun Gothic" pitchFamily="34" charset="-122"/>
                <a:cs typeface="Malgun Gothic" pitchFamily="34" charset="-120"/>
              </a:rPr>
              <a:t>03 · 시스템 아키텍처</a:t>
            </a:r>
            <a:endParaRPr lang="en-US" sz="1100" dirty="0"/>
          </a:p>
        </p:txBody>
      </p:sp>
      <p:sp>
        <p:nvSpPr>
          <p:cNvPr id="5" name="Text 3"/>
          <p:cNvSpPr txBox="1"/>
          <p:nvPr/>
        </p:nvSpPr>
        <p:spPr>
          <a:xfrm>
            <a:off x="548640" y="896112"/>
            <a:ext cx="11094415" cy="566928"/>
          </a:xfrm>
          <a:prstGeom prst="rect">
            <a:avLst/>
          </a:prstGeom>
          <a:noFill/>
          <a:ln/>
        </p:spPr>
        <p:txBody>
          <a:bodyPr wrap="square" lIns="0" tIns="0" rIns="0" bIns="0" rtlCol="0" anchor="t"/>
          <a:lstStyle/>
          <a:p>
            <a:pPr indent="0" marL="0">
              <a:buNone/>
            </a:pPr>
            <a:r>
              <a:rPr lang="en-US" sz="2800" b="1" dirty="0">
                <a:solidFill>
                  <a:srgbClr val="0F1B2D"/>
                </a:solidFill>
                <a:latin typeface="Malgun Gothic" pitchFamily="34" charset="0"/>
                <a:ea typeface="Malgun Gothic" pitchFamily="34" charset="-122"/>
                <a:cs typeface="Malgun Gothic" pitchFamily="34" charset="-120"/>
              </a:rPr>
              <a:t>Django가 화면 · 데이터 · AI를 잇는 허브</a:t>
            </a:r>
            <a:endParaRPr lang="en-US" sz="2800" dirty="0"/>
          </a:p>
        </p:txBody>
      </p:sp>
      <p:sp>
        <p:nvSpPr>
          <p:cNvPr id="6" name="Shape 4"/>
          <p:cNvSpPr/>
          <p:nvPr/>
        </p:nvSpPr>
        <p:spPr>
          <a:xfrm>
            <a:off x="566928" y="1572768"/>
            <a:ext cx="6860465" cy="4901184"/>
          </a:xfrm>
          <a:prstGeom prst="roundRect">
            <a:avLst>
              <a:gd name="adj" fmla="val 1866"/>
            </a:avLst>
          </a:prstGeom>
          <a:solidFill>
            <a:srgbClr val="FFFFFF"/>
          </a:solidFill>
          <a:ln/>
          <a:effectLst>
            <a:outerShdw sx="100000" sy="100000" kx="0" ky="0" algn="bl" rotWithShape="0" blurRad="177800" dist="38100" dir="5400000">
              <a:srgbClr val="1B3A6B">
                <a:alpha val="10000"/>
              </a:srgbClr>
            </a:outerShdw>
          </a:effectLst>
        </p:spPr>
      </p:sp>
      <p:pic>
        <p:nvPicPr>
          <p:cNvPr id="7" name="Image 0" descr="/home/claude/deck/a/d_architecture.png">    </p:cNvPr>
          <p:cNvPicPr>
            <a:picLocks noChangeAspect="1"/>
          </p:cNvPicPr>
          <p:nvPr/>
        </p:nvPicPr>
        <p:blipFill>
          <a:blip r:embed="rId1"/>
          <a:stretch>
            <a:fillRect/>
          </a:stretch>
        </p:blipFill>
        <p:spPr>
          <a:xfrm>
            <a:off x="548640" y="1554480"/>
            <a:ext cx="6897041" cy="4937760"/>
          </a:xfrm>
          <a:prstGeom prst="rect">
            <a:avLst/>
          </a:prstGeom>
        </p:spPr>
      </p:pic>
      <p:sp>
        <p:nvSpPr>
          <p:cNvPr id="8" name="Text 5"/>
          <p:cNvSpPr txBox="1"/>
          <p:nvPr/>
        </p:nvSpPr>
        <p:spPr>
          <a:xfrm>
            <a:off x="8214055" y="1691640"/>
            <a:ext cx="3429000" cy="365760"/>
          </a:xfrm>
          <a:prstGeom prst="rect">
            <a:avLst/>
          </a:prstGeom>
          <a:noFill/>
          <a:ln/>
        </p:spPr>
        <p:txBody>
          <a:bodyPr wrap="square" lIns="0" tIns="0" rIns="0" bIns="0" rtlCol="0" anchor="t"/>
          <a:lstStyle/>
          <a:p>
            <a:pPr indent="0" marL="0">
              <a:buNone/>
            </a:pPr>
            <a:r>
              <a:rPr lang="en-US" sz="1700" b="1" dirty="0">
                <a:solidFill>
                  <a:srgbClr val="0F1B2D"/>
                </a:solidFill>
                <a:latin typeface="Malgun Gothic" pitchFamily="34" charset="0"/>
                <a:ea typeface="Malgun Gothic" pitchFamily="34" charset="-122"/>
                <a:cs typeface="Malgun Gothic" pitchFamily="34" charset="-120"/>
              </a:rPr>
              <a:t>요청 처리 흐름</a:t>
            </a:r>
            <a:endParaRPr lang="en-US" sz="1700" dirty="0"/>
          </a:p>
        </p:txBody>
      </p:sp>
      <p:sp>
        <p:nvSpPr>
          <p:cNvPr id="9" name="Shape 6"/>
          <p:cNvSpPr/>
          <p:nvPr/>
        </p:nvSpPr>
        <p:spPr>
          <a:xfrm>
            <a:off x="8214055" y="2331720"/>
            <a:ext cx="365760" cy="365760"/>
          </a:xfrm>
          <a:prstGeom prst="ellipse">
            <a:avLst/>
          </a:prstGeom>
          <a:solidFill>
            <a:srgbClr val="0046F0"/>
          </a:solidFill>
          <a:ln/>
        </p:spPr>
      </p:sp>
      <p:sp>
        <p:nvSpPr>
          <p:cNvPr id="10" name="Text 7"/>
          <p:cNvSpPr txBox="1"/>
          <p:nvPr/>
        </p:nvSpPr>
        <p:spPr>
          <a:xfrm>
            <a:off x="8214055" y="23317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1</a:t>
            </a:r>
            <a:endParaRPr lang="en-US" sz="1200" dirty="0"/>
          </a:p>
        </p:txBody>
      </p:sp>
      <p:sp>
        <p:nvSpPr>
          <p:cNvPr id="11" name="Text 8"/>
          <p:cNvSpPr txBox="1"/>
          <p:nvPr/>
        </p:nvSpPr>
        <p:spPr>
          <a:xfrm>
            <a:off x="8762695" y="2286000"/>
            <a:ext cx="2880360" cy="457200"/>
          </a:xfrm>
          <a:prstGeom prst="rect">
            <a:avLst/>
          </a:prstGeom>
          <a:noFill/>
          <a:ln/>
        </p:spPr>
        <p:txBody>
          <a:bodyPr wrap="square" lIns="0" tIns="0" rIns="0" bIns="0" rtlCol="0" anchor="ctr"/>
          <a:lstStyle/>
          <a:p>
            <a:pPr indent="0" marL="0">
              <a:buNone/>
            </a:pPr>
            <a:r>
              <a:rPr lang="en-US" sz="1400" dirty="0">
                <a:solidFill>
                  <a:srgbClr val="0F1B2D"/>
                </a:solidFill>
                <a:latin typeface="Malgun Gothic" pitchFamily="34" charset="0"/>
                <a:ea typeface="Malgun Gothic" pitchFamily="34" charset="-122"/>
                <a:cs typeface="Malgun Gothic" pitchFamily="34" charset="-120"/>
              </a:rPr>
              <a:t>사용자 요청</a:t>
            </a:r>
            <a:endParaRPr lang="en-US" sz="1400" dirty="0"/>
          </a:p>
        </p:txBody>
      </p:sp>
      <p:sp>
        <p:nvSpPr>
          <p:cNvPr id="12" name="Shape 9"/>
          <p:cNvSpPr/>
          <p:nvPr/>
        </p:nvSpPr>
        <p:spPr>
          <a:xfrm>
            <a:off x="8396935" y="2715768"/>
            <a:ext cx="0" cy="329184"/>
          </a:xfrm>
          <a:prstGeom prst="line">
            <a:avLst/>
          </a:prstGeom>
          <a:noFill/>
          <a:ln w="19050">
            <a:solidFill>
              <a:srgbClr val="DCE3EE"/>
            </a:solidFill>
            <a:prstDash val="solid"/>
          </a:ln>
        </p:spPr>
      </p:sp>
      <p:sp>
        <p:nvSpPr>
          <p:cNvPr id="13" name="Shape 10"/>
          <p:cNvSpPr/>
          <p:nvPr/>
        </p:nvSpPr>
        <p:spPr>
          <a:xfrm>
            <a:off x="8214055" y="3063240"/>
            <a:ext cx="365760" cy="365760"/>
          </a:xfrm>
          <a:prstGeom prst="ellipse">
            <a:avLst/>
          </a:prstGeom>
          <a:solidFill>
            <a:srgbClr val="0046F0"/>
          </a:solidFill>
          <a:ln/>
        </p:spPr>
      </p:sp>
      <p:sp>
        <p:nvSpPr>
          <p:cNvPr id="14" name="Text 11"/>
          <p:cNvSpPr txBox="1"/>
          <p:nvPr/>
        </p:nvSpPr>
        <p:spPr>
          <a:xfrm>
            <a:off x="8214055" y="30632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2</a:t>
            </a:r>
            <a:endParaRPr lang="en-US" sz="1200" dirty="0"/>
          </a:p>
        </p:txBody>
      </p:sp>
      <p:sp>
        <p:nvSpPr>
          <p:cNvPr id="15" name="Text 12"/>
          <p:cNvSpPr txBox="1"/>
          <p:nvPr/>
        </p:nvSpPr>
        <p:spPr>
          <a:xfrm>
            <a:off x="8762695" y="3017520"/>
            <a:ext cx="2880360" cy="457200"/>
          </a:xfrm>
          <a:prstGeom prst="rect">
            <a:avLst/>
          </a:prstGeom>
          <a:noFill/>
          <a:ln/>
        </p:spPr>
        <p:txBody>
          <a:bodyPr wrap="square" lIns="0" tIns="0" rIns="0" bIns="0" rtlCol="0" anchor="ctr"/>
          <a:lstStyle/>
          <a:p>
            <a:pPr indent="0" marL="0">
              <a:buNone/>
            </a:pPr>
            <a:r>
              <a:rPr lang="en-US" sz="1400" dirty="0">
                <a:solidFill>
                  <a:srgbClr val="0F1B2D"/>
                </a:solidFill>
                <a:latin typeface="Malgun Gothic" pitchFamily="34" charset="0"/>
                <a:ea typeface="Malgun Gothic" pitchFamily="34" charset="-122"/>
                <a:cs typeface="Malgun Gothic" pitchFamily="34" charset="-120"/>
              </a:rPr>
              <a:t>프론트엔드 (Templates · HTMX)</a:t>
            </a:r>
            <a:endParaRPr lang="en-US" sz="1400" dirty="0"/>
          </a:p>
        </p:txBody>
      </p:sp>
      <p:sp>
        <p:nvSpPr>
          <p:cNvPr id="16" name="Shape 13"/>
          <p:cNvSpPr/>
          <p:nvPr/>
        </p:nvSpPr>
        <p:spPr>
          <a:xfrm>
            <a:off x="8396935" y="3447288"/>
            <a:ext cx="0" cy="329184"/>
          </a:xfrm>
          <a:prstGeom prst="line">
            <a:avLst/>
          </a:prstGeom>
          <a:noFill/>
          <a:ln w="19050">
            <a:solidFill>
              <a:srgbClr val="DCE3EE"/>
            </a:solidFill>
            <a:prstDash val="solid"/>
          </a:ln>
        </p:spPr>
      </p:sp>
      <p:sp>
        <p:nvSpPr>
          <p:cNvPr id="17" name="Shape 14"/>
          <p:cNvSpPr/>
          <p:nvPr/>
        </p:nvSpPr>
        <p:spPr>
          <a:xfrm>
            <a:off x="8214055" y="3794760"/>
            <a:ext cx="365760" cy="365760"/>
          </a:xfrm>
          <a:prstGeom prst="ellipse">
            <a:avLst/>
          </a:prstGeom>
          <a:solidFill>
            <a:srgbClr val="00996C"/>
          </a:solidFill>
          <a:ln/>
        </p:spPr>
      </p:sp>
      <p:sp>
        <p:nvSpPr>
          <p:cNvPr id="18" name="Text 15"/>
          <p:cNvSpPr txBox="1"/>
          <p:nvPr/>
        </p:nvSpPr>
        <p:spPr>
          <a:xfrm>
            <a:off x="8214055" y="37947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3</a:t>
            </a:r>
            <a:endParaRPr lang="en-US" sz="1200" dirty="0"/>
          </a:p>
        </p:txBody>
      </p:sp>
      <p:sp>
        <p:nvSpPr>
          <p:cNvPr id="19" name="Text 16"/>
          <p:cNvSpPr txBox="1"/>
          <p:nvPr/>
        </p:nvSpPr>
        <p:spPr>
          <a:xfrm>
            <a:off x="8762695" y="3749040"/>
            <a:ext cx="2880360" cy="457200"/>
          </a:xfrm>
          <a:prstGeom prst="rect">
            <a:avLst/>
          </a:prstGeom>
          <a:noFill/>
          <a:ln/>
        </p:spPr>
        <p:txBody>
          <a:bodyPr wrap="square" lIns="0" tIns="0" rIns="0" bIns="0" rtlCol="0" anchor="ctr"/>
          <a:lstStyle/>
          <a:p>
            <a:pPr indent="0" marL="0">
              <a:buNone/>
            </a:pPr>
            <a:r>
              <a:rPr lang="en-US" sz="1400" dirty="0">
                <a:solidFill>
                  <a:srgbClr val="0F1B2D"/>
                </a:solidFill>
                <a:latin typeface="Malgun Gothic" pitchFamily="34" charset="0"/>
                <a:ea typeface="Malgun Gothic" pitchFamily="34" charset="-122"/>
                <a:cs typeface="Malgun Gothic" pitchFamily="34" charset="-120"/>
              </a:rPr>
              <a:t>Django 업무 처리</a:t>
            </a:r>
            <a:endParaRPr lang="en-US" sz="1400" dirty="0"/>
          </a:p>
        </p:txBody>
      </p:sp>
      <p:sp>
        <p:nvSpPr>
          <p:cNvPr id="20" name="Shape 17"/>
          <p:cNvSpPr/>
          <p:nvPr/>
        </p:nvSpPr>
        <p:spPr>
          <a:xfrm>
            <a:off x="8396935" y="4178808"/>
            <a:ext cx="0" cy="329184"/>
          </a:xfrm>
          <a:prstGeom prst="line">
            <a:avLst/>
          </a:prstGeom>
          <a:noFill/>
          <a:ln w="19050">
            <a:solidFill>
              <a:srgbClr val="DCE3EE"/>
            </a:solidFill>
            <a:prstDash val="solid"/>
          </a:ln>
        </p:spPr>
      </p:sp>
      <p:sp>
        <p:nvSpPr>
          <p:cNvPr id="21" name="Shape 18"/>
          <p:cNvSpPr/>
          <p:nvPr/>
        </p:nvSpPr>
        <p:spPr>
          <a:xfrm>
            <a:off x="8214055" y="4526280"/>
            <a:ext cx="365760" cy="365760"/>
          </a:xfrm>
          <a:prstGeom prst="ellipse">
            <a:avLst/>
          </a:prstGeom>
          <a:solidFill>
            <a:srgbClr val="7A5AF0"/>
          </a:solidFill>
          <a:ln/>
        </p:spPr>
      </p:sp>
      <p:sp>
        <p:nvSpPr>
          <p:cNvPr id="22" name="Text 19"/>
          <p:cNvSpPr txBox="1"/>
          <p:nvPr/>
        </p:nvSpPr>
        <p:spPr>
          <a:xfrm>
            <a:off x="8214055" y="45262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4</a:t>
            </a:r>
            <a:endParaRPr lang="en-US" sz="1200" dirty="0"/>
          </a:p>
        </p:txBody>
      </p:sp>
      <p:sp>
        <p:nvSpPr>
          <p:cNvPr id="23" name="Text 20"/>
          <p:cNvSpPr txBox="1"/>
          <p:nvPr/>
        </p:nvSpPr>
        <p:spPr>
          <a:xfrm>
            <a:off x="8762695" y="4480560"/>
            <a:ext cx="2880360" cy="457200"/>
          </a:xfrm>
          <a:prstGeom prst="rect">
            <a:avLst/>
          </a:prstGeom>
          <a:noFill/>
          <a:ln/>
        </p:spPr>
        <p:txBody>
          <a:bodyPr wrap="square" lIns="0" tIns="0" rIns="0" bIns="0" rtlCol="0" anchor="ctr"/>
          <a:lstStyle/>
          <a:p>
            <a:pPr indent="0" marL="0">
              <a:buNone/>
            </a:pPr>
            <a:r>
              <a:rPr lang="en-US" sz="1400" dirty="0">
                <a:solidFill>
                  <a:srgbClr val="0F1B2D"/>
                </a:solidFill>
                <a:latin typeface="Malgun Gothic" pitchFamily="34" charset="0"/>
                <a:ea typeface="Malgun Gothic" pitchFamily="34" charset="-122"/>
                <a:cs typeface="Malgun Gothic" pitchFamily="34" charset="-120"/>
              </a:rPr>
              <a:t>CSV 조회 · 집계 (메모리 캐시)</a:t>
            </a:r>
            <a:endParaRPr lang="en-US" sz="1400" dirty="0"/>
          </a:p>
        </p:txBody>
      </p:sp>
      <p:sp>
        <p:nvSpPr>
          <p:cNvPr id="24" name="Shape 21"/>
          <p:cNvSpPr/>
          <p:nvPr/>
        </p:nvSpPr>
        <p:spPr>
          <a:xfrm>
            <a:off x="8396935" y="4910328"/>
            <a:ext cx="0" cy="329184"/>
          </a:xfrm>
          <a:prstGeom prst="line">
            <a:avLst/>
          </a:prstGeom>
          <a:noFill/>
          <a:ln w="19050">
            <a:solidFill>
              <a:srgbClr val="DCE3EE"/>
            </a:solidFill>
            <a:prstDash val="solid"/>
          </a:ln>
        </p:spPr>
      </p:sp>
      <p:sp>
        <p:nvSpPr>
          <p:cNvPr id="25" name="Shape 22"/>
          <p:cNvSpPr/>
          <p:nvPr/>
        </p:nvSpPr>
        <p:spPr>
          <a:xfrm>
            <a:off x="8214055" y="5257800"/>
            <a:ext cx="365760" cy="365760"/>
          </a:xfrm>
          <a:prstGeom prst="ellipse">
            <a:avLst/>
          </a:prstGeom>
          <a:solidFill>
            <a:srgbClr val="E8871E"/>
          </a:solidFill>
          <a:ln/>
        </p:spPr>
      </p:sp>
      <p:sp>
        <p:nvSpPr>
          <p:cNvPr id="26" name="Text 23"/>
          <p:cNvSpPr txBox="1"/>
          <p:nvPr/>
        </p:nvSpPr>
        <p:spPr>
          <a:xfrm>
            <a:off x="8214055" y="52578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5</a:t>
            </a:r>
            <a:endParaRPr lang="en-US" sz="1200" dirty="0"/>
          </a:p>
        </p:txBody>
      </p:sp>
      <p:sp>
        <p:nvSpPr>
          <p:cNvPr id="27" name="Text 24"/>
          <p:cNvSpPr txBox="1"/>
          <p:nvPr/>
        </p:nvSpPr>
        <p:spPr>
          <a:xfrm>
            <a:off x="8762695" y="5212080"/>
            <a:ext cx="2880360" cy="457200"/>
          </a:xfrm>
          <a:prstGeom prst="rect">
            <a:avLst/>
          </a:prstGeom>
          <a:noFill/>
          <a:ln/>
        </p:spPr>
        <p:txBody>
          <a:bodyPr wrap="square" lIns="0" tIns="0" rIns="0" bIns="0" rtlCol="0" anchor="ctr"/>
          <a:lstStyle/>
          <a:p>
            <a:pPr indent="0" marL="0">
              <a:buNone/>
            </a:pPr>
            <a:r>
              <a:rPr lang="en-US" sz="1400" dirty="0">
                <a:solidFill>
                  <a:srgbClr val="0F1B2D"/>
                </a:solidFill>
                <a:latin typeface="Malgun Gothic" pitchFamily="34" charset="0"/>
                <a:ea typeface="Malgun Gothic" pitchFamily="34" charset="-122"/>
                <a:cs typeface="Malgun Gothic" pitchFamily="34" charset="-120"/>
              </a:rPr>
              <a:t>선택적 AI 분석 (Gemini)</a:t>
            </a:r>
            <a:endParaRPr lang="en-US" sz="1400" dirty="0"/>
          </a:p>
        </p:txBody>
      </p:sp>
      <p:sp>
        <p:nvSpPr>
          <p:cNvPr id="28" name="Shape 25"/>
          <p:cNvSpPr/>
          <p:nvPr/>
        </p:nvSpPr>
        <p:spPr>
          <a:xfrm>
            <a:off x="8396935" y="5641848"/>
            <a:ext cx="0" cy="329184"/>
          </a:xfrm>
          <a:prstGeom prst="line">
            <a:avLst/>
          </a:prstGeom>
          <a:noFill/>
          <a:ln w="19050">
            <a:solidFill>
              <a:srgbClr val="DCE3EE"/>
            </a:solidFill>
            <a:prstDash val="solid"/>
          </a:ln>
        </p:spPr>
      </p:sp>
      <p:sp>
        <p:nvSpPr>
          <p:cNvPr id="29" name="Shape 26"/>
          <p:cNvSpPr/>
          <p:nvPr/>
        </p:nvSpPr>
        <p:spPr>
          <a:xfrm>
            <a:off x="8214055" y="5989320"/>
            <a:ext cx="365760" cy="365760"/>
          </a:xfrm>
          <a:prstGeom prst="ellipse">
            <a:avLst/>
          </a:prstGeom>
          <a:solidFill>
            <a:srgbClr val="011F47"/>
          </a:solidFill>
          <a:ln/>
        </p:spPr>
      </p:sp>
      <p:sp>
        <p:nvSpPr>
          <p:cNvPr id="30" name="Text 27"/>
          <p:cNvSpPr txBox="1"/>
          <p:nvPr/>
        </p:nvSpPr>
        <p:spPr>
          <a:xfrm>
            <a:off x="8214055" y="59893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6</a:t>
            </a:r>
            <a:endParaRPr lang="en-US" sz="1200" dirty="0"/>
          </a:p>
        </p:txBody>
      </p:sp>
      <p:sp>
        <p:nvSpPr>
          <p:cNvPr id="31" name="Text 28"/>
          <p:cNvSpPr txBox="1"/>
          <p:nvPr/>
        </p:nvSpPr>
        <p:spPr>
          <a:xfrm>
            <a:off x="8762695" y="5943600"/>
            <a:ext cx="2880360" cy="457200"/>
          </a:xfrm>
          <a:prstGeom prst="rect">
            <a:avLst/>
          </a:prstGeom>
          <a:noFill/>
          <a:ln/>
        </p:spPr>
        <p:txBody>
          <a:bodyPr wrap="square" lIns="0" tIns="0" rIns="0" bIns="0" rtlCol="0" anchor="ctr"/>
          <a:lstStyle/>
          <a:p>
            <a:pPr indent="0" marL="0">
              <a:buNone/>
            </a:pPr>
            <a:r>
              <a:rPr lang="en-US" sz="1400" dirty="0">
                <a:solidFill>
                  <a:srgbClr val="0F1B2D"/>
                </a:solidFill>
                <a:latin typeface="Malgun Gothic" pitchFamily="34" charset="0"/>
                <a:ea typeface="Malgun Gothic" pitchFamily="34" charset="-122"/>
                <a:cs typeface="Malgun Gothic" pitchFamily="34" charset="-120"/>
              </a:rPr>
              <a:t>화면 · 계획서 · Excel 응답</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180015" y="6473952"/>
            <a:ext cx="1554480" cy="228600"/>
          </a:xfrm>
          <a:prstGeom prst="rect">
            <a:avLst/>
          </a:prstGeom>
          <a:noFill/>
          <a:ln/>
        </p:spPr>
        <p:txBody>
          <a:bodyPr wrap="square" lIns="0" tIns="0" rIns="0" bIns="0" rtlCol="0" anchor="t"/>
          <a:lstStyle/>
          <a:p>
            <a:pPr algn="r" indent="0" marL="0">
              <a:buNone/>
            </a:pPr>
            <a:r>
              <a:rPr lang="en-US" sz="900" b="1" dirty="0">
                <a:solidFill>
                  <a:srgbClr val="011F47"/>
                </a:solidFill>
                <a:latin typeface="Malgun Gothic" pitchFamily="34" charset="0"/>
                <a:ea typeface="Malgun Gothic" pitchFamily="34" charset="-122"/>
                <a:cs typeface="Malgun Gothic" pitchFamily="34" charset="-120"/>
              </a:rPr>
              <a:t>Hi스포링</a:t>
            </a:r>
            <a:pPr algn="r" indent="0" marL="0">
              <a:buNone/>
            </a:pPr>
            <a:r>
              <a:rPr lang="en-US" sz="900" dirty="0">
                <a:solidFill>
                  <a:srgbClr val="8A97A8"/>
                </a:solidFill>
                <a:latin typeface="Malgun Gothic" pitchFamily="34" charset="0"/>
                <a:ea typeface="Malgun Gothic" pitchFamily="34" charset="-122"/>
                <a:cs typeface="Malgun Gothic" pitchFamily="34" charset="-120"/>
              </a:rPr>
              <a:t>   13</a:t>
            </a:r>
            <a:endParaRPr lang="en-US" sz="900" dirty="0"/>
          </a:p>
        </p:txBody>
      </p:sp>
      <p:sp>
        <p:nvSpPr>
          <p:cNvPr id="3" name="Shape 1"/>
          <p:cNvSpPr/>
          <p:nvPr/>
        </p:nvSpPr>
        <p:spPr>
          <a:xfrm>
            <a:off x="548640" y="457200"/>
            <a:ext cx="1307592" cy="310896"/>
          </a:xfrm>
          <a:prstGeom prst="roundRect">
            <a:avLst>
              <a:gd name="adj" fmla="val 50000"/>
            </a:avLst>
          </a:prstGeom>
          <a:solidFill>
            <a:srgbClr val="E8EFFF"/>
          </a:solidFill>
          <a:ln/>
        </p:spPr>
      </p:sp>
      <p:sp>
        <p:nvSpPr>
          <p:cNvPr id="4" name="Text 2"/>
          <p:cNvSpPr txBox="1"/>
          <p:nvPr/>
        </p:nvSpPr>
        <p:spPr>
          <a:xfrm>
            <a:off x="548640" y="457200"/>
            <a:ext cx="1307592" cy="310896"/>
          </a:xfrm>
          <a:prstGeom prst="rect">
            <a:avLst/>
          </a:prstGeom>
          <a:noFill/>
          <a:ln/>
        </p:spPr>
        <p:txBody>
          <a:bodyPr wrap="square" lIns="0" tIns="0" rIns="0" bIns="0" rtlCol="0" anchor="ctr"/>
          <a:lstStyle/>
          <a:p>
            <a:pPr algn="ctr" indent="0" marL="0">
              <a:buNone/>
            </a:pPr>
            <a:r>
              <a:rPr lang="en-US" sz="1100" b="1" dirty="0">
                <a:solidFill>
                  <a:srgbClr val="0046F0"/>
                </a:solidFill>
                <a:latin typeface="Malgun Gothic" pitchFamily="34" charset="0"/>
                <a:ea typeface="Malgun Gothic" pitchFamily="34" charset="-122"/>
                <a:cs typeface="Malgun Gothic" pitchFamily="34" charset="-120"/>
              </a:rPr>
              <a:t>03 · 모듈 구성</a:t>
            </a:r>
            <a:endParaRPr lang="en-US" sz="1100" dirty="0"/>
          </a:p>
        </p:txBody>
      </p:sp>
      <p:sp>
        <p:nvSpPr>
          <p:cNvPr id="5" name="Text 3"/>
          <p:cNvSpPr txBox="1"/>
          <p:nvPr/>
        </p:nvSpPr>
        <p:spPr>
          <a:xfrm>
            <a:off x="548640" y="896112"/>
            <a:ext cx="11094415" cy="566928"/>
          </a:xfrm>
          <a:prstGeom prst="rect">
            <a:avLst/>
          </a:prstGeom>
          <a:noFill/>
          <a:ln/>
        </p:spPr>
        <p:txBody>
          <a:bodyPr wrap="square" lIns="0" tIns="0" rIns="0" bIns="0" rtlCol="0" anchor="t"/>
          <a:lstStyle/>
          <a:p>
            <a:pPr indent="0" marL="0">
              <a:buNone/>
            </a:pPr>
            <a:r>
              <a:rPr lang="en-US" sz="2800" b="1" dirty="0">
                <a:solidFill>
                  <a:srgbClr val="0F1B2D"/>
                </a:solidFill>
                <a:latin typeface="Malgun Gothic" pitchFamily="34" charset="0"/>
                <a:ea typeface="Malgun Gothic" pitchFamily="34" charset="-122"/>
                <a:cs typeface="Malgun Gothic" pitchFamily="34" charset="-120"/>
              </a:rPr>
              <a:t>기능별 앱으로 나눈 Django 프로젝트</a:t>
            </a:r>
            <a:endParaRPr lang="en-US" sz="2800" dirty="0"/>
          </a:p>
        </p:txBody>
      </p:sp>
      <p:sp>
        <p:nvSpPr>
          <p:cNvPr id="6" name="Shape 4"/>
          <p:cNvSpPr/>
          <p:nvPr/>
        </p:nvSpPr>
        <p:spPr>
          <a:xfrm>
            <a:off x="548640" y="1691640"/>
            <a:ext cx="5120640" cy="4572000"/>
          </a:xfrm>
          <a:prstGeom prst="roundRect">
            <a:avLst>
              <a:gd name="adj" fmla="val 4000"/>
            </a:avLst>
          </a:prstGeom>
          <a:solidFill>
            <a:srgbClr val="011F47"/>
          </a:solidFill>
          <a:ln/>
        </p:spPr>
      </p:sp>
      <p:sp>
        <p:nvSpPr>
          <p:cNvPr id="7" name="Text 5"/>
          <p:cNvSpPr txBox="1"/>
          <p:nvPr/>
        </p:nvSpPr>
        <p:spPr>
          <a:xfrm>
            <a:off x="822960" y="1920240"/>
            <a:ext cx="2743200" cy="256032"/>
          </a:xfrm>
          <a:prstGeom prst="rect">
            <a:avLst/>
          </a:prstGeom>
          <a:noFill/>
          <a:ln/>
        </p:spPr>
        <p:txBody>
          <a:bodyPr wrap="square" lIns="0" tIns="0" rIns="0" bIns="0" rtlCol="0" anchor="t"/>
          <a:lstStyle/>
          <a:p>
            <a:pPr indent="0" marL="0">
              <a:buNone/>
            </a:pPr>
            <a:r>
              <a:rPr lang="en-US" sz="1050" dirty="0">
                <a:solidFill>
                  <a:srgbClr val="DCE6F5"/>
                </a:solidFill>
                <a:latin typeface="Consolas" pitchFamily="34" charset="0"/>
                <a:ea typeface="Consolas" pitchFamily="34" charset="-122"/>
                <a:cs typeface="Consolas" pitchFamily="34" charset="-120"/>
              </a:rPr>
              <a:t>kspo/</a:t>
            </a:r>
            <a:endParaRPr lang="en-US" sz="1050" dirty="0"/>
          </a:p>
        </p:txBody>
      </p:sp>
      <p:sp>
        <p:nvSpPr>
          <p:cNvPr id="8" name="Text 6"/>
          <p:cNvSpPr txBox="1"/>
          <p:nvPr/>
        </p:nvSpPr>
        <p:spPr>
          <a:xfrm>
            <a:off x="822960" y="2180844"/>
            <a:ext cx="2743200" cy="256032"/>
          </a:xfrm>
          <a:prstGeom prst="rect">
            <a:avLst/>
          </a:prstGeom>
          <a:noFill/>
          <a:ln/>
        </p:spPr>
        <p:txBody>
          <a:bodyPr wrap="square" lIns="0" tIns="0" rIns="0" bIns="0" rtlCol="0" anchor="t"/>
          <a:lstStyle/>
          <a:p>
            <a:pPr indent="0" marL="0">
              <a:buNone/>
            </a:pPr>
            <a:r>
              <a:rPr lang="en-US" sz="1050" dirty="0">
                <a:solidFill>
                  <a:srgbClr val="DCE6F5"/>
                </a:solidFill>
                <a:latin typeface="Consolas" pitchFamily="34" charset="0"/>
                <a:ea typeface="Consolas" pitchFamily="34" charset="-122"/>
                <a:cs typeface="Consolas" pitchFamily="34" charset="-120"/>
              </a:rPr>
              <a:t>├─ main/</a:t>
            </a:r>
            <a:endParaRPr lang="en-US" sz="1050" dirty="0"/>
          </a:p>
        </p:txBody>
      </p:sp>
      <p:sp>
        <p:nvSpPr>
          <p:cNvPr id="9" name="Text 7"/>
          <p:cNvSpPr txBox="1"/>
          <p:nvPr/>
        </p:nvSpPr>
        <p:spPr>
          <a:xfrm>
            <a:off x="822960" y="2441448"/>
            <a:ext cx="2743200" cy="256032"/>
          </a:xfrm>
          <a:prstGeom prst="rect">
            <a:avLst/>
          </a:prstGeom>
          <a:noFill/>
          <a:ln/>
        </p:spPr>
        <p:txBody>
          <a:bodyPr wrap="square" lIns="0" tIns="0" rIns="0" bIns="0" rtlCol="0" anchor="t"/>
          <a:lstStyle/>
          <a:p>
            <a:pPr indent="0" marL="0">
              <a:buNone/>
            </a:pPr>
            <a:r>
              <a:rPr lang="en-US" sz="1050" dirty="0">
                <a:solidFill>
                  <a:srgbClr val="00C98E"/>
                </a:solidFill>
                <a:latin typeface="Consolas" pitchFamily="34" charset="0"/>
                <a:ea typeface="Consolas" pitchFamily="34" charset="-122"/>
                <a:cs typeface="Consolas" pitchFamily="34" charset="-120"/>
              </a:rPr>
              <a:t>│  ├─ main/</a:t>
            </a:r>
            <a:endParaRPr lang="en-US" sz="1050" dirty="0"/>
          </a:p>
        </p:txBody>
      </p:sp>
      <p:sp>
        <p:nvSpPr>
          <p:cNvPr id="10" name="Text 8"/>
          <p:cNvSpPr txBox="1"/>
          <p:nvPr/>
        </p:nvSpPr>
        <p:spPr>
          <a:xfrm>
            <a:off x="3063240" y="2441448"/>
            <a:ext cx="2468880" cy="256032"/>
          </a:xfrm>
          <a:prstGeom prst="rect">
            <a:avLst/>
          </a:prstGeom>
          <a:noFill/>
          <a:ln/>
        </p:spPr>
        <p:txBody>
          <a:bodyPr wrap="square" lIns="0" tIns="0" rIns="0" bIns="0" rtlCol="0" anchor="t"/>
          <a:lstStyle/>
          <a:p>
            <a:pPr indent="0" marL="0">
              <a:buNone/>
            </a:pPr>
            <a:r>
              <a:rPr lang="en-US" sz="1000" dirty="0">
                <a:solidFill>
                  <a:srgbClr val="8FA3C0"/>
                </a:solidFill>
                <a:latin typeface="Malgun Gothic" pitchFamily="34" charset="0"/>
                <a:ea typeface="Malgun Gothic" pitchFamily="34" charset="-122"/>
                <a:cs typeface="Malgun Gothic" pitchFamily="34" charset="-120"/>
              </a:rPr>
              <a:t># 설정 · URL · WSGI</a:t>
            </a:r>
            <a:endParaRPr lang="en-US" sz="1000" dirty="0"/>
          </a:p>
        </p:txBody>
      </p:sp>
      <p:sp>
        <p:nvSpPr>
          <p:cNvPr id="11" name="Text 9"/>
          <p:cNvSpPr txBox="1"/>
          <p:nvPr/>
        </p:nvSpPr>
        <p:spPr>
          <a:xfrm>
            <a:off x="822960" y="2702052"/>
            <a:ext cx="2743200" cy="256032"/>
          </a:xfrm>
          <a:prstGeom prst="rect">
            <a:avLst/>
          </a:prstGeom>
          <a:noFill/>
          <a:ln/>
        </p:spPr>
        <p:txBody>
          <a:bodyPr wrap="square" lIns="0" tIns="0" rIns="0" bIns="0" rtlCol="0" anchor="t"/>
          <a:lstStyle/>
          <a:p>
            <a:pPr indent="0" marL="0">
              <a:buNone/>
            </a:pPr>
            <a:r>
              <a:rPr lang="en-US" sz="1050" dirty="0">
                <a:solidFill>
                  <a:srgbClr val="DCE6F5"/>
                </a:solidFill>
                <a:latin typeface="Consolas" pitchFamily="34" charset="0"/>
                <a:ea typeface="Consolas" pitchFamily="34" charset="-122"/>
                <a:cs typeface="Consolas" pitchFamily="34" charset="-120"/>
              </a:rPr>
              <a:t>│  ├─ app/</a:t>
            </a:r>
            <a:endParaRPr lang="en-US" sz="1050" dirty="0"/>
          </a:p>
        </p:txBody>
      </p:sp>
      <p:sp>
        <p:nvSpPr>
          <p:cNvPr id="12" name="Text 10"/>
          <p:cNvSpPr txBox="1"/>
          <p:nvPr/>
        </p:nvSpPr>
        <p:spPr>
          <a:xfrm>
            <a:off x="822960" y="2962656"/>
            <a:ext cx="2743200" cy="256032"/>
          </a:xfrm>
          <a:prstGeom prst="rect">
            <a:avLst/>
          </a:prstGeom>
          <a:noFill/>
          <a:ln/>
        </p:spPr>
        <p:txBody>
          <a:bodyPr wrap="square" lIns="0" tIns="0" rIns="0" bIns="0" rtlCol="0" anchor="t"/>
          <a:lstStyle/>
          <a:p>
            <a:pPr indent="0" marL="0">
              <a:buNone/>
            </a:pPr>
            <a:r>
              <a:rPr lang="en-US" sz="1050" dirty="0">
                <a:solidFill>
                  <a:srgbClr val="00C98E"/>
                </a:solidFill>
                <a:latin typeface="Consolas" pitchFamily="34" charset="0"/>
                <a:ea typeface="Consolas" pitchFamily="34" charset="-122"/>
                <a:cs typeface="Consolas" pitchFamily="34" charset="-120"/>
              </a:rPr>
              <a:t>│  │  ├─ dashboard/</a:t>
            </a:r>
            <a:endParaRPr lang="en-US" sz="1050" dirty="0"/>
          </a:p>
        </p:txBody>
      </p:sp>
      <p:sp>
        <p:nvSpPr>
          <p:cNvPr id="13" name="Text 11"/>
          <p:cNvSpPr txBox="1"/>
          <p:nvPr/>
        </p:nvSpPr>
        <p:spPr>
          <a:xfrm>
            <a:off x="3063240" y="2962656"/>
            <a:ext cx="2468880" cy="256032"/>
          </a:xfrm>
          <a:prstGeom prst="rect">
            <a:avLst/>
          </a:prstGeom>
          <a:noFill/>
          <a:ln/>
        </p:spPr>
        <p:txBody>
          <a:bodyPr wrap="square" lIns="0" tIns="0" rIns="0" bIns="0" rtlCol="0" anchor="t"/>
          <a:lstStyle/>
          <a:p>
            <a:pPr indent="0" marL="0">
              <a:buNone/>
            </a:pPr>
            <a:r>
              <a:rPr lang="en-US" sz="1000" dirty="0">
                <a:solidFill>
                  <a:srgbClr val="8FA3C0"/>
                </a:solidFill>
                <a:latin typeface="Malgun Gothic" pitchFamily="34" charset="0"/>
                <a:ea typeface="Malgun Gothic" pitchFamily="34" charset="-122"/>
                <a:cs typeface="Malgun Gothic" pitchFamily="34" charset="-120"/>
              </a:rPr>
              <a:t># 지역 집계 · 설계 · 후보</a:t>
            </a:r>
            <a:endParaRPr lang="en-US" sz="1000" dirty="0"/>
          </a:p>
        </p:txBody>
      </p:sp>
      <p:sp>
        <p:nvSpPr>
          <p:cNvPr id="14" name="Text 12"/>
          <p:cNvSpPr txBox="1"/>
          <p:nvPr/>
        </p:nvSpPr>
        <p:spPr>
          <a:xfrm>
            <a:off x="822960" y="3223260"/>
            <a:ext cx="2743200" cy="256032"/>
          </a:xfrm>
          <a:prstGeom prst="rect">
            <a:avLst/>
          </a:prstGeom>
          <a:noFill/>
          <a:ln/>
        </p:spPr>
        <p:txBody>
          <a:bodyPr wrap="square" lIns="0" tIns="0" rIns="0" bIns="0" rtlCol="0" anchor="t"/>
          <a:lstStyle/>
          <a:p>
            <a:pPr indent="0" marL="0">
              <a:buNone/>
            </a:pPr>
            <a:r>
              <a:rPr lang="en-US" sz="1050" dirty="0">
                <a:solidFill>
                  <a:srgbClr val="00C98E"/>
                </a:solidFill>
                <a:latin typeface="Consolas" pitchFamily="34" charset="0"/>
                <a:ea typeface="Consolas" pitchFamily="34" charset="-122"/>
                <a:cs typeface="Consolas" pitchFamily="34" charset="-120"/>
              </a:rPr>
              <a:t>│  │  ├─ programs/</a:t>
            </a:r>
            <a:endParaRPr lang="en-US" sz="1050" dirty="0"/>
          </a:p>
        </p:txBody>
      </p:sp>
      <p:sp>
        <p:nvSpPr>
          <p:cNvPr id="15" name="Text 13"/>
          <p:cNvSpPr txBox="1"/>
          <p:nvPr/>
        </p:nvSpPr>
        <p:spPr>
          <a:xfrm>
            <a:off x="3063240" y="3223260"/>
            <a:ext cx="2468880" cy="256032"/>
          </a:xfrm>
          <a:prstGeom prst="rect">
            <a:avLst/>
          </a:prstGeom>
          <a:noFill/>
          <a:ln/>
        </p:spPr>
        <p:txBody>
          <a:bodyPr wrap="square" lIns="0" tIns="0" rIns="0" bIns="0" rtlCol="0" anchor="t"/>
          <a:lstStyle/>
          <a:p>
            <a:pPr indent="0" marL="0">
              <a:buNone/>
            </a:pPr>
            <a:r>
              <a:rPr lang="en-US" sz="1000" dirty="0">
                <a:solidFill>
                  <a:srgbClr val="8FA3C0"/>
                </a:solidFill>
                <a:latin typeface="Malgun Gothic" pitchFamily="34" charset="0"/>
                <a:ea typeface="Malgun Gothic" pitchFamily="34" charset="-122"/>
                <a:cs typeface="Malgun Gothic" pitchFamily="34" charset="-120"/>
              </a:rPr>
              <a:t># 강좌 검색 · Excel</a:t>
            </a:r>
            <a:endParaRPr lang="en-US" sz="1000" dirty="0"/>
          </a:p>
        </p:txBody>
      </p:sp>
      <p:sp>
        <p:nvSpPr>
          <p:cNvPr id="16" name="Text 14"/>
          <p:cNvSpPr txBox="1"/>
          <p:nvPr/>
        </p:nvSpPr>
        <p:spPr>
          <a:xfrm>
            <a:off x="822960" y="3483864"/>
            <a:ext cx="2743200" cy="256032"/>
          </a:xfrm>
          <a:prstGeom prst="rect">
            <a:avLst/>
          </a:prstGeom>
          <a:noFill/>
          <a:ln/>
        </p:spPr>
        <p:txBody>
          <a:bodyPr wrap="square" lIns="0" tIns="0" rIns="0" bIns="0" rtlCol="0" anchor="t"/>
          <a:lstStyle/>
          <a:p>
            <a:pPr indent="0" marL="0">
              <a:buNone/>
            </a:pPr>
            <a:r>
              <a:rPr lang="en-US" sz="1050" dirty="0">
                <a:solidFill>
                  <a:srgbClr val="00C98E"/>
                </a:solidFill>
                <a:latin typeface="Consolas" pitchFamily="34" charset="0"/>
                <a:ea typeface="Consolas" pitchFamily="34" charset="-122"/>
                <a:cs typeface="Consolas" pitchFamily="34" charset="-120"/>
              </a:rPr>
              <a:t>│  │  ├─ facilities/</a:t>
            </a:r>
            <a:endParaRPr lang="en-US" sz="1050" dirty="0"/>
          </a:p>
        </p:txBody>
      </p:sp>
      <p:sp>
        <p:nvSpPr>
          <p:cNvPr id="17" name="Text 15"/>
          <p:cNvSpPr txBox="1"/>
          <p:nvPr/>
        </p:nvSpPr>
        <p:spPr>
          <a:xfrm>
            <a:off x="3063240" y="3483864"/>
            <a:ext cx="2468880" cy="256032"/>
          </a:xfrm>
          <a:prstGeom prst="rect">
            <a:avLst/>
          </a:prstGeom>
          <a:noFill/>
          <a:ln/>
        </p:spPr>
        <p:txBody>
          <a:bodyPr wrap="square" lIns="0" tIns="0" rIns="0" bIns="0" rtlCol="0" anchor="t"/>
          <a:lstStyle/>
          <a:p>
            <a:pPr indent="0" marL="0">
              <a:buNone/>
            </a:pPr>
            <a:r>
              <a:rPr lang="en-US" sz="1000" dirty="0">
                <a:solidFill>
                  <a:srgbClr val="8FA3C0"/>
                </a:solidFill>
                <a:latin typeface="Malgun Gothic" pitchFamily="34" charset="0"/>
                <a:ea typeface="Malgun Gothic" pitchFamily="34" charset="-122"/>
                <a:cs typeface="Malgun Gothic" pitchFamily="34" charset="-120"/>
              </a:rPr>
              <a:t># 시설 조회 · 교통</a:t>
            </a:r>
            <a:endParaRPr lang="en-US" sz="1000" dirty="0"/>
          </a:p>
        </p:txBody>
      </p:sp>
      <p:sp>
        <p:nvSpPr>
          <p:cNvPr id="18" name="Text 16"/>
          <p:cNvSpPr txBox="1"/>
          <p:nvPr/>
        </p:nvSpPr>
        <p:spPr>
          <a:xfrm>
            <a:off x="822960" y="3744468"/>
            <a:ext cx="2743200" cy="256032"/>
          </a:xfrm>
          <a:prstGeom prst="rect">
            <a:avLst/>
          </a:prstGeom>
          <a:noFill/>
          <a:ln/>
        </p:spPr>
        <p:txBody>
          <a:bodyPr wrap="square" lIns="0" tIns="0" rIns="0" bIns="0" rtlCol="0" anchor="t"/>
          <a:lstStyle/>
          <a:p>
            <a:pPr indent="0" marL="0">
              <a:buNone/>
            </a:pPr>
            <a:r>
              <a:rPr lang="en-US" sz="1050" dirty="0">
                <a:solidFill>
                  <a:srgbClr val="00C98E"/>
                </a:solidFill>
                <a:latin typeface="Consolas" pitchFamily="34" charset="0"/>
                <a:ea typeface="Consolas" pitchFamily="34" charset="-122"/>
                <a:cs typeface="Consolas" pitchFamily="34" charset="-120"/>
              </a:rPr>
              <a:t>│  │  ├─ planning/</a:t>
            </a:r>
            <a:endParaRPr lang="en-US" sz="1050" dirty="0"/>
          </a:p>
        </p:txBody>
      </p:sp>
      <p:sp>
        <p:nvSpPr>
          <p:cNvPr id="19" name="Text 17"/>
          <p:cNvSpPr txBox="1"/>
          <p:nvPr/>
        </p:nvSpPr>
        <p:spPr>
          <a:xfrm>
            <a:off x="3063240" y="3744468"/>
            <a:ext cx="2468880" cy="256032"/>
          </a:xfrm>
          <a:prstGeom prst="rect">
            <a:avLst/>
          </a:prstGeom>
          <a:noFill/>
          <a:ln/>
        </p:spPr>
        <p:txBody>
          <a:bodyPr wrap="square" lIns="0" tIns="0" rIns="0" bIns="0" rtlCol="0" anchor="t"/>
          <a:lstStyle/>
          <a:p>
            <a:pPr indent="0" marL="0">
              <a:buNone/>
            </a:pPr>
            <a:r>
              <a:rPr lang="en-US" sz="1000" dirty="0">
                <a:solidFill>
                  <a:srgbClr val="8FA3C0"/>
                </a:solidFill>
                <a:latin typeface="Malgun Gothic" pitchFamily="34" charset="0"/>
                <a:ea typeface="Malgun Gothic" pitchFamily="34" charset="-122"/>
                <a:cs typeface="Malgun Gothic" pitchFamily="34" charset="-120"/>
              </a:rPr>
              <a:t># 계획서 · 서명 · 복원</a:t>
            </a:r>
            <a:endParaRPr lang="en-US" sz="1000" dirty="0"/>
          </a:p>
        </p:txBody>
      </p:sp>
      <p:sp>
        <p:nvSpPr>
          <p:cNvPr id="20" name="Text 18"/>
          <p:cNvSpPr txBox="1"/>
          <p:nvPr/>
        </p:nvSpPr>
        <p:spPr>
          <a:xfrm>
            <a:off x="822960" y="4005072"/>
            <a:ext cx="2743200" cy="256032"/>
          </a:xfrm>
          <a:prstGeom prst="rect">
            <a:avLst/>
          </a:prstGeom>
          <a:noFill/>
          <a:ln/>
        </p:spPr>
        <p:txBody>
          <a:bodyPr wrap="square" lIns="0" tIns="0" rIns="0" bIns="0" rtlCol="0" anchor="t"/>
          <a:lstStyle/>
          <a:p>
            <a:pPr indent="0" marL="0">
              <a:buNone/>
            </a:pPr>
            <a:r>
              <a:rPr lang="en-US" sz="1050" dirty="0">
                <a:solidFill>
                  <a:srgbClr val="00C98E"/>
                </a:solidFill>
                <a:latin typeface="Consolas" pitchFamily="34" charset="0"/>
                <a:ea typeface="Consolas" pitchFamily="34" charset="-122"/>
                <a:cs typeface="Consolas" pitchFamily="34" charset="-120"/>
              </a:rPr>
              <a:t>│  │  ├─ ai_review/</a:t>
            </a:r>
            <a:endParaRPr lang="en-US" sz="1050" dirty="0"/>
          </a:p>
        </p:txBody>
      </p:sp>
      <p:sp>
        <p:nvSpPr>
          <p:cNvPr id="21" name="Text 19"/>
          <p:cNvSpPr txBox="1"/>
          <p:nvPr/>
        </p:nvSpPr>
        <p:spPr>
          <a:xfrm>
            <a:off x="3063240" y="4005072"/>
            <a:ext cx="2468880" cy="256032"/>
          </a:xfrm>
          <a:prstGeom prst="rect">
            <a:avLst/>
          </a:prstGeom>
          <a:noFill/>
          <a:ln/>
        </p:spPr>
        <p:txBody>
          <a:bodyPr wrap="square" lIns="0" tIns="0" rIns="0" bIns="0" rtlCol="0" anchor="t"/>
          <a:lstStyle/>
          <a:p>
            <a:pPr indent="0" marL="0">
              <a:buNone/>
            </a:pPr>
            <a:r>
              <a:rPr lang="en-US" sz="1000" dirty="0">
                <a:solidFill>
                  <a:srgbClr val="8FA3C0"/>
                </a:solidFill>
                <a:latin typeface="Malgun Gothic" pitchFamily="34" charset="0"/>
                <a:ea typeface="Malgun Gothic" pitchFamily="34" charset="-122"/>
                <a:cs typeface="Malgun Gothic" pitchFamily="34" charset="-120"/>
              </a:rPr>
              <a:t># 근거 · Gemini · 검증</a:t>
            </a:r>
            <a:endParaRPr lang="en-US" sz="1000" dirty="0"/>
          </a:p>
        </p:txBody>
      </p:sp>
      <p:sp>
        <p:nvSpPr>
          <p:cNvPr id="22" name="Text 20"/>
          <p:cNvSpPr txBox="1"/>
          <p:nvPr/>
        </p:nvSpPr>
        <p:spPr>
          <a:xfrm>
            <a:off x="822960" y="4265676"/>
            <a:ext cx="2743200" cy="256032"/>
          </a:xfrm>
          <a:prstGeom prst="rect">
            <a:avLst/>
          </a:prstGeom>
          <a:noFill/>
          <a:ln/>
        </p:spPr>
        <p:txBody>
          <a:bodyPr wrap="square" lIns="0" tIns="0" rIns="0" bIns="0" rtlCol="0" anchor="t"/>
          <a:lstStyle/>
          <a:p>
            <a:pPr indent="0" marL="0">
              <a:buNone/>
            </a:pPr>
            <a:r>
              <a:rPr lang="en-US" sz="1050" dirty="0">
                <a:solidFill>
                  <a:srgbClr val="00C98E"/>
                </a:solidFill>
                <a:latin typeface="Consolas" pitchFamily="34" charset="0"/>
                <a:ea typeface="Consolas" pitchFamily="34" charset="-122"/>
                <a:cs typeface="Consolas" pitchFamily="34" charset="-120"/>
              </a:rPr>
              <a:t>│  │  ├─ common/</a:t>
            </a:r>
            <a:endParaRPr lang="en-US" sz="1050" dirty="0"/>
          </a:p>
        </p:txBody>
      </p:sp>
      <p:sp>
        <p:nvSpPr>
          <p:cNvPr id="23" name="Text 21"/>
          <p:cNvSpPr txBox="1"/>
          <p:nvPr/>
        </p:nvSpPr>
        <p:spPr>
          <a:xfrm>
            <a:off x="3063240" y="4265676"/>
            <a:ext cx="2468880" cy="256032"/>
          </a:xfrm>
          <a:prstGeom prst="rect">
            <a:avLst/>
          </a:prstGeom>
          <a:noFill/>
          <a:ln/>
        </p:spPr>
        <p:txBody>
          <a:bodyPr wrap="square" lIns="0" tIns="0" rIns="0" bIns="0" rtlCol="0" anchor="t"/>
          <a:lstStyle/>
          <a:p>
            <a:pPr indent="0" marL="0">
              <a:buNone/>
            </a:pPr>
            <a:r>
              <a:rPr lang="en-US" sz="1000" dirty="0">
                <a:solidFill>
                  <a:srgbClr val="8FA3C0"/>
                </a:solidFill>
                <a:latin typeface="Malgun Gothic" pitchFamily="34" charset="0"/>
                <a:ea typeface="Malgun Gothic" pitchFamily="34" charset="-122"/>
                <a:cs typeface="Malgun Gothic" pitchFamily="34" charset="-120"/>
              </a:rPr>
              <a:t># CSV · 캐시 · 내보내기</a:t>
            </a:r>
            <a:endParaRPr lang="en-US" sz="1000" dirty="0"/>
          </a:p>
        </p:txBody>
      </p:sp>
      <p:sp>
        <p:nvSpPr>
          <p:cNvPr id="24" name="Text 22"/>
          <p:cNvSpPr txBox="1"/>
          <p:nvPr/>
        </p:nvSpPr>
        <p:spPr>
          <a:xfrm>
            <a:off x="822960" y="4526280"/>
            <a:ext cx="2743200" cy="256032"/>
          </a:xfrm>
          <a:prstGeom prst="rect">
            <a:avLst/>
          </a:prstGeom>
          <a:noFill/>
          <a:ln/>
        </p:spPr>
        <p:txBody>
          <a:bodyPr wrap="square" lIns="0" tIns="0" rIns="0" bIns="0" rtlCol="0" anchor="t"/>
          <a:lstStyle/>
          <a:p>
            <a:pPr indent="0" marL="0">
              <a:buNone/>
            </a:pPr>
            <a:r>
              <a:rPr lang="en-US" sz="1050" dirty="0">
                <a:solidFill>
                  <a:srgbClr val="00C98E"/>
                </a:solidFill>
                <a:latin typeface="Consolas" pitchFamily="34" charset="0"/>
                <a:ea typeface="Consolas" pitchFamily="34" charset="-122"/>
                <a:cs typeface="Consolas" pitchFamily="34" charset="-120"/>
              </a:rPr>
              <a:t>│  │  ├─ runtime/</a:t>
            </a:r>
            <a:endParaRPr lang="en-US" sz="1050" dirty="0"/>
          </a:p>
        </p:txBody>
      </p:sp>
      <p:sp>
        <p:nvSpPr>
          <p:cNvPr id="25" name="Text 23"/>
          <p:cNvSpPr txBox="1"/>
          <p:nvPr/>
        </p:nvSpPr>
        <p:spPr>
          <a:xfrm>
            <a:off x="3063240" y="4526280"/>
            <a:ext cx="2468880" cy="256032"/>
          </a:xfrm>
          <a:prstGeom prst="rect">
            <a:avLst/>
          </a:prstGeom>
          <a:noFill/>
          <a:ln/>
        </p:spPr>
        <p:txBody>
          <a:bodyPr wrap="square" lIns="0" tIns="0" rIns="0" bIns="0" rtlCol="0" anchor="t"/>
          <a:lstStyle/>
          <a:p>
            <a:pPr indent="0" marL="0">
              <a:buNone/>
            </a:pPr>
            <a:r>
              <a:rPr lang="en-US" sz="1000" dirty="0">
                <a:solidFill>
                  <a:srgbClr val="8FA3C0"/>
                </a:solidFill>
                <a:latin typeface="Malgun Gothic" pitchFamily="34" charset="0"/>
                <a:ea typeface="Malgun Gothic" pitchFamily="34" charset="-122"/>
                <a:cs typeface="Malgun Gothic" pitchFamily="34" charset="-120"/>
              </a:rPr>
              <a:t># 사전 적재 · 준비 상태</a:t>
            </a:r>
            <a:endParaRPr lang="en-US" sz="1000" dirty="0"/>
          </a:p>
        </p:txBody>
      </p:sp>
      <p:sp>
        <p:nvSpPr>
          <p:cNvPr id="26" name="Text 24"/>
          <p:cNvSpPr txBox="1"/>
          <p:nvPr/>
        </p:nvSpPr>
        <p:spPr>
          <a:xfrm>
            <a:off x="822960" y="4786884"/>
            <a:ext cx="2743200" cy="256032"/>
          </a:xfrm>
          <a:prstGeom prst="rect">
            <a:avLst/>
          </a:prstGeom>
          <a:noFill/>
          <a:ln/>
        </p:spPr>
        <p:txBody>
          <a:bodyPr wrap="square" lIns="0" tIns="0" rIns="0" bIns="0" rtlCol="0" anchor="t"/>
          <a:lstStyle/>
          <a:p>
            <a:pPr indent="0" marL="0">
              <a:buNone/>
            </a:pPr>
            <a:r>
              <a:rPr lang="en-US" sz="1050" dirty="0">
                <a:solidFill>
                  <a:srgbClr val="00C98E"/>
                </a:solidFill>
                <a:latin typeface="Consolas" pitchFamily="34" charset="0"/>
                <a:ea typeface="Consolas" pitchFamily="34" charset="-122"/>
                <a:cs typeface="Consolas" pitchFamily="34" charset="-120"/>
              </a:rPr>
              <a:t>│  │  ├─ Batch/</a:t>
            </a:r>
            <a:endParaRPr lang="en-US" sz="1050" dirty="0"/>
          </a:p>
        </p:txBody>
      </p:sp>
      <p:sp>
        <p:nvSpPr>
          <p:cNvPr id="27" name="Text 25"/>
          <p:cNvSpPr txBox="1"/>
          <p:nvPr/>
        </p:nvSpPr>
        <p:spPr>
          <a:xfrm>
            <a:off x="3063240" y="4786884"/>
            <a:ext cx="2468880" cy="256032"/>
          </a:xfrm>
          <a:prstGeom prst="rect">
            <a:avLst/>
          </a:prstGeom>
          <a:noFill/>
          <a:ln/>
        </p:spPr>
        <p:txBody>
          <a:bodyPr wrap="square" lIns="0" tIns="0" rIns="0" bIns="0" rtlCol="0" anchor="t"/>
          <a:lstStyle/>
          <a:p>
            <a:pPr indent="0" marL="0">
              <a:buNone/>
            </a:pPr>
            <a:r>
              <a:rPr lang="en-US" sz="1000" dirty="0">
                <a:solidFill>
                  <a:srgbClr val="8FA3C0"/>
                </a:solidFill>
                <a:latin typeface="Malgun Gothic" pitchFamily="34" charset="0"/>
                <a:ea typeface="Malgun Gothic" pitchFamily="34" charset="-122"/>
                <a:cs typeface="Malgun Gothic" pitchFamily="34" charset="-120"/>
              </a:rPr>
              <a:t># 지역 CSV 배치</a:t>
            </a:r>
            <a:endParaRPr lang="en-US" sz="1000" dirty="0"/>
          </a:p>
        </p:txBody>
      </p:sp>
      <p:sp>
        <p:nvSpPr>
          <p:cNvPr id="28" name="Text 26"/>
          <p:cNvSpPr txBox="1"/>
          <p:nvPr/>
        </p:nvSpPr>
        <p:spPr>
          <a:xfrm>
            <a:off x="822960" y="5047488"/>
            <a:ext cx="2743200" cy="256032"/>
          </a:xfrm>
          <a:prstGeom prst="rect">
            <a:avLst/>
          </a:prstGeom>
          <a:noFill/>
          <a:ln/>
        </p:spPr>
        <p:txBody>
          <a:bodyPr wrap="square" lIns="0" tIns="0" rIns="0" bIns="0" rtlCol="0" anchor="t"/>
          <a:lstStyle/>
          <a:p>
            <a:pPr indent="0" marL="0">
              <a:buNone/>
            </a:pPr>
            <a:r>
              <a:rPr lang="en-US" sz="1050" dirty="0">
                <a:solidFill>
                  <a:srgbClr val="00C98E"/>
                </a:solidFill>
                <a:latin typeface="Consolas" pitchFamily="34" charset="0"/>
                <a:ea typeface="Consolas" pitchFamily="34" charset="-122"/>
                <a:cs typeface="Consolas" pitchFamily="34" charset="-120"/>
              </a:rPr>
              <a:t>│  │  └─ policies/</a:t>
            </a:r>
            <a:endParaRPr lang="en-US" sz="1050" dirty="0"/>
          </a:p>
        </p:txBody>
      </p:sp>
      <p:sp>
        <p:nvSpPr>
          <p:cNvPr id="29" name="Text 27"/>
          <p:cNvSpPr txBox="1"/>
          <p:nvPr/>
        </p:nvSpPr>
        <p:spPr>
          <a:xfrm>
            <a:off x="3063240" y="5047488"/>
            <a:ext cx="2468880" cy="256032"/>
          </a:xfrm>
          <a:prstGeom prst="rect">
            <a:avLst/>
          </a:prstGeom>
          <a:noFill/>
          <a:ln/>
        </p:spPr>
        <p:txBody>
          <a:bodyPr wrap="square" lIns="0" tIns="0" rIns="0" bIns="0" rtlCol="0" anchor="t"/>
          <a:lstStyle/>
          <a:p>
            <a:pPr indent="0" marL="0">
              <a:buNone/>
            </a:pPr>
            <a:r>
              <a:rPr lang="en-US" sz="1000" dirty="0">
                <a:solidFill>
                  <a:srgbClr val="8FA3C0"/>
                </a:solidFill>
                <a:latin typeface="Malgun Gothic" pitchFamily="34" charset="0"/>
                <a:ea typeface="Malgun Gothic" pitchFamily="34" charset="-122"/>
                <a:cs typeface="Malgun Gothic" pitchFamily="34" charset="-120"/>
              </a:rPr>
              <a:t># 정책 목록</a:t>
            </a:r>
            <a:endParaRPr lang="en-US" sz="1000" dirty="0"/>
          </a:p>
        </p:txBody>
      </p:sp>
      <p:sp>
        <p:nvSpPr>
          <p:cNvPr id="30" name="Text 28"/>
          <p:cNvSpPr txBox="1"/>
          <p:nvPr/>
        </p:nvSpPr>
        <p:spPr>
          <a:xfrm>
            <a:off x="822960" y="5308092"/>
            <a:ext cx="2743200" cy="256032"/>
          </a:xfrm>
          <a:prstGeom prst="rect">
            <a:avLst/>
          </a:prstGeom>
          <a:noFill/>
          <a:ln/>
        </p:spPr>
        <p:txBody>
          <a:bodyPr wrap="square" lIns="0" tIns="0" rIns="0" bIns="0" rtlCol="0" anchor="t"/>
          <a:lstStyle/>
          <a:p>
            <a:pPr indent="0" marL="0">
              <a:buNone/>
            </a:pPr>
            <a:r>
              <a:rPr lang="en-US" sz="1050" dirty="0">
                <a:solidFill>
                  <a:srgbClr val="DCE6F5"/>
                </a:solidFill>
                <a:latin typeface="Consolas" pitchFamily="34" charset="0"/>
                <a:ea typeface="Consolas" pitchFamily="34" charset="-122"/>
                <a:cs typeface="Consolas" pitchFamily="34" charset="-120"/>
              </a:rPr>
              <a:t>│  ├─ templates/ · static/</a:t>
            </a:r>
            <a:endParaRPr lang="en-US" sz="1050" dirty="0"/>
          </a:p>
        </p:txBody>
      </p:sp>
      <p:sp>
        <p:nvSpPr>
          <p:cNvPr id="31" name="Text 29"/>
          <p:cNvSpPr txBox="1"/>
          <p:nvPr/>
        </p:nvSpPr>
        <p:spPr>
          <a:xfrm>
            <a:off x="822960" y="5568696"/>
            <a:ext cx="2743200" cy="256032"/>
          </a:xfrm>
          <a:prstGeom prst="rect">
            <a:avLst/>
          </a:prstGeom>
          <a:noFill/>
          <a:ln/>
        </p:spPr>
        <p:txBody>
          <a:bodyPr wrap="square" lIns="0" tIns="0" rIns="0" bIns="0" rtlCol="0" anchor="t"/>
          <a:lstStyle/>
          <a:p>
            <a:pPr indent="0" marL="0">
              <a:buNone/>
            </a:pPr>
            <a:r>
              <a:rPr lang="en-US" sz="1050" dirty="0">
                <a:solidFill>
                  <a:srgbClr val="00C98E"/>
                </a:solidFill>
                <a:latin typeface="Consolas" pitchFamily="34" charset="0"/>
                <a:ea typeface="Consolas" pitchFamily="34" charset="-122"/>
                <a:cs typeface="Consolas" pitchFamily="34" charset="-120"/>
              </a:rPr>
              <a:t>├─ data/Batch/</a:t>
            </a:r>
            <a:endParaRPr lang="en-US" sz="1050" dirty="0"/>
          </a:p>
        </p:txBody>
      </p:sp>
      <p:sp>
        <p:nvSpPr>
          <p:cNvPr id="32" name="Text 30"/>
          <p:cNvSpPr txBox="1"/>
          <p:nvPr/>
        </p:nvSpPr>
        <p:spPr>
          <a:xfrm>
            <a:off x="3063240" y="5568696"/>
            <a:ext cx="2468880" cy="256032"/>
          </a:xfrm>
          <a:prstGeom prst="rect">
            <a:avLst/>
          </a:prstGeom>
          <a:noFill/>
          <a:ln/>
        </p:spPr>
        <p:txBody>
          <a:bodyPr wrap="square" lIns="0" tIns="0" rIns="0" bIns="0" rtlCol="0" anchor="t"/>
          <a:lstStyle/>
          <a:p>
            <a:pPr indent="0" marL="0">
              <a:buNone/>
            </a:pPr>
            <a:r>
              <a:rPr lang="en-US" sz="1000" dirty="0">
                <a:solidFill>
                  <a:srgbClr val="8FA3C0"/>
                </a:solidFill>
                <a:latin typeface="Malgun Gothic" pitchFamily="34" charset="0"/>
                <a:ea typeface="Malgun Gothic" pitchFamily="34" charset="-122"/>
                <a:cs typeface="Malgun Gothic" pitchFamily="34" charset="-120"/>
              </a:rPr>
              <a:t># 서비스 CSV · manifest</a:t>
            </a:r>
            <a:endParaRPr lang="en-US" sz="1000" dirty="0"/>
          </a:p>
        </p:txBody>
      </p:sp>
      <p:sp>
        <p:nvSpPr>
          <p:cNvPr id="33" name="Text 31"/>
          <p:cNvSpPr txBox="1"/>
          <p:nvPr/>
        </p:nvSpPr>
        <p:spPr>
          <a:xfrm>
            <a:off x="822960" y="5829300"/>
            <a:ext cx="2743200" cy="256032"/>
          </a:xfrm>
          <a:prstGeom prst="rect">
            <a:avLst/>
          </a:prstGeom>
          <a:noFill/>
          <a:ln/>
        </p:spPr>
        <p:txBody>
          <a:bodyPr wrap="square" lIns="0" tIns="0" rIns="0" bIns="0" rtlCol="0" anchor="t"/>
          <a:lstStyle/>
          <a:p>
            <a:pPr indent="0" marL="0">
              <a:buNone/>
            </a:pPr>
            <a:r>
              <a:rPr lang="en-US" sz="1050" dirty="0">
                <a:solidFill>
                  <a:srgbClr val="DCE6F5"/>
                </a:solidFill>
                <a:latin typeface="Consolas" pitchFamily="34" charset="0"/>
                <a:ea typeface="Consolas" pitchFamily="34" charset="-122"/>
                <a:cs typeface="Consolas" pitchFamily="34" charset="-120"/>
              </a:rPr>
              <a:t>└─ render.yaml · gunicorn.conf.py</a:t>
            </a:r>
            <a:endParaRPr lang="en-US" sz="1050" dirty="0"/>
          </a:p>
        </p:txBody>
      </p:sp>
      <p:sp>
        <p:nvSpPr>
          <p:cNvPr id="34" name="Shape 32"/>
          <p:cNvSpPr/>
          <p:nvPr/>
        </p:nvSpPr>
        <p:spPr>
          <a:xfrm>
            <a:off x="6080760" y="1691640"/>
            <a:ext cx="5562295" cy="804672"/>
          </a:xfrm>
          <a:prstGeom prst="roundRect">
            <a:avLst>
              <a:gd name="adj" fmla="val 15909"/>
            </a:avLst>
          </a:prstGeom>
          <a:solidFill>
            <a:srgbClr val="FFFFFF"/>
          </a:solidFill>
          <a:ln w="12700">
            <a:solidFill>
              <a:srgbClr val="DCE3EE"/>
            </a:solidFill>
            <a:prstDash val="solid"/>
          </a:ln>
        </p:spPr>
      </p:sp>
      <p:sp>
        <p:nvSpPr>
          <p:cNvPr id="35" name="Shape 33"/>
          <p:cNvSpPr/>
          <p:nvPr/>
        </p:nvSpPr>
        <p:spPr>
          <a:xfrm>
            <a:off x="6263640" y="1837944"/>
            <a:ext cx="512064" cy="512064"/>
          </a:xfrm>
          <a:prstGeom prst="ellipse">
            <a:avLst>
              <a:gd name="adj" fmla="val 21429"/>
            </a:avLst>
          </a:prstGeom>
          <a:solidFill>
            <a:srgbClr val="E8EFFF"/>
          </a:solidFill>
          <a:ln/>
        </p:spPr>
      </p:sp>
      <p:pic>
        <p:nvPicPr>
          <p:cNvPr id="36" name="Image 0" descr="preencoded.png">    </p:cNvPr>
          <p:cNvPicPr>
            <a:picLocks noChangeAspect="1"/>
          </p:cNvPicPr>
          <p:nvPr/>
        </p:nvPicPr>
        <p:blipFill>
          <a:blip r:embed="rId1"/>
          <a:stretch>
            <a:fillRect/>
          </a:stretch>
        </p:blipFill>
        <p:spPr>
          <a:xfrm>
            <a:off x="6396777" y="1971081"/>
            <a:ext cx="245791" cy="245791"/>
          </a:xfrm>
          <a:prstGeom prst="rect">
            <a:avLst/>
          </a:prstGeom>
        </p:spPr>
      </p:pic>
      <p:sp>
        <p:nvSpPr>
          <p:cNvPr id="37" name="Text 34"/>
          <p:cNvSpPr txBox="1"/>
          <p:nvPr/>
        </p:nvSpPr>
        <p:spPr>
          <a:xfrm>
            <a:off x="6949440" y="1801368"/>
            <a:ext cx="1554480" cy="292608"/>
          </a:xfrm>
          <a:prstGeom prst="rect">
            <a:avLst/>
          </a:prstGeom>
          <a:noFill/>
          <a:ln/>
        </p:spPr>
        <p:txBody>
          <a:bodyPr wrap="square" lIns="0" tIns="0" rIns="0" bIns="0" rtlCol="0" anchor="t"/>
          <a:lstStyle/>
          <a:p>
            <a:pPr indent="0" marL="0">
              <a:buNone/>
            </a:pPr>
            <a:r>
              <a:rPr lang="en-US" sz="1350" b="1" dirty="0">
                <a:solidFill>
                  <a:srgbClr val="0F1B2D"/>
                </a:solidFill>
                <a:latin typeface="Malgun Gothic" pitchFamily="34" charset="0"/>
                <a:ea typeface="Malgun Gothic" pitchFamily="34" charset="-122"/>
                <a:cs typeface="Malgun Gothic" pitchFamily="34" charset="-120"/>
              </a:rPr>
              <a:t>사용자 화면</a:t>
            </a:r>
            <a:endParaRPr lang="en-US" sz="1350" dirty="0"/>
          </a:p>
        </p:txBody>
      </p:sp>
      <p:sp>
        <p:nvSpPr>
          <p:cNvPr id="38" name="Text 35"/>
          <p:cNvSpPr txBox="1"/>
          <p:nvPr/>
        </p:nvSpPr>
        <p:spPr>
          <a:xfrm>
            <a:off x="6949440" y="2121408"/>
            <a:ext cx="4556455" cy="274320"/>
          </a:xfrm>
          <a:prstGeom prst="rect">
            <a:avLst/>
          </a:prstGeom>
          <a:noFill/>
          <a:ln/>
        </p:spPr>
        <p:txBody>
          <a:bodyPr wrap="square" lIns="0" tIns="0" rIns="0" bIns="0" rtlCol="0" anchor="t"/>
          <a:lstStyle/>
          <a:p>
            <a:pPr indent="0" marL="0">
              <a:buNone/>
            </a:pPr>
            <a:r>
              <a:rPr lang="en-US" sz="1100" dirty="0">
                <a:solidFill>
                  <a:srgbClr val="56657A"/>
                </a:solidFill>
                <a:latin typeface="Malgun Gothic" pitchFamily="34" charset="0"/>
                <a:ea typeface="Malgun Gothic" pitchFamily="34" charset="-122"/>
                <a:cs typeface="Malgun Gothic" pitchFamily="34" charset="-120"/>
              </a:rPr>
              <a:t>지역 · 시설 선택, 부분 갱신, 지도 · 차트</a:t>
            </a:r>
            <a:endParaRPr lang="en-US" sz="1100" dirty="0"/>
          </a:p>
        </p:txBody>
      </p:sp>
      <p:sp>
        <p:nvSpPr>
          <p:cNvPr id="39" name="Text 36"/>
          <p:cNvSpPr txBox="1"/>
          <p:nvPr/>
        </p:nvSpPr>
        <p:spPr>
          <a:xfrm>
            <a:off x="8001000" y="1801368"/>
            <a:ext cx="3459175" cy="292608"/>
          </a:xfrm>
          <a:prstGeom prst="rect">
            <a:avLst/>
          </a:prstGeom>
          <a:noFill/>
          <a:ln/>
        </p:spPr>
        <p:txBody>
          <a:bodyPr wrap="square" lIns="0" tIns="0" rIns="0" bIns="0" rtlCol="0" anchor="t"/>
          <a:lstStyle/>
          <a:p>
            <a:pPr algn="r" indent="0" marL="0">
              <a:buNone/>
            </a:pPr>
            <a:r>
              <a:rPr lang="en-US" sz="1050" b="1" dirty="0">
                <a:solidFill>
                  <a:srgbClr val="0046F0"/>
                </a:solidFill>
                <a:latin typeface="Malgun Gothic" pitchFamily="34" charset="0"/>
                <a:ea typeface="Malgun Gothic" pitchFamily="34" charset="-122"/>
                <a:cs typeface="Malgun Gothic" pitchFamily="34" charset="-120"/>
              </a:rPr>
              <a:t>Templates · HTMX · ECharts</a:t>
            </a:r>
            <a:endParaRPr lang="en-US" sz="1050" dirty="0"/>
          </a:p>
        </p:txBody>
      </p:sp>
      <p:sp>
        <p:nvSpPr>
          <p:cNvPr id="40" name="Shape 37"/>
          <p:cNvSpPr/>
          <p:nvPr/>
        </p:nvSpPr>
        <p:spPr>
          <a:xfrm>
            <a:off x="6080760" y="2624328"/>
            <a:ext cx="5562295" cy="804672"/>
          </a:xfrm>
          <a:prstGeom prst="roundRect">
            <a:avLst>
              <a:gd name="adj" fmla="val 15909"/>
            </a:avLst>
          </a:prstGeom>
          <a:solidFill>
            <a:srgbClr val="FFFFFF"/>
          </a:solidFill>
          <a:ln w="12700">
            <a:solidFill>
              <a:srgbClr val="DCE3EE"/>
            </a:solidFill>
            <a:prstDash val="solid"/>
          </a:ln>
        </p:spPr>
      </p:sp>
      <p:sp>
        <p:nvSpPr>
          <p:cNvPr id="41" name="Shape 38"/>
          <p:cNvSpPr/>
          <p:nvPr/>
        </p:nvSpPr>
        <p:spPr>
          <a:xfrm>
            <a:off x="6263640" y="2770632"/>
            <a:ext cx="512064" cy="512064"/>
          </a:xfrm>
          <a:prstGeom prst="ellipse">
            <a:avLst>
              <a:gd name="adj" fmla="val 21429"/>
            </a:avLst>
          </a:prstGeom>
          <a:solidFill>
            <a:srgbClr val="E0F8EF"/>
          </a:solidFill>
          <a:ln/>
        </p:spPr>
      </p:sp>
      <p:pic>
        <p:nvPicPr>
          <p:cNvPr id="42" name="Image 1" descr="preencoded.png">    </p:cNvPr>
          <p:cNvPicPr>
            <a:picLocks noChangeAspect="1"/>
          </p:cNvPicPr>
          <p:nvPr/>
        </p:nvPicPr>
        <p:blipFill>
          <a:blip r:embed="rId2"/>
          <a:stretch>
            <a:fillRect/>
          </a:stretch>
        </p:blipFill>
        <p:spPr>
          <a:xfrm>
            <a:off x="6396777" y="2903769"/>
            <a:ext cx="245791" cy="245791"/>
          </a:xfrm>
          <a:prstGeom prst="rect">
            <a:avLst/>
          </a:prstGeom>
        </p:spPr>
      </p:pic>
      <p:sp>
        <p:nvSpPr>
          <p:cNvPr id="43" name="Text 39"/>
          <p:cNvSpPr txBox="1"/>
          <p:nvPr/>
        </p:nvSpPr>
        <p:spPr>
          <a:xfrm>
            <a:off x="6949440" y="2734056"/>
            <a:ext cx="1554480" cy="292608"/>
          </a:xfrm>
          <a:prstGeom prst="rect">
            <a:avLst/>
          </a:prstGeom>
          <a:noFill/>
          <a:ln/>
        </p:spPr>
        <p:txBody>
          <a:bodyPr wrap="square" lIns="0" tIns="0" rIns="0" bIns="0" rtlCol="0" anchor="t"/>
          <a:lstStyle/>
          <a:p>
            <a:pPr indent="0" marL="0">
              <a:buNone/>
            </a:pPr>
            <a:r>
              <a:rPr lang="en-US" sz="1350" b="1" dirty="0">
                <a:solidFill>
                  <a:srgbClr val="0F1B2D"/>
                </a:solidFill>
                <a:latin typeface="Malgun Gothic" pitchFamily="34" charset="0"/>
                <a:ea typeface="Malgun Gothic" pitchFamily="34" charset="-122"/>
                <a:cs typeface="Malgun Gothic" pitchFamily="34" charset="-120"/>
              </a:rPr>
              <a:t>업무 처리</a:t>
            </a:r>
            <a:endParaRPr lang="en-US" sz="1350" dirty="0"/>
          </a:p>
        </p:txBody>
      </p:sp>
      <p:sp>
        <p:nvSpPr>
          <p:cNvPr id="44" name="Text 40"/>
          <p:cNvSpPr txBox="1"/>
          <p:nvPr/>
        </p:nvSpPr>
        <p:spPr>
          <a:xfrm>
            <a:off x="6949440" y="3054096"/>
            <a:ext cx="4556455" cy="274320"/>
          </a:xfrm>
          <a:prstGeom prst="rect">
            <a:avLst/>
          </a:prstGeom>
          <a:noFill/>
          <a:ln/>
        </p:spPr>
        <p:txBody>
          <a:bodyPr wrap="square" lIns="0" tIns="0" rIns="0" bIns="0" rtlCol="0" anchor="t"/>
          <a:lstStyle/>
          <a:p>
            <a:pPr indent="0" marL="0">
              <a:buNone/>
            </a:pPr>
            <a:r>
              <a:rPr lang="en-US" sz="1100" dirty="0">
                <a:solidFill>
                  <a:srgbClr val="56657A"/>
                </a:solidFill>
                <a:latin typeface="Malgun Gothic" pitchFamily="34" charset="0"/>
                <a:ea typeface="Malgun Gothic" pitchFamily="34" charset="-122"/>
                <a:cs typeface="Malgun Gothic" pitchFamily="34" charset="-120"/>
              </a:rPr>
              <a:t>입력 검증, 검색 · 집계, 설계 · 계획서 구성</a:t>
            </a:r>
            <a:endParaRPr lang="en-US" sz="1100" dirty="0"/>
          </a:p>
        </p:txBody>
      </p:sp>
      <p:sp>
        <p:nvSpPr>
          <p:cNvPr id="45" name="Text 41"/>
          <p:cNvSpPr txBox="1"/>
          <p:nvPr/>
        </p:nvSpPr>
        <p:spPr>
          <a:xfrm>
            <a:off x="8001000" y="2734056"/>
            <a:ext cx="3459175" cy="292608"/>
          </a:xfrm>
          <a:prstGeom prst="rect">
            <a:avLst/>
          </a:prstGeom>
          <a:noFill/>
          <a:ln/>
        </p:spPr>
        <p:txBody>
          <a:bodyPr wrap="square" lIns="0" tIns="0" rIns="0" bIns="0" rtlCol="0" anchor="t"/>
          <a:lstStyle/>
          <a:p>
            <a:pPr algn="r" indent="0" marL="0">
              <a:buNone/>
            </a:pPr>
            <a:r>
              <a:rPr lang="en-US" sz="1050" b="1" dirty="0">
                <a:solidFill>
                  <a:srgbClr val="00996C"/>
                </a:solidFill>
                <a:latin typeface="Malgun Gothic" pitchFamily="34" charset="0"/>
                <a:ea typeface="Malgun Gothic" pitchFamily="34" charset="-122"/>
                <a:cs typeface="Malgun Gothic" pitchFamily="34" charset="-120"/>
              </a:rPr>
              <a:t>dashboard · programs · facilities · planning</a:t>
            </a:r>
            <a:endParaRPr lang="en-US" sz="1050" dirty="0"/>
          </a:p>
        </p:txBody>
      </p:sp>
      <p:sp>
        <p:nvSpPr>
          <p:cNvPr id="46" name="Shape 42"/>
          <p:cNvSpPr/>
          <p:nvPr/>
        </p:nvSpPr>
        <p:spPr>
          <a:xfrm>
            <a:off x="6080760" y="3557016"/>
            <a:ext cx="5562295" cy="804672"/>
          </a:xfrm>
          <a:prstGeom prst="roundRect">
            <a:avLst>
              <a:gd name="adj" fmla="val 15909"/>
            </a:avLst>
          </a:prstGeom>
          <a:solidFill>
            <a:srgbClr val="FFFFFF"/>
          </a:solidFill>
          <a:ln w="12700">
            <a:solidFill>
              <a:srgbClr val="DCE3EE"/>
            </a:solidFill>
            <a:prstDash val="solid"/>
          </a:ln>
        </p:spPr>
      </p:sp>
      <p:sp>
        <p:nvSpPr>
          <p:cNvPr id="47" name="Shape 43"/>
          <p:cNvSpPr/>
          <p:nvPr/>
        </p:nvSpPr>
        <p:spPr>
          <a:xfrm>
            <a:off x="6263640" y="3703320"/>
            <a:ext cx="512064" cy="512064"/>
          </a:xfrm>
          <a:prstGeom prst="ellipse">
            <a:avLst>
              <a:gd name="adj" fmla="val 21429"/>
            </a:avLst>
          </a:prstGeom>
          <a:solidFill>
            <a:srgbClr val="EFEBFF"/>
          </a:solidFill>
          <a:ln/>
        </p:spPr>
      </p:sp>
      <p:pic>
        <p:nvPicPr>
          <p:cNvPr id="48" name="Image 2" descr="preencoded.png">    </p:cNvPr>
          <p:cNvPicPr>
            <a:picLocks noChangeAspect="1"/>
          </p:cNvPicPr>
          <p:nvPr/>
        </p:nvPicPr>
        <p:blipFill>
          <a:blip r:embed="rId3"/>
          <a:stretch>
            <a:fillRect/>
          </a:stretch>
        </p:blipFill>
        <p:spPr>
          <a:xfrm>
            <a:off x="6396777" y="3836457"/>
            <a:ext cx="245791" cy="245791"/>
          </a:xfrm>
          <a:prstGeom prst="rect">
            <a:avLst/>
          </a:prstGeom>
        </p:spPr>
      </p:pic>
      <p:sp>
        <p:nvSpPr>
          <p:cNvPr id="49" name="Text 44"/>
          <p:cNvSpPr txBox="1"/>
          <p:nvPr/>
        </p:nvSpPr>
        <p:spPr>
          <a:xfrm>
            <a:off x="6949440" y="3666744"/>
            <a:ext cx="1554480" cy="292608"/>
          </a:xfrm>
          <a:prstGeom prst="rect">
            <a:avLst/>
          </a:prstGeom>
          <a:noFill/>
          <a:ln/>
        </p:spPr>
        <p:txBody>
          <a:bodyPr wrap="square" lIns="0" tIns="0" rIns="0" bIns="0" rtlCol="0" anchor="t"/>
          <a:lstStyle/>
          <a:p>
            <a:pPr indent="0" marL="0">
              <a:buNone/>
            </a:pPr>
            <a:r>
              <a:rPr lang="en-US" sz="1350" b="1" dirty="0">
                <a:solidFill>
                  <a:srgbClr val="0F1B2D"/>
                </a:solidFill>
                <a:latin typeface="Malgun Gothic" pitchFamily="34" charset="0"/>
                <a:ea typeface="Malgun Gothic" pitchFamily="34" charset="-122"/>
                <a:cs typeface="Malgun Gothic" pitchFamily="34" charset="-120"/>
              </a:rPr>
              <a:t>데이터 관리</a:t>
            </a:r>
            <a:endParaRPr lang="en-US" sz="1350" dirty="0"/>
          </a:p>
        </p:txBody>
      </p:sp>
      <p:sp>
        <p:nvSpPr>
          <p:cNvPr id="50" name="Text 45"/>
          <p:cNvSpPr txBox="1"/>
          <p:nvPr/>
        </p:nvSpPr>
        <p:spPr>
          <a:xfrm>
            <a:off x="6949440" y="3986784"/>
            <a:ext cx="4556455" cy="274320"/>
          </a:xfrm>
          <a:prstGeom prst="rect">
            <a:avLst/>
          </a:prstGeom>
          <a:noFill/>
          <a:ln/>
        </p:spPr>
        <p:txBody>
          <a:bodyPr wrap="square" lIns="0" tIns="0" rIns="0" bIns="0" rtlCol="0" anchor="t"/>
          <a:lstStyle/>
          <a:p>
            <a:pPr indent="0" marL="0">
              <a:buNone/>
            </a:pPr>
            <a:r>
              <a:rPr lang="en-US" sz="1100" dirty="0">
                <a:solidFill>
                  <a:srgbClr val="56657A"/>
                </a:solidFill>
                <a:latin typeface="Malgun Gothic" pitchFamily="34" charset="0"/>
                <a:ea typeface="Malgun Gothic" pitchFamily="34" charset="-122"/>
                <a:cs typeface="Malgun Gothic" pitchFamily="34" charset="-120"/>
              </a:rPr>
              <a:t>서울 CSV 정제 · 검증, 발행, 메모리 적재</a:t>
            </a:r>
            <a:endParaRPr lang="en-US" sz="1100" dirty="0"/>
          </a:p>
        </p:txBody>
      </p:sp>
      <p:sp>
        <p:nvSpPr>
          <p:cNvPr id="51" name="Text 46"/>
          <p:cNvSpPr txBox="1"/>
          <p:nvPr/>
        </p:nvSpPr>
        <p:spPr>
          <a:xfrm>
            <a:off x="8001000" y="3666744"/>
            <a:ext cx="3459175" cy="292608"/>
          </a:xfrm>
          <a:prstGeom prst="rect">
            <a:avLst/>
          </a:prstGeom>
          <a:noFill/>
          <a:ln/>
        </p:spPr>
        <p:txBody>
          <a:bodyPr wrap="square" lIns="0" tIns="0" rIns="0" bIns="0" rtlCol="0" anchor="t"/>
          <a:lstStyle/>
          <a:p>
            <a:pPr algn="r" indent="0" marL="0">
              <a:buNone/>
            </a:pPr>
            <a:r>
              <a:rPr lang="en-US" sz="1050" b="1" dirty="0">
                <a:solidFill>
                  <a:srgbClr val="7A5AF0"/>
                </a:solidFill>
                <a:latin typeface="Malgun Gothic" pitchFamily="34" charset="0"/>
                <a:ea typeface="Malgun Gothic" pitchFamily="34" charset="-122"/>
                <a:cs typeface="Malgun Gothic" pitchFamily="34" charset="-120"/>
              </a:rPr>
              <a:t>Batch · runtime · common</a:t>
            </a:r>
            <a:endParaRPr lang="en-US" sz="1050" dirty="0"/>
          </a:p>
        </p:txBody>
      </p:sp>
      <p:sp>
        <p:nvSpPr>
          <p:cNvPr id="52" name="Shape 47"/>
          <p:cNvSpPr/>
          <p:nvPr/>
        </p:nvSpPr>
        <p:spPr>
          <a:xfrm>
            <a:off x="6080760" y="4489704"/>
            <a:ext cx="5562295" cy="804672"/>
          </a:xfrm>
          <a:prstGeom prst="roundRect">
            <a:avLst>
              <a:gd name="adj" fmla="val 15909"/>
            </a:avLst>
          </a:prstGeom>
          <a:solidFill>
            <a:srgbClr val="FFFFFF"/>
          </a:solidFill>
          <a:ln w="12700">
            <a:solidFill>
              <a:srgbClr val="DCE3EE"/>
            </a:solidFill>
            <a:prstDash val="solid"/>
          </a:ln>
        </p:spPr>
      </p:sp>
      <p:sp>
        <p:nvSpPr>
          <p:cNvPr id="53" name="Shape 48"/>
          <p:cNvSpPr/>
          <p:nvPr/>
        </p:nvSpPr>
        <p:spPr>
          <a:xfrm>
            <a:off x="6263640" y="4636008"/>
            <a:ext cx="512064" cy="512064"/>
          </a:xfrm>
          <a:prstGeom prst="ellipse">
            <a:avLst>
              <a:gd name="adj" fmla="val 21429"/>
            </a:avLst>
          </a:prstGeom>
          <a:solidFill>
            <a:srgbClr val="FFF1E0"/>
          </a:solidFill>
          <a:ln/>
        </p:spPr>
      </p:sp>
      <p:pic>
        <p:nvPicPr>
          <p:cNvPr id="54" name="Image 3" descr="preencoded.png">    </p:cNvPr>
          <p:cNvPicPr>
            <a:picLocks noChangeAspect="1"/>
          </p:cNvPicPr>
          <p:nvPr/>
        </p:nvPicPr>
        <p:blipFill>
          <a:blip r:embed="rId4"/>
          <a:stretch>
            <a:fillRect/>
          </a:stretch>
        </p:blipFill>
        <p:spPr>
          <a:xfrm>
            <a:off x="6396777" y="4769145"/>
            <a:ext cx="245791" cy="245791"/>
          </a:xfrm>
          <a:prstGeom prst="rect">
            <a:avLst/>
          </a:prstGeom>
        </p:spPr>
      </p:pic>
      <p:sp>
        <p:nvSpPr>
          <p:cNvPr id="55" name="Text 49"/>
          <p:cNvSpPr txBox="1"/>
          <p:nvPr/>
        </p:nvSpPr>
        <p:spPr>
          <a:xfrm>
            <a:off x="6949440" y="4599432"/>
            <a:ext cx="1554480" cy="292608"/>
          </a:xfrm>
          <a:prstGeom prst="rect">
            <a:avLst/>
          </a:prstGeom>
          <a:noFill/>
          <a:ln/>
        </p:spPr>
        <p:txBody>
          <a:bodyPr wrap="square" lIns="0" tIns="0" rIns="0" bIns="0" rtlCol="0" anchor="t"/>
          <a:lstStyle/>
          <a:p>
            <a:pPr indent="0" marL="0">
              <a:buNone/>
            </a:pPr>
            <a:r>
              <a:rPr lang="en-US" sz="1350" b="1" dirty="0">
                <a:solidFill>
                  <a:srgbClr val="0F1B2D"/>
                </a:solidFill>
                <a:latin typeface="Malgun Gothic" pitchFamily="34" charset="0"/>
                <a:ea typeface="Malgun Gothic" pitchFamily="34" charset="-122"/>
                <a:cs typeface="Malgun Gothic" pitchFamily="34" charset="-120"/>
              </a:rPr>
              <a:t>AI 연동</a:t>
            </a:r>
            <a:endParaRPr lang="en-US" sz="1350" dirty="0"/>
          </a:p>
        </p:txBody>
      </p:sp>
      <p:sp>
        <p:nvSpPr>
          <p:cNvPr id="56" name="Text 50"/>
          <p:cNvSpPr txBox="1"/>
          <p:nvPr/>
        </p:nvSpPr>
        <p:spPr>
          <a:xfrm>
            <a:off x="6949440" y="4919472"/>
            <a:ext cx="4556455" cy="274320"/>
          </a:xfrm>
          <a:prstGeom prst="rect">
            <a:avLst/>
          </a:prstGeom>
          <a:noFill/>
          <a:ln/>
        </p:spPr>
        <p:txBody>
          <a:bodyPr wrap="square" lIns="0" tIns="0" rIns="0" bIns="0" rtlCol="0" anchor="t"/>
          <a:lstStyle/>
          <a:p>
            <a:pPr indent="0" marL="0">
              <a:buNone/>
            </a:pPr>
            <a:r>
              <a:rPr lang="en-US" sz="1100" dirty="0">
                <a:solidFill>
                  <a:srgbClr val="56657A"/>
                </a:solidFill>
                <a:latin typeface="Malgun Gothic" pitchFamily="34" charset="0"/>
                <a:ea typeface="Malgun Gothic" pitchFamily="34" charset="-122"/>
                <a:cs typeface="Malgun Gothic" pitchFamily="34" charset="-120"/>
              </a:rPr>
              <a:t>분석 근거 구성, Gemini 호출, 응답 검증</a:t>
            </a:r>
            <a:endParaRPr lang="en-US" sz="1100" dirty="0"/>
          </a:p>
        </p:txBody>
      </p:sp>
      <p:sp>
        <p:nvSpPr>
          <p:cNvPr id="57" name="Text 51"/>
          <p:cNvSpPr txBox="1"/>
          <p:nvPr/>
        </p:nvSpPr>
        <p:spPr>
          <a:xfrm>
            <a:off x="8001000" y="4599432"/>
            <a:ext cx="3459175" cy="292608"/>
          </a:xfrm>
          <a:prstGeom prst="rect">
            <a:avLst/>
          </a:prstGeom>
          <a:noFill/>
          <a:ln/>
        </p:spPr>
        <p:txBody>
          <a:bodyPr wrap="square" lIns="0" tIns="0" rIns="0" bIns="0" rtlCol="0" anchor="t"/>
          <a:lstStyle/>
          <a:p>
            <a:pPr algn="r" indent="0" marL="0">
              <a:buNone/>
            </a:pPr>
            <a:r>
              <a:rPr lang="en-US" sz="1050" b="1" dirty="0">
                <a:solidFill>
                  <a:srgbClr val="E8871E"/>
                </a:solidFill>
                <a:latin typeface="Malgun Gothic" pitchFamily="34" charset="0"/>
                <a:ea typeface="Malgun Gothic" pitchFamily="34" charset="-122"/>
                <a:cs typeface="Malgun Gothic" pitchFamily="34" charset="-120"/>
              </a:rPr>
              <a:t>ai_review · google-genai</a:t>
            </a:r>
            <a:endParaRPr lang="en-US" sz="1050" dirty="0"/>
          </a:p>
        </p:txBody>
      </p:sp>
      <p:sp>
        <p:nvSpPr>
          <p:cNvPr id="58" name="Shape 52"/>
          <p:cNvSpPr/>
          <p:nvPr/>
        </p:nvSpPr>
        <p:spPr>
          <a:xfrm>
            <a:off x="6080760" y="5422392"/>
            <a:ext cx="5562295" cy="804672"/>
          </a:xfrm>
          <a:prstGeom prst="roundRect">
            <a:avLst>
              <a:gd name="adj" fmla="val 15909"/>
            </a:avLst>
          </a:prstGeom>
          <a:solidFill>
            <a:srgbClr val="FFFFFF"/>
          </a:solidFill>
          <a:ln w="12700">
            <a:solidFill>
              <a:srgbClr val="DCE3EE"/>
            </a:solidFill>
            <a:prstDash val="solid"/>
          </a:ln>
        </p:spPr>
      </p:sp>
      <p:sp>
        <p:nvSpPr>
          <p:cNvPr id="59" name="Shape 53"/>
          <p:cNvSpPr/>
          <p:nvPr/>
        </p:nvSpPr>
        <p:spPr>
          <a:xfrm>
            <a:off x="6263640" y="5568696"/>
            <a:ext cx="512064" cy="512064"/>
          </a:xfrm>
          <a:prstGeom prst="ellipse">
            <a:avLst>
              <a:gd name="adj" fmla="val 21429"/>
            </a:avLst>
          </a:prstGeom>
          <a:solidFill>
            <a:srgbClr val="E6EBF3"/>
          </a:solidFill>
          <a:ln/>
        </p:spPr>
      </p:sp>
      <p:pic>
        <p:nvPicPr>
          <p:cNvPr id="60" name="Image 4" descr="preencoded.png">    </p:cNvPr>
          <p:cNvPicPr>
            <a:picLocks noChangeAspect="1"/>
          </p:cNvPicPr>
          <p:nvPr/>
        </p:nvPicPr>
        <p:blipFill>
          <a:blip r:embed="rId5"/>
          <a:stretch>
            <a:fillRect/>
          </a:stretch>
        </p:blipFill>
        <p:spPr>
          <a:xfrm>
            <a:off x="6396777" y="5701833"/>
            <a:ext cx="245791" cy="245791"/>
          </a:xfrm>
          <a:prstGeom prst="rect">
            <a:avLst/>
          </a:prstGeom>
        </p:spPr>
      </p:pic>
      <p:sp>
        <p:nvSpPr>
          <p:cNvPr id="61" name="Text 54"/>
          <p:cNvSpPr txBox="1"/>
          <p:nvPr/>
        </p:nvSpPr>
        <p:spPr>
          <a:xfrm>
            <a:off x="6949440" y="5532120"/>
            <a:ext cx="1554480" cy="292608"/>
          </a:xfrm>
          <a:prstGeom prst="rect">
            <a:avLst/>
          </a:prstGeom>
          <a:noFill/>
          <a:ln/>
        </p:spPr>
        <p:txBody>
          <a:bodyPr wrap="square" lIns="0" tIns="0" rIns="0" bIns="0" rtlCol="0" anchor="t"/>
          <a:lstStyle/>
          <a:p>
            <a:pPr indent="0" marL="0">
              <a:buNone/>
            </a:pPr>
            <a:r>
              <a:rPr lang="en-US" sz="1350" b="1" dirty="0">
                <a:solidFill>
                  <a:srgbClr val="0F1B2D"/>
                </a:solidFill>
                <a:latin typeface="Malgun Gothic" pitchFamily="34" charset="0"/>
                <a:ea typeface="Malgun Gothic" pitchFamily="34" charset="-122"/>
                <a:cs typeface="Malgun Gothic" pitchFamily="34" charset="-120"/>
              </a:rPr>
              <a:t>결과 제공</a:t>
            </a:r>
            <a:endParaRPr lang="en-US" sz="1350" dirty="0"/>
          </a:p>
        </p:txBody>
      </p:sp>
      <p:sp>
        <p:nvSpPr>
          <p:cNvPr id="62" name="Text 55"/>
          <p:cNvSpPr txBox="1"/>
          <p:nvPr/>
        </p:nvSpPr>
        <p:spPr>
          <a:xfrm>
            <a:off x="6949440" y="5852160"/>
            <a:ext cx="4556455" cy="274320"/>
          </a:xfrm>
          <a:prstGeom prst="rect">
            <a:avLst/>
          </a:prstGeom>
          <a:noFill/>
          <a:ln/>
        </p:spPr>
        <p:txBody>
          <a:bodyPr wrap="square" lIns="0" tIns="0" rIns="0" bIns="0" rtlCol="0" anchor="t"/>
          <a:lstStyle/>
          <a:p>
            <a:pPr indent="0" marL="0">
              <a:buNone/>
            </a:pPr>
            <a:r>
              <a:rPr lang="en-US" sz="1100" dirty="0">
                <a:solidFill>
                  <a:srgbClr val="56657A"/>
                </a:solidFill>
                <a:latin typeface="Malgun Gothic" pitchFamily="34" charset="0"/>
                <a:ea typeface="Malgun Gothic" pitchFamily="34" charset="-122"/>
                <a:cs typeface="Malgun Gothic" pitchFamily="34" charset="-120"/>
              </a:rPr>
              <a:t>HTML · JSON · Excel, 인쇄 · 최근 5건 복원</a:t>
            </a:r>
            <a:endParaRPr lang="en-US" sz="1100" dirty="0"/>
          </a:p>
        </p:txBody>
      </p:sp>
      <p:sp>
        <p:nvSpPr>
          <p:cNvPr id="63" name="Text 56"/>
          <p:cNvSpPr txBox="1"/>
          <p:nvPr/>
        </p:nvSpPr>
        <p:spPr>
          <a:xfrm>
            <a:off x="8001000" y="5532120"/>
            <a:ext cx="3459175" cy="292608"/>
          </a:xfrm>
          <a:prstGeom prst="rect">
            <a:avLst/>
          </a:prstGeom>
          <a:noFill/>
          <a:ln/>
        </p:spPr>
        <p:txBody>
          <a:bodyPr wrap="square" lIns="0" tIns="0" rIns="0" bIns="0" rtlCol="0" anchor="t"/>
          <a:lstStyle/>
          <a:p>
            <a:pPr algn="r" indent="0" marL="0">
              <a:buNone/>
            </a:pPr>
            <a:r>
              <a:rPr lang="en-US" sz="1050" b="1" dirty="0">
                <a:solidFill>
                  <a:srgbClr val="011F47"/>
                </a:solidFill>
                <a:latin typeface="Malgun Gothic" pitchFamily="34" charset="0"/>
                <a:ea typeface="Malgun Gothic" pitchFamily="34" charset="-122"/>
                <a:cs typeface="Malgun Gothic" pitchFamily="34" charset="-120"/>
              </a:rPr>
              <a:t>openpyxl · localStorage</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180015" y="6473952"/>
            <a:ext cx="1554480" cy="228600"/>
          </a:xfrm>
          <a:prstGeom prst="rect">
            <a:avLst/>
          </a:prstGeom>
          <a:noFill/>
          <a:ln/>
        </p:spPr>
        <p:txBody>
          <a:bodyPr wrap="square" lIns="0" tIns="0" rIns="0" bIns="0" rtlCol="0" anchor="t"/>
          <a:lstStyle/>
          <a:p>
            <a:pPr algn="r" indent="0" marL="0">
              <a:buNone/>
            </a:pPr>
            <a:r>
              <a:rPr lang="en-US" sz="900" b="1" dirty="0">
                <a:solidFill>
                  <a:srgbClr val="011F47"/>
                </a:solidFill>
                <a:latin typeface="Malgun Gothic" pitchFamily="34" charset="0"/>
                <a:ea typeface="Malgun Gothic" pitchFamily="34" charset="-122"/>
                <a:cs typeface="Malgun Gothic" pitchFamily="34" charset="-120"/>
              </a:rPr>
              <a:t>Hi스포링</a:t>
            </a:r>
            <a:pPr algn="r" indent="0" marL="0">
              <a:buNone/>
            </a:pPr>
            <a:r>
              <a:rPr lang="en-US" sz="900" dirty="0">
                <a:solidFill>
                  <a:srgbClr val="8A97A8"/>
                </a:solidFill>
                <a:latin typeface="Malgun Gothic" pitchFamily="34" charset="0"/>
                <a:ea typeface="Malgun Gothic" pitchFamily="34" charset="-122"/>
                <a:cs typeface="Malgun Gothic" pitchFamily="34" charset="-120"/>
              </a:rPr>
              <a:t>   14</a:t>
            </a:r>
            <a:endParaRPr lang="en-US" sz="900" dirty="0"/>
          </a:p>
        </p:txBody>
      </p:sp>
      <p:sp>
        <p:nvSpPr>
          <p:cNvPr id="3" name="Shape 1"/>
          <p:cNvSpPr/>
          <p:nvPr/>
        </p:nvSpPr>
        <p:spPr>
          <a:xfrm>
            <a:off x="548640" y="457200"/>
            <a:ext cx="2043684" cy="310896"/>
          </a:xfrm>
          <a:prstGeom prst="roundRect">
            <a:avLst>
              <a:gd name="adj" fmla="val 50000"/>
            </a:avLst>
          </a:prstGeom>
          <a:solidFill>
            <a:srgbClr val="E8EFFF"/>
          </a:solidFill>
          <a:ln/>
        </p:spPr>
      </p:sp>
      <p:sp>
        <p:nvSpPr>
          <p:cNvPr id="4" name="Text 2"/>
          <p:cNvSpPr txBox="1"/>
          <p:nvPr/>
        </p:nvSpPr>
        <p:spPr>
          <a:xfrm>
            <a:off x="548640" y="457200"/>
            <a:ext cx="2043684" cy="310896"/>
          </a:xfrm>
          <a:prstGeom prst="rect">
            <a:avLst/>
          </a:prstGeom>
          <a:noFill/>
          <a:ln/>
        </p:spPr>
        <p:txBody>
          <a:bodyPr wrap="square" lIns="0" tIns="0" rIns="0" bIns="0" rtlCol="0" anchor="ctr"/>
          <a:lstStyle/>
          <a:p>
            <a:pPr algn="ctr" indent="0" marL="0">
              <a:buNone/>
            </a:pPr>
            <a:r>
              <a:rPr lang="en-US" sz="1100" b="1" dirty="0">
                <a:solidFill>
                  <a:srgbClr val="0046F0"/>
                </a:solidFill>
                <a:latin typeface="Malgun Gothic" pitchFamily="34" charset="0"/>
                <a:ea typeface="Malgun Gothic" pitchFamily="34" charset="-122"/>
                <a:cs typeface="Malgun Gothic" pitchFamily="34" charset="-120"/>
              </a:rPr>
              <a:t>04 · 데이터 ① CSV 선택</a:t>
            </a:r>
            <a:endParaRPr lang="en-US" sz="1100" dirty="0"/>
          </a:p>
        </p:txBody>
      </p:sp>
      <p:sp>
        <p:nvSpPr>
          <p:cNvPr id="5" name="Text 3"/>
          <p:cNvSpPr txBox="1"/>
          <p:nvPr/>
        </p:nvSpPr>
        <p:spPr>
          <a:xfrm>
            <a:off x="548640" y="896112"/>
            <a:ext cx="11094415" cy="566928"/>
          </a:xfrm>
          <a:prstGeom prst="rect">
            <a:avLst/>
          </a:prstGeom>
          <a:noFill/>
          <a:ln/>
        </p:spPr>
        <p:txBody>
          <a:bodyPr wrap="square" lIns="0" tIns="0" rIns="0" bIns="0" rtlCol="0" anchor="t"/>
          <a:lstStyle/>
          <a:p>
            <a:pPr indent="0" marL="0">
              <a:buNone/>
            </a:pPr>
            <a:r>
              <a:rPr lang="en-US" sz="2800" b="1" dirty="0">
                <a:solidFill>
                  <a:srgbClr val="0F1B2D"/>
                </a:solidFill>
                <a:latin typeface="Malgun Gothic" pitchFamily="34" charset="0"/>
                <a:ea typeface="Malgun Gothic" pitchFamily="34" charset="-122"/>
                <a:cs typeface="Malgun Gothic" pitchFamily="34" charset="-120"/>
              </a:rPr>
              <a:t>왜 DB가 아닌 CSV였나?</a:t>
            </a:r>
            <a:endParaRPr lang="en-US" sz="2800" dirty="0"/>
          </a:p>
        </p:txBody>
      </p:sp>
      <p:sp>
        <p:nvSpPr>
          <p:cNvPr id="6" name="Text 4"/>
          <p:cNvSpPr txBox="1"/>
          <p:nvPr/>
        </p:nvSpPr>
        <p:spPr>
          <a:xfrm>
            <a:off x="548640" y="1481328"/>
            <a:ext cx="11094415" cy="365760"/>
          </a:xfrm>
          <a:prstGeom prst="rect">
            <a:avLst/>
          </a:prstGeom>
          <a:noFill/>
          <a:ln/>
        </p:spPr>
        <p:txBody>
          <a:bodyPr wrap="square" lIns="0" tIns="0" rIns="0" bIns="0" rtlCol="0" anchor="t"/>
          <a:lstStyle/>
          <a:p>
            <a:pPr indent="0" marL="0">
              <a:buNone/>
            </a:pPr>
            <a:r>
              <a:rPr lang="en-US" sz="1400" dirty="0">
                <a:solidFill>
                  <a:srgbClr val="56657A"/>
                </a:solidFill>
                <a:latin typeface="Malgun Gothic" pitchFamily="34" charset="0"/>
                <a:ea typeface="Malgun Gothic" pitchFamily="34" charset="-122"/>
                <a:cs typeface="Malgun Gothic" pitchFamily="34" charset="-120"/>
              </a:rPr>
              <a:t>데이터 제공 방식 · 서비스 범위 · 운영 부담, 세 가지 기준으로 결정했습니다</a:t>
            </a:r>
            <a:endParaRPr lang="en-US" sz="1400" dirty="0"/>
          </a:p>
        </p:txBody>
      </p:sp>
      <p:sp>
        <p:nvSpPr>
          <p:cNvPr id="7" name="Shape 5"/>
          <p:cNvSpPr/>
          <p:nvPr/>
        </p:nvSpPr>
        <p:spPr>
          <a:xfrm>
            <a:off x="548640" y="2103120"/>
            <a:ext cx="5760720" cy="1051560"/>
          </a:xfrm>
          <a:prstGeom prst="roundRect">
            <a:avLst>
              <a:gd name="adj" fmla="val 13913"/>
            </a:avLst>
          </a:prstGeom>
          <a:solidFill>
            <a:srgbClr val="F4F7FC"/>
          </a:solidFill>
          <a:ln/>
        </p:spPr>
      </p:sp>
      <p:sp>
        <p:nvSpPr>
          <p:cNvPr id="8" name="Shape 6"/>
          <p:cNvSpPr/>
          <p:nvPr/>
        </p:nvSpPr>
        <p:spPr>
          <a:xfrm>
            <a:off x="777240" y="2331720"/>
            <a:ext cx="566928" cy="566928"/>
          </a:xfrm>
          <a:prstGeom prst="ellipse">
            <a:avLst>
              <a:gd name="adj" fmla="val 19355"/>
            </a:avLst>
          </a:prstGeom>
          <a:solidFill>
            <a:srgbClr val="0046F0"/>
          </a:solidFill>
          <a:ln/>
        </p:spPr>
      </p:sp>
      <p:pic>
        <p:nvPicPr>
          <p:cNvPr id="9" name="Image 0" descr="preencoded.png">    </p:cNvPr>
          <p:cNvPicPr>
            <a:picLocks noChangeAspect="1"/>
          </p:cNvPicPr>
          <p:nvPr/>
        </p:nvPicPr>
        <p:blipFill>
          <a:blip r:embed="rId1"/>
          <a:stretch>
            <a:fillRect/>
          </a:stretch>
        </p:blipFill>
        <p:spPr>
          <a:xfrm>
            <a:off x="924641" y="2479121"/>
            <a:ext cx="272125" cy="272125"/>
          </a:xfrm>
          <a:prstGeom prst="rect">
            <a:avLst/>
          </a:prstGeom>
        </p:spPr>
      </p:pic>
      <p:sp>
        <p:nvSpPr>
          <p:cNvPr id="10" name="Text 7"/>
          <p:cNvSpPr txBox="1"/>
          <p:nvPr/>
        </p:nvSpPr>
        <p:spPr>
          <a:xfrm>
            <a:off x="1554480" y="2231136"/>
            <a:ext cx="4572000" cy="310896"/>
          </a:xfrm>
          <a:prstGeom prst="rect">
            <a:avLst/>
          </a:prstGeom>
          <a:noFill/>
          <a:ln/>
        </p:spPr>
        <p:txBody>
          <a:bodyPr wrap="square" lIns="0" tIns="0" rIns="0" bIns="0" rtlCol="0" anchor="t"/>
          <a:lstStyle/>
          <a:p>
            <a:pPr indent="0" marL="0">
              <a:buNone/>
            </a:pPr>
            <a:r>
              <a:rPr lang="en-US" sz="1500" b="1" dirty="0">
                <a:solidFill>
                  <a:srgbClr val="0F1B2D"/>
                </a:solidFill>
                <a:latin typeface="Malgun Gothic" pitchFamily="34" charset="0"/>
                <a:ea typeface="Malgun Gothic" pitchFamily="34" charset="-122"/>
                <a:cs typeface="Malgun Gothic" pitchFamily="34" charset="-120"/>
              </a:rPr>
              <a:t>01  데이터 제공 방식</a:t>
            </a:r>
            <a:endParaRPr lang="en-US" sz="1500" dirty="0"/>
          </a:p>
        </p:txBody>
      </p:sp>
      <p:sp>
        <p:nvSpPr>
          <p:cNvPr id="11" name="Text 8"/>
          <p:cNvSpPr txBox="1"/>
          <p:nvPr/>
        </p:nvSpPr>
        <p:spPr>
          <a:xfrm>
            <a:off x="1554480" y="2560320"/>
            <a:ext cx="4572000" cy="530352"/>
          </a:xfrm>
          <a:prstGeom prst="rect">
            <a:avLst/>
          </a:prstGeom>
          <a:noFill/>
          <a:ln/>
        </p:spPr>
        <p:txBody>
          <a:bodyPr wrap="square" lIns="0" tIns="0" rIns="0" bIns="0" rtlCol="0" anchor="t"/>
          <a:lstStyle/>
          <a:p>
            <a:pPr indent="0" marL="0">
              <a:lnSpc>
                <a:spcPct val="110000"/>
              </a:lnSpc>
              <a:buNone/>
            </a:pPr>
            <a:r>
              <a:rPr lang="en-US" sz="1150" dirty="0">
                <a:solidFill>
                  <a:srgbClr val="56657A"/>
                </a:solidFill>
                <a:latin typeface="Malgun Gothic" pitchFamily="34" charset="0"/>
                <a:ea typeface="Malgun Gothic" pitchFamily="34" charset="-122"/>
                <a:cs typeface="Malgun Gothic" pitchFamily="34" charset="-120"/>
              </a:rPr>
              <a:t>API로 접근 가능한 데이터는 ‘공공체육시설 상세 정보’ 1종뿐. 나머지는 파일로만 제공되어 전체 처리 구조를 CSV로 통일</a:t>
            </a:r>
            <a:endParaRPr lang="en-US" sz="1150" dirty="0"/>
          </a:p>
        </p:txBody>
      </p:sp>
      <p:sp>
        <p:nvSpPr>
          <p:cNvPr id="12" name="Shape 9"/>
          <p:cNvSpPr/>
          <p:nvPr/>
        </p:nvSpPr>
        <p:spPr>
          <a:xfrm>
            <a:off x="548640" y="3291840"/>
            <a:ext cx="5760720" cy="1051560"/>
          </a:xfrm>
          <a:prstGeom prst="roundRect">
            <a:avLst>
              <a:gd name="adj" fmla="val 13913"/>
            </a:avLst>
          </a:prstGeom>
          <a:solidFill>
            <a:srgbClr val="F4F7FC"/>
          </a:solidFill>
          <a:ln/>
        </p:spPr>
      </p:sp>
      <p:sp>
        <p:nvSpPr>
          <p:cNvPr id="13" name="Shape 10"/>
          <p:cNvSpPr/>
          <p:nvPr/>
        </p:nvSpPr>
        <p:spPr>
          <a:xfrm>
            <a:off x="777240" y="3520440"/>
            <a:ext cx="566928" cy="566928"/>
          </a:xfrm>
          <a:prstGeom prst="ellipse">
            <a:avLst>
              <a:gd name="adj" fmla="val 19355"/>
            </a:avLst>
          </a:prstGeom>
          <a:solidFill>
            <a:srgbClr val="0046F0"/>
          </a:solidFill>
          <a:ln/>
        </p:spPr>
      </p:sp>
      <p:pic>
        <p:nvPicPr>
          <p:cNvPr id="14" name="Image 1" descr="preencoded.png">    </p:cNvPr>
          <p:cNvPicPr>
            <a:picLocks noChangeAspect="1"/>
          </p:cNvPicPr>
          <p:nvPr/>
        </p:nvPicPr>
        <p:blipFill>
          <a:blip r:embed="rId2"/>
          <a:stretch>
            <a:fillRect/>
          </a:stretch>
        </p:blipFill>
        <p:spPr>
          <a:xfrm>
            <a:off x="924641" y="3667841"/>
            <a:ext cx="272125" cy="272125"/>
          </a:xfrm>
          <a:prstGeom prst="rect">
            <a:avLst/>
          </a:prstGeom>
        </p:spPr>
      </p:pic>
      <p:sp>
        <p:nvSpPr>
          <p:cNvPr id="15" name="Text 11"/>
          <p:cNvSpPr txBox="1"/>
          <p:nvPr/>
        </p:nvSpPr>
        <p:spPr>
          <a:xfrm>
            <a:off x="1554480" y="3419856"/>
            <a:ext cx="4572000" cy="310896"/>
          </a:xfrm>
          <a:prstGeom prst="rect">
            <a:avLst/>
          </a:prstGeom>
          <a:noFill/>
          <a:ln/>
        </p:spPr>
        <p:txBody>
          <a:bodyPr wrap="square" lIns="0" tIns="0" rIns="0" bIns="0" rtlCol="0" anchor="t"/>
          <a:lstStyle/>
          <a:p>
            <a:pPr indent="0" marL="0">
              <a:buNone/>
            </a:pPr>
            <a:r>
              <a:rPr lang="en-US" sz="1500" b="1" dirty="0">
                <a:solidFill>
                  <a:srgbClr val="0F1B2D"/>
                </a:solidFill>
                <a:latin typeface="Malgun Gothic" pitchFamily="34" charset="0"/>
                <a:ea typeface="Malgun Gothic" pitchFamily="34" charset="-122"/>
                <a:cs typeface="Malgun Gothic" pitchFamily="34" charset="-120"/>
              </a:rPr>
              <a:t>02  서비스 범위</a:t>
            </a:r>
            <a:endParaRPr lang="en-US" sz="1500" dirty="0"/>
          </a:p>
        </p:txBody>
      </p:sp>
      <p:sp>
        <p:nvSpPr>
          <p:cNvPr id="16" name="Text 12"/>
          <p:cNvSpPr txBox="1"/>
          <p:nvPr/>
        </p:nvSpPr>
        <p:spPr>
          <a:xfrm>
            <a:off x="1554480" y="3749040"/>
            <a:ext cx="4572000" cy="530352"/>
          </a:xfrm>
          <a:prstGeom prst="rect">
            <a:avLst/>
          </a:prstGeom>
          <a:noFill/>
          <a:ln/>
        </p:spPr>
        <p:txBody>
          <a:bodyPr wrap="square" lIns="0" tIns="0" rIns="0" bIns="0" rtlCol="0" anchor="t"/>
          <a:lstStyle/>
          <a:p>
            <a:pPr indent="0" marL="0">
              <a:lnSpc>
                <a:spcPct val="110000"/>
              </a:lnSpc>
              <a:buNone/>
            </a:pPr>
            <a:r>
              <a:rPr lang="en-US" sz="1150" dirty="0">
                <a:solidFill>
                  <a:srgbClr val="56657A"/>
                </a:solidFill>
                <a:latin typeface="Malgun Gothic" pitchFamily="34" charset="0"/>
                <a:ea typeface="Malgun Gothic" pitchFamily="34" charset="-122"/>
                <a:cs typeface="Malgun Gothic" pitchFamily="34" charset="-120"/>
              </a:rPr>
              <a:t>기획 대상은 서울. 전국 원본 전체를 반복 적재 · 색인할 필요 없이 서울 행만 정제해 사용</a:t>
            </a:r>
            <a:endParaRPr lang="en-US" sz="1150" dirty="0"/>
          </a:p>
        </p:txBody>
      </p:sp>
      <p:sp>
        <p:nvSpPr>
          <p:cNvPr id="17" name="Shape 13"/>
          <p:cNvSpPr/>
          <p:nvPr/>
        </p:nvSpPr>
        <p:spPr>
          <a:xfrm>
            <a:off x="548640" y="4480560"/>
            <a:ext cx="5760720" cy="1051560"/>
          </a:xfrm>
          <a:prstGeom prst="roundRect">
            <a:avLst>
              <a:gd name="adj" fmla="val 13913"/>
            </a:avLst>
          </a:prstGeom>
          <a:solidFill>
            <a:srgbClr val="F4F7FC"/>
          </a:solidFill>
          <a:ln/>
        </p:spPr>
      </p:sp>
      <p:sp>
        <p:nvSpPr>
          <p:cNvPr id="18" name="Shape 14"/>
          <p:cNvSpPr/>
          <p:nvPr/>
        </p:nvSpPr>
        <p:spPr>
          <a:xfrm>
            <a:off x="777240" y="4709160"/>
            <a:ext cx="566928" cy="566928"/>
          </a:xfrm>
          <a:prstGeom prst="ellipse">
            <a:avLst>
              <a:gd name="adj" fmla="val 19355"/>
            </a:avLst>
          </a:prstGeom>
          <a:solidFill>
            <a:srgbClr val="0046F0"/>
          </a:solidFill>
          <a:ln/>
        </p:spPr>
      </p:sp>
      <p:pic>
        <p:nvPicPr>
          <p:cNvPr id="19" name="Image 2" descr="preencoded.png">    </p:cNvPr>
          <p:cNvPicPr>
            <a:picLocks noChangeAspect="1"/>
          </p:cNvPicPr>
          <p:nvPr/>
        </p:nvPicPr>
        <p:blipFill>
          <a:blip r:embed="rId3"/>
          <a:stretch>
            <a:fillRect/>
          </a:stretch>
        </p:blipFill>
        <p:spPr>
          <a:xfrm>
            <a:off x="924641" y="4856561"/>
            <a:ext cx="272125" cy="272125"/>
          </a:xfrm>
          <a:prstGeom prst="rect">
            <a:avLst/>
          </a:prstGeom>
        </p:spPr>
      </p:pic>
      <p:sp>
        <p:nvSpPr>
          <p:cNvPr id="20" name="Text 15"/>
          <p:cNvSpPr txBox="1"/>
          <p:nvPr/>
        </p:nvSpPr>
        <p:spPr>
          <a:xfrm>
            <a:off x="1554480" y="4608576"/>
            <a:ext cx="4572000" cy="310896"/>
          </a:xfrm>
          <a:prstGeom prst="rect">
            <a:avLst/>
          </a:prstGeom>
          <a:noFill/>
          <a:ln/>
        </p:spPr>
        <p:txBody>
          <a:bodyPr wrap="square" lIns="0" tIns="0" rIns="0" bIns="0" rtlCol="0" anchor="t"/>
          <a:lstStyle/>
          <a:p>
            <a:pPr indent="0" marL="0">
              <a:buNone/>
            </a:pPr>
            <a:r>
              <a:rPr lang="en-US" sz="1500" b="1" dirty="0">
                <a:solidFill>
                  <a:srgbClr val="0F1B2D"/>
                </a:solidFill>
                <a:latin typeface="Malgun Gothic" pitchFamily="34" charset="0"/>
                <a:ea typeface="Malgun Gothic" pitchFamily="34" charset="-122"/>
                <a:cs typeface="Malgun Gothic" pitchFamily="34" charset="-120"/>
              </a:rPr>
              <a:t>03  운영 부담</a:t>
            </a:r>
            <a:endParaRPr lang="en-US" sz="1500" dirty="0"/>
          </a:p>
        </p:txBody>
      </p:sp>
      <p:sp>
        <p:nvSpPr>
          <p:cNvPr id="21" name="Text 16"/>
          <p:cNvSpPr txBox="1"/>
          <p:nvPr/>
        </p:nvSpPr>
        <p:spPr>
          <a:xfrm>
            <a:off x="1554480" y="4937760"/>
            <a:ext cx="4572000" cy="530352"/>
          </a:xfrm>
          <a:prstGeom prst="rect">
            <a:avLst/>
          </a:prstGeom>
          <a:noFill/>
          <a:ln/>
        </p:spPr>
        <p:txBody>
          <a:bodyPr wrap="square" lIns="0" tIns="0" rIns="0" bIns="0" rtlCol="0" anchor="t"/>
          <a:lstStyle/>
          <a:p>
            <a:pPr indent="0" marL="0">
              <a:lnSpc>
                <a:spcPct val="110000"/>
              </a:lnSpc>
              <a:buNone/>
            </a:pPr>
            <a:r>
              <a:rPr lang="en-US" sz="1150" dirty="0">
                <a:solidFill>
                  <a:srgbClr val="56657A"/>
                </a:solidFill>
                <a:latin typeface="Malgun Gothic" pitchFamily="34" charset="0"/>
                <a:ea typeface="Malgun Gothic" pitchFamily="34" charset="-122"/>
                <a:cs typeface="Malgun Gothic" pitchFamily="34" charset="-120"/>
              </a:rPr>
              <a:t>별도 업무 DB 없이 CSV + 프로세스 메모리 캐시로 조회. 3인 · 7일 개발과 Render 배포 규모에 적합</a:t>
            </a:r>
            <a:endParaRPr lang="en-US" sz="1150" dirty="0"/>
          </a:p>
        </p:txBody>
      </p:sp>
      <p:sp>
        <p:nvSpPr>
          <p:cNvPr id="22" name="Text 17"/>
          <p:cNvSpPr txBox="1"/>
          <p:nvPr/>
        </p:nvSpPr>
        <p:spPr>
          <a:xfrm>
            <a:off x="6720840" y="2103120"/>
            <a:ext cx="4922215" cy="320040"/>
          </a:xfrm>
          <a:prstGeom prst="rect">
            <a:avLst/>
          </a:prstGeom>
          <a:noFill/>
          <a:ln/>
        </p:spPr>
        <p:txBody>
          <a:bodyPr wrap="square" lIns="0" tIns="0" rIns="0" bIns="0" rtlCol="0" anchor="t"/>
          <a:lstStyle/>
          <a:p>
            <a:pPr indent="0" marL="0">
              <a:buNone/>
            </a:pPr>
            <a:r>
              <a:rPr lang="en-US" sz="1500" b="1" dirty="0">
                <a:solidFill>
                  <a:srgbClr val="0F1B2D"/>
                </a:solidFill>
                <a:latin typeface="Malgun Gothic" pitchFamily="34" charset="0"/>
                <a:ea typeface="Malgun Gothic" pitchFamily="34" charset="-122"/>
                <a:cs typeface="Malgun Gothic" pitchFamily="34" charset="-120"/>
              </a:rPr>
              <a:t>대안 비교</a:t>
            </a:r>
            <a:endParaRPr lang="en-US" sz="1500" dirty="0"/>
          </a:p>
        </p:txBody>
      </p:sp>
      <p:sp>
        <p:nvSpPr>
          <p:cNvPr id="23" name="Shape 18"/>
          <p:cNvSpPr/>
          <p:nvPr/>
        </p:nvSpPr>
        <p:spPr>
          <a:xfrm>
            <a:off x="6720840" y="2542032"/>
            <a:ext cx="4922215" cy="786384"/>
          </a:xfrm>
          <a:prstGeom prst="roundRect">
            <a:avLst>
              <a:gd name="adj" fmla="val 16279"/>
            </a:avLst>
          </a:prstGeom>
          <a:solidFill>
            <a:srgbClr val="FFFFFF"/>
          </a:solidFill>
          <a:ln w="12700">
            <a:solidFill>
              <a:srgbClr val="DCE3EE"/>
            </a:solidFill>
            <a:prstDash val="solid"/>
          </a:ln>
        </p:spPr>
      </p:sp>
      <p:sp>
        <p:nvSpPr>
          <p:cNvPr id="24" name="Text 19"/>
          <p:cNvSpPr txBox="1"/>
          <p:nvPr/>
        </p:nvSpPr>
        <p:spPr>
          <a:xfrm>
            <a:off x="6949440" y="2633472"/>
            <a:ext cx="3550615" cy="310896"/>
          </a:xfrm>
          <a:prstGeom prst="rect">
            <a:avLst/>
          </a:prstGeom>
          <a:noFill/>
          <a:ln/>
        </p:spPr>
        <p:txBody>
          <a:bodyPr wrap="square" lIns="0" tIns="0" rIns="0" bIns="0" rtlCol="0" anchor="t"/>
          <a:lstStyle/>
          <a:p>
            <a:pPr indent="0" marL="0">
              <a:buNone/>
            </a:pPr>
            <a:r>
              <a:rPr lang="en-US" sz="1350" b="1" dirty="0">
                <a:solidFill>
                  <a:srgbClr val="0F1B2D"/>
                </a:solidFill>
                <a:latin typeface="Malgun Gothic" pitchFamily="34" charset="0"/>
                <a:ea typeface="Malgun Gothic" pitchFamily="34" charset="-122"/>
                <a:cs typeface="Malgun Gothic" pitchFamily="34" charset="-120"/>
              </a:rPr>
              <a:t>실시간 API 연동</a:t>
            </a:r>
            <a:endParaRPr lang="en-US" sz="1350" dirty="0"/>
          </a:p>
        </p:txBody>
      </p:sp>
      <p:sp>
        <p:nvSpPr>
          <p:cNvPr id="25" name="Text 20"/>
          <p:cNvSpPr txBox="1"/>
          <p:nvPr/>
        </p:nvSpPr>
        <p:spPr>
          <a:xfrm>
            <a:off x="6949440" y="2953512"/>
            <a:ext cx="3550615" cy="292608"/>
          </a:xfrm>
          <a:prstGeom prst="rect">
            <a:avLst/>
          </a:prstGeom>
          <a:noFill/>
          <a:ln/>
        </p:spPr>
        <p:txBody>
          <a:bodyPr wrap="square" lIns="0" tIns="0" rIns="0" bIns="0" rtlCol="0" anchor="t"/>
          <a:lstStyle/>
          <a:p>
            <a:pPr indent="0" marL="0">
              <a:buNone/>
            </a:pPr>
            <a:r>
              <a:rPr lang="en-US" sz="1050" dirty="0">
                <a:solidFill>
                  <a:srgbClr val="56657A"/>
                </a:solidFill>
                <a:latin typeface="Malgun Gothic" pitchFamily="34" charset="0"/>
                <a:ea typeface="Malgun Gothic" pitchFamily="34" charset="-122"/>
                <a:cs typeface="Malgun Gothic" pitchFamily="34" charset="-120"/>
              </a:rPr>
              <a:t>3종 데이터는 API 미제공</a:t>
            </a:r>
            <a:endParaRPr lang="en-US" sz="1050" dirty="0"/>
          </a:p>
        </p:txBody>
      </p:sp>
      <p:sp>
        <p:nvSpPr>
          <p:cNvPr id="26" name="Shape 21"/>
          <p:cNvSpPr/>
          <p:nvPr/>
        </p:nvSpPr>
        <p:spPr>
          <a:xfrm>
            <a:off x="10682935" y="2779776"/>
            <a:ext cx="731520" cy="310896"/>
          </a:xfrm>
          <a:prstGeom prst="roundRect">
            <a:avLst>
              <a:gd name="adj" fmla="val 50000"/>
            </a:avLst>
          </a:prstGeom>
          <a:solidFill>
            <a:srgbClr val="FFF1E0"/>
          </a:solidFill>
          <a:ln/>
        </p:spPr>
      </p:sp>
      <p:sp>
        <p:nvSpPr>
          <p:cNvPr id="27" name="Text 22"/>
          <p:cNvSpPr txBox="1"/>
          <p:nvPr/>
        </p:nvSpPr>
        <p:spPr>
          <a:xfrm>
            <a:off x="10682935" y="2779776"/>
            <a:ext cx="731520" cy="310896"/>
          </a:xfrm>
          <a:prstGeom prst="rect">
            <a:avLst/>
          </a:prstGeom>
          <a:noFill/>
          <a:ln/>
        </p:spPr>
        <p:txBody>
          <a:bodyPr wrap="square" lIns="0" tIns="0" rIns="0" bIns="0" rtlCol="0" anchor="ctr"/>
          <a:lstStyle/>
          <a:p>
            <a:pPr algn="ctr" indent="0" marL="0">
              <a:buNone/>
            </a:pPr>
            <a:r>
              <a:rPr lang="en-US" sz="1100" b="1" dirty="0">
                <a:solidFill>
                  <a:srgbClr val="E8871E"/>
                </a:solidFill>
                <a:latin typeface="Malgun Gothic" pitchFamily="34" charset="0"/>
                <a:ea typeface="Malgun Gothic" pitchFamily="34" charset="-122"/>
                <a:cs typeface="Malgun Gothic" pitchFamily="34" charset="-120"/>
              </a:rPr>
              <a:t>불가</a:t>
            </a:r>
            <a:endParaRPr lang="en-US" sz="1100" dirty="0"/>
          </a:p>
        </p:txBody>
      </p:sp>
      <p:sp>
        <p:nvSpPr>
          <p:cNvPr id="28" name="Shape 23"/>
          <p:cNvSpPr/>
          <p:nvPr/>
        </p:nvSpPr>
        <p:spPr>
          <a:xfrm>
            <a:off x="6720840" y="3456432"/>
            <a:ext cx="4922215" cy="786384"/>
          </a:xfrm>
          <a:prstGeom prst="roundRect">
            <a:avLst>
              <a:gd name="adj" fmla="val 16279"/>
            </a:avLst>
          </a:prstGeom>
          <a:solidFill>
            <a:srgbClr val="FFFFFF"/>
          </a:solidFill>
          <a:ln w="12700">
            <a:solidFill>
              <a:srgbClr val="DCE3EE"/>
            </a:solidFill>
            <a:prstDash val="solid"/>
          </a:ln>
        </p:spPr>
      </p:sp>
      <p:sp>
        <p:nvSpPr>
          <p:cNvPr id="29" name="Text 24"/>
          <p:cNvSpPr txBox="1"/>
          <p:nvPr/>
        </p:nvSpPr>
        <p:spPr>
          <a:xfrm>
            <a:off x="6949440" y="3547872"/>
            <a:ext cx="3550615" cy="310896"/>
          </a:xfrm>
          <a:prstGeom prst="rect">
            <a:avLst/>
          </a:prstGeom>
          <a:noFill/>
          <a:ln/>
        </p:spPr>
        <p:txBody>
          <a:bodyPr wrap="square" lIns="0" tIns="0" rIns="0" bIns="0" rtlCol="0" anchor="t"/>
          <a:lstStyle/>
          <a:p>
            <a:pPr indent="0" marL="0">
              <a:buNone/>
            </a:pPr>
            <a:r>
              <a:rPr lang="en-US" sz="1350" b="1" dirty="0">
                <a:solidFill>
                  <a:srgbClr val="0F1B2D"/>
                </a:solidFill>
                <a:latin typeface="Malgun Gothic" pitchFamily="34" charset="0"/>
                <a:ea typeface="Malgun Gothic" pitchFamily="34" charset="-122"/>
                <a:cs typeface="Malgun Gothic" pitchFamily="34" charset="-120"/>
              </a:rPr>
              <a:t>업무 DB 구축</a:t>
            </a:r>
            <a:endParaRPr lang="en-US" sz="1350" dirty="0"/>
          </a:p>
        </p:txBody>
      </p:sp>
      <p:sp>
        <p:nvSpPr>
          <p:cNvPr id="30" name="Text 25"/>
          <p:cNvSpPr txBox="1"/>
          <p:nvPr/>
        </p:nvSpPr>
        <p:spPr>
          <a:xfrm>
            <a:off x="6949440" y="3867912"/>
            <a:ext cx="3550615" cy="292608"/>
          </a:xfrm>
          <a:prstGeom prst="rect">
            <a:avLst/>
          </a:prstGeom>
          <a:noFill/>
          <a:ln/>
        </p:spPr>
        <p:txBody>
          <a:bodyPr wrap="square" lIns="0" tIns="0" rIns="0" bIns="0" rtlCol="0" anchor="t"/>
          <a:lstStyle/>
          <a:p>
            <a:pPr indent="0" marL="0">
              <a:buNone/>
            </a:pPr>
            <a:r>
              <a:rPr lang="en-US" sz="1050" dirty="0">
                <a:solidFill>
                  <a:srgbClr val="56657A"/>
                </a:solidFill>
                <a:latin typeface="Malgun Gothic" pitchFamily="34" charset="0"/>
                <a:ea typeface="Malgun Gothic" pitchFamily="34" charset="-122"/>
                <a:cs typeface="Malgun Gothic" pitchFamily="34" charset="-120"/>
              </a:rPr>
              <a:t>전국 적재 · 색인 · 운영 비용이 현재 범위 대비 과도</a:t>
            </a:r>
            <a:endParaRPr lang="en-US" sz="1050" dirty="0"/>
          </a:p>
        </p:txBody>
      </p:sp>
      <p:sp>
        <p:nvSpPr>
          <p:cNvPr id="31" name="Shape 26"/>
          <p:cNvSpPr/>
          <p:nvPr/>
        </p:nvSpPr>
        <p:spPr>
          <a:xfrm>
            <a:off x="10682935" y="3694176"/>
            <a:ext cx="731520" cy="310896"/>
          </a:xfrm>
          <a:prstGeom prst="roundRect">
            <a:avLst>
              <a:gd name="adj" fmla="val 50000"/>
            </a:avLst>
          </a:prstGeom>
          <a:solidFill>
            <a:srgbClr val="EFEBFF"/>
          </a:solidFill>
          <a:ln/>
        </p:spPr>
      </p:sp>
      <p:sp>
        <p:nvSpPr>
          <p:cNvPr id="32" name="Text 27"/>
          <p:cNvSpPr txBox="1"/>
          <p:nvPr/>
        </p:nvSpPr>
        <p:spPr>
          <a:xfrm>
            <a:off x="10682935" y="3694176"/>
            <a:ext cx="731520" cy="310896"/>
          </a:xfrm>
          <a:prstGeom prst="rect">
            <a:avLst/>
          </a:prstGeom>
          <a:noFill/>
          <a:ln/>
        </p:spPr>
        <p:txBody>
          <a:bodyPr wrap="square" lIns="0" tIns="0" rIns="0" bIns="0" rtlCol="0" anchor="ctr"/>
          <a:lstStyle/>
          <a:p>
            <a:pPr algn="ctr" indent="0" marL="0">
              <a:buNone/>
            </a:pPr>
            <a:r>
              <a:rPr lang="en-US" sz="1100" b="1" dirty="0">
                <a:solidFill>
                  <a:srgbClr val="7A5AF0"/>
                </a:solidFill>
                <a:latin typeface="Malgun Gothic" pitchFamily="34" charset="0"/>
                <a:ea typeface="Malgun Gothic" pitchFamily="34" charset="-122"/>
                <a:cs typeface="Malgun Gothic" pitchFamily="34" charset="-120"/>
              </a:rPr>
              <a:t>보류</a:t>
            </a:r>
            <a:endParaRPr lang="en-US" sz="1100" dirty="0"/>
          </a:p>
        </p:txBody>
      </p:sp>
      <p:sp>
        <p:nvSpPr>
          <p:cNvPr id="33" name="Shape 28"/>
          <p:cNvSpPr/>
          <p:nvPr/>
        </p:nvSpPr>
        <p:spPr>
          <a:xfrm>
            <a:off x="6720840" y="4370832"/>
            <a:ext cx="4922215" cy="786384"/>
          </a:xfrm>
          <a:prstGeom prst="roundRect">
            <a:avLst>
              <a:gd name="adj" fmla="val 16279"/>
            </a:avLst>
          </a:prstGeom>
          <a:solidFill>
            <a:srgbClr val="011F47"/>
          </a:solidFill>
          <a:ln/>
        </p:spPr>
      </p:sp>
      <p:sp>
        <p:nvSpPr>
          <p:cNvPr id="34" name="Text 29"/>
          <p:cNvSpPr txBox="1"/>
          <p:nvPr/>
        </p:nvSpPr>
        <p:spPr>
          <a:xfrm>
            <a:off x="6949440" y="4462272"/>
            <a:ext cx="3550615" cy="310896"/>
          </a:xfrm>
          <a:prstGeom prst="rect">
            <a:avLst/>
          </a:prstGeom>
          <a:noFill/>
          <a:ln/>
        </p:spPr>
        <p:txBody>
          <a:bodyPr wrap="square" lIns="0" tIns="0" rIns="0" bIns="0" rtlCol="0" anchor="t"/>
          <a:lstStyle/>
          <a:p>
            <a:pPr indent="0" marL="0">
              <a:buNone/>
            </a:pPr>
            <a:r>
              <a:rPr lang="en-US" sz="1350" b="1" dirty="0">
                <a:solidFill>
                  <a:srgbClr val="FFFFFF"/>
                </a:solidFill>
                <a:latin typeface="Malgun Gothic" pitchFamily="34" charset="0"/>
                <a:ea typeface="Malgun Gothic" pitchFamily="34" charset="-122"/>
                <a:cs typeface="Malgun Gothic" pitchFamily="34" charset="-120"/>
              </a:rPr>
              <a:t>CSV + 메모리 캐시</a:t>
            </a:r>
            <a:endParaRPr lang="en-US" sz="1350" dirty="0"/>
          </a:p>
        </p:txBody>
      </p:sp>
      <p:sp>
        <p:nvSpPr>
          <p:cNvPr id="35" name="Text 30"/>
          <p:cNvSpPr txBox="1"/>
          <p:nvPr/>
        </p:nvSpPr>
        <p:spPr>
          <a:xfrm>
            <a:off x="6949440" y="4782312"/>
            <a:ext cx="3550615" cy="292608"/>
          </a:xfrm>
          <a:prstGeom prst="rect">
            <a:avLst/>
          </a:prstGeom>
          <a:noFill/>
          <a:ln/>
        </p:spPr>
        <p:txBody>
          <a:bodyPr wrap="square" lIns="0" tIns="0" rIns="0" bIns="0" rtlCol="0" anchor="t"/>
          <a:lstStyle/>
          <a:p>
            <a:pPr indent="0" marL="0">
              <a:buNone/>
            </a:pPr>
            <a:r>
              <a:rPr lang="en-US" sz="1050" dirty="0">
                <a:solidFill>
                  <a:srgbClr val="C9D6EA"/>
                </a:solidFill>
                <a:latin typeface="Malgun Gothic" pitchFamily="34" charset="0"/>
                <a:ea typeface="Malgun Gothic" pitchFamily="34" charset="-122"/>
                <a:cs typeface="Malgun Gothic" pitchFamily="34" charset="-120"/>
              </a:rPr>
              <a:t>서울 범위 정제 · 파일 검증 · 빠른 조회</a:t>
            </a:r>
            <a:endParaRPr lang="en-US" sz="1050" dirty="0"/>
          </a:p>
        </p:txBody>
      </p:sp>
      <p:sp>
        <p:nvSpPr>
          <p:cNvPr id="36" name="Shape 31"/>
          <p:cNvSpPr/>
          <p:nvPr/>
        </p:nvSpPr>
        <p:spPr>
          <a:xfrm>
            <a:off x="10682935" y="4608576"/>
            <a:ext cx="731520" cy="310896"/>
          </a:xfrm>
          <a:prstGeom prst="roundRect">
            <a:avLst>
              <a:gd name="adj" fmla="val 50000"/>
            </a:avLst>
          </a:prstGeom>
          <a:solidFill>
            <a:srgbClr val="00C98E"/>
          </a:solidFill>
          <a:ln/>
        </p:spPr>
      </p:sp>
      <p:sp>
        <p:nvSpPr>
          <p:cNvPr id="37" name="Text 32"/>
          <p:cNvSpPr txBox="1"/>
          <p:nvPr/>
        </p:nvSpPr>
        <p:spPr>
          <a:xfrm>
            <a:off x="10682935" y="4608576"/>
            <a:ext cx="731520" cy="310896"/>
          </a:xfrm>
          <a:prstGeom prst="rect">
            <a:avLst/>
          </a:prstGeom>
          <a:noFill/>
          <a:ln/>
        </p:spPr>
        <p:txBody>
          <a:bodyPr wrap="square" lIns="0" tIns="0" rIns="0" bIns="0" rtlCol="0" anchor="ctr"/>
          <a:lstStyle/>
          <a:p>
            <a:pPr algn="ctr" indent="0" marL="0">
              <a:buNone/>
            </a:pPr>
            <a:r>
              <a:rPr lang="en-US" sz="1100" b="1" dirty="0">
                <a:solidFill>
                  <a:srgbClr val="011F47"/>
                </a:solidFill>
                <a:latin typeface="Malgun Gothic" pitchFamily="34" charset="0"/>
                <a:ea typeface="Malgun Gothic" pitchFamily="34" charset="-122"/>
                <a:cs typeface="Malgun Gothic" pitchFamily="34" charset="-120"/>
              </a:rPr>
              <a:t>채택</a:t>
            </a:r>
            <a:endParaRPr lang="en-US" sz="1100" dirty="0"/>
          </a:p>
        </p:txBody>
      </p:sp>
      <p:sp>
        <p:nvSpPr>
          <p:cNvPr id="38" name="Shape 33"/>
          <p:cNvSpPr/>
          <p:nvPr/>
        </p:nvSpPr>
        <p:spPr>
          <a:xfrm>
            <a:off x="548640" y="5760720"/>
            <a:ext cx="11094415" cy="548640"/>
          </a:xfrm>
          <a:prstGeom prst="roundRect">
            <a:avLst>
              <a:gd name="adj" fmla="val 26667"/>
            </a:avLst>
          </a:prstGeom>
          <a:solidFill>
            <a:srgbClr val="E0F8EF"/>
          </a:solidFill>
          <a:ln/>
        </p:spPr>
      </p:sp>
      <p:sp>
        <p:nvSpPr>
          <p:cNvPr id="39" name="Text 34"/>
          <p:cNvSpPr txBox="1"/>
          <p:nvPr/>
        </p:nvSpPr>
        <p:spPr>
          <a:xfrm>
            <a:off x="822960" y="5760720"/>
            <a:ext cx="10545775" cy="548640"/>
          </a:xfrm>
          <a:prstGeom prst="rect">
            <a:avLst/>
          </a:prstGeom>
          <a:noFill/>
          <a:ln/>
        </p:spPr>
        <p:txBody>
          <a:bodyPr wrap="square" lIns="0" tIns="0" rIns="0" bIns="0" rtlCol="0" anchor="ctr"/>
          <a:lstStyle/>
          <a:p>
            <a:pPr indent="0" marL="0">
              <a:buNone/>
            </a:pPr>
            <a:r>
              <a:rPr lang="en-US" sz="1200" b="1" dirty="0">
                <a:solidFill>
                  <a:srgbClr val="00996C"/>
                </a:solidFill>
                <a:latin typeface="Malgun Gothic" pitchFamily="34" charset="0"/>
                <a:ea typeface="Malgun Gothic" pitchFamily="34" charset="-122"/>
                <a:cs typeface="Malgun Gothic" pitchFamily="34" charset="-120"/>
              </a:rPr>
              <a:t>확장 대비  </a:t>
            </a:r>
            <a:pPr indent="0" marL="0">
              <a:buNone/>
            </a:pPr>
            <a:r>
              <a:rPr lang="en-US" sz="1200" dirty="0">
                <a:solidFill>
                  <a:srgbClr val="0F1B2D"/>
                </a:solidFill>
                <a:latin typeface="Malgun Gothic" pitchFamily="34" charset="0"/>
                <a:ea typeface="Malgun Gothic" pitchFamily="34" charset="-122"/>
                <a:cs typeface="Malgun Gothic" pitchFamily="34" charset="-120"/>
              </a:rPr>
              <a:t>CSV(저장 방식)와 서울 필터링(처리 범위)은 별개의 결정 → data_refresh.py에 CSV/DB 저장기 선택 지점을 두어 전국 DB 전환을 준비</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180015" y="6473952"/>
            <a:ext cx="1554480" cy="228600"/>
          </a:xfrm>
          <a:prstGeom prst="rect">
            <a:avLst/>
          </a:prstGeom>
          <a:noFill/>
          <a:ln/>
        </p:spPr>
        <p:txBody>
          <a:bodyPr wrap="square" lIns="0" tIns="0" rIns="0" bIns="0" rtlCol="0" anchor="t"/>
          <a:lstStyle/>
          <a:p>
            <a:pPr algn="r" indent="0" marL="0">
              <a:buNone/>
            </a:pPr>
            <a:r>
              <a:rPr lang="en-US" sz="900" b="1" dirty="0">
                <a:solidFill>
                  <a:srgbClr val="011F47"/>
                </a:solidFill>
                <a:latin typeface="Malgun Gothic" pitchFamily="34" charset="0"/>
                <a:ea typeface="Malgun Gothic" pitchFamily="34" charset="-122"/>
                <a:cs typeface="Malgun Gothic" pitchFamily="34" charset="-120"/>
              </a:rPr>
              <a:t>Hi스포링</a:t>
            </a:r>
            <a:pPr algn="r" indent="0" marL="0">
              <a:buNone/>
            </a:pPr>
            <a:r>
              <a:rPr lang="en-US" sz="900" dirty="0">
                <a:solidFill>
                  <a:srgbClr val="8A97A8"/>
                </a:solidFill>
                <a:latin typeface="Malgun Gothic" pitchFamily="34" charset="0"/>
                <a:ea typeface="Malgun Gothic" pitchFamily="34" charset="-122"/>
                <a:cs typeface="Malgun Gothic" pitchFamily="34" charset="-120"/>
              </a:rPr>
              <a:t>   15</a:t>
            </a:r>
            <a:endParaRPr lang="en-US" sz="900" dirty="0"/>
          </a:p>
        </p:txBody>
      </p:sp>
      <p:sp>
        <p:nvSpPr>
          <p:cNvPr id="3" name="Shape 1"/>
          <p:cNvSpPr/>
          <p:nvPr/>
        </p:nvSpPr>
        <p:spPr>
          <a:xfrm>
            <a:off x="548640" y="457200"/>
            <a:ext cx="2148840" cy="310896"/>
          </a:xfrm>
          <a:prstGeom prst="roundRect">
            <a:avLst>
              <a:gd name="adj" fmla="val 50000"/>
            </a:avLst>
          </a:prstGeom>
          <a:solidFill>
            <a:srgbClr val="E8EFFF"/>
          </a:solidFill>
          <a:ln/>
        </p:spPr>
      </p:sp>
      <p:sp>
        <p:nvSpPr>
          <p:cNvPr id="4" name="Text 2"/>
          <p:cNvSpPr txBox="1"/>
          <p:nvPr/>
        </p:nvSpPr>
        <p:spPr>
          <a:xfrm>
            <a:off x="548640" y="457200"/>
            <a:ext cx="2148840" cy="310896"/>
          </a:xfrm>
          <a:prstGeom prst="rect">
            <a:avLst/>
          </a:prstGeom>
          <a:noFill/>
          <a:ln/>
        </p:spPr>
        <p:txBody>
          <a:bodyPr wrap="square" lIns="0" tIns="0" rIns="0" bIns="0" rtlCol="0" anchor="ctr"/>
          <a:lstStyle/>
          <a:p>
            <a:pPr algn="ctr" indent="0" marL="0">
              <a:buNone/>
            </a:pPr>
            <a:r>
              <a:rPr lang="en-US" sz="1100" b="1" dirty="0">
                <a:solidFill>
                  <a:srgbClr val="0046F0"/>
                </a:solidFill>
                <a:latin typeface="Malgun Gothic" pitchFamily="34" charset="0"/>
                <a:ea typeface="Malgun Gothic" pitchFamily="34" charset="-122"/>
                <a:cs typeface="Malgun Gothic" pitchFamily="34" charset="-120"/>
              </a:rPr>
              <a:t>04 · 데이터 ② 정제 · 적재</a:t>
            </a:r>
            <a:endParaRPr lang="en-US" sz="1100" dirty="0"/>
          </a:p>
        </p:txBody>
      </p:sp>
      <p:sp>
        <p:nvSpPr>
          <p:cNvPr id="5" name="Text 3"/>
          <p:cNvSpPr txBox="1"/>
          <p:nvPr/>
        </p:nvSpPr>
        <p:spPr>
          <a:xfrm>
            <a:off x="548640" y="896112"/>
            <a:ext cx="11094415" cy="566928"/>
          </a:xfrm>
          <a:prstGeom prst="rect">
            <a:avLst/>
          </a:prstGeom>
          <a:noFill/>
          <a:ln/>
        </p:spPr>
        <p:txBody>
          <a:bodyPr wrap="square" lIns="0" tIns="0" rIns="0" bIns="0" rtlCol="0" anchor="t"/>
          <a:lstStyle/>
          <a:p>
            <a:pPr indent="0" marL="0">
              <a:buNone/>
            </a:pPr>
            <a:r>
              <a:rPr lang="en-US" sz="2800" b="1" dirty="0">
                <a:solidFill>
                  <a:srgbClr val="0F1B2D"/>
                </a:solidFill>
                <a:latin typeface="Malgun Gothic" pitchFamily="34" charset="0"/>
                <a:ea typeface="Malgun Gothic" pitchFamily="34" charset="-122"/>
                <a:cs typeface="Malgun Gothic" pitchFamily="34" charset="-120"/>
              </a:rPr>
              <a:t>4종 CSV를 서울 서비스 데이터로 정제 · 적재</a:t>
            </a:r>
            <a:endParaRPr lang="en-US" sz="2800" dirty="0"/>
          </a:p>
        </p:txBody>
      </p:sp>
      <p:sp>
        <p:nvSpPr>
          <p:cNvPr id="6" name="Text 4"/>
          <p:cNvSpPr txBox="1"/>
          <p:nvPr/>
        </p:nvSpPr>
        <p:spPr>
          <a:xfrm>
            <a:off x="548640" y="1481328"/>
            <a:ext cx="11094415" cy="365760"/>
          </a:xfrm>
          <a:prstGeom prst="rect">
            <a:avLst/>
          </a:prstGeom>
          <a:noFill/>
          <a:ln/>
        </p:spPr>
        <p:txBody>
          <a:bodyPr wrap="square" lIns="0" tIns="0" rIns="0" bIns="0" rtlCol="0" anchor="t"/>
          <a:lstStyle/>
          <a:p>
            <a:pPr indent="0" marL="0">
              <a:buNone/>
            </a:pPr>
            <a:r>
              <a:rPr lang="en-US" sz="1400" dirty="0">
                <a:solidFill>
                  <a:srgbClr val="56657A"/>
                </a:solidFill>
                <a:latin typeface="Malgun Gothic" pitchFamily="34" charset="0"/>
                <a:ea typeface="Malgun Gothic" pitchFamily="34" charset="-122"/>
                <a:cs typeface="Malgun Gothic" pitchFamily="34" charset="-120"/>
              </a:rPr>
              <a:t>원본 확보부터 변경 확인 · 서울 추출 · 발행 · 메모리 적재까지 하나의 흐름</a:t>
            </a:r>
            <a:endParaRPr lang="en-US" sz="1400" dirty="0"/>
          </a:p>
        </p:txBody>
      </p:sp>
      <p:sp>
        <p:nvSpPr>
          <p:cNvPr id="7" name="Shape 5"/>
          <p:cNvSpPr/>
          <p:nvPr/>
        </p:nvSpPr>
        <p:spPr>
          <a:xfrm>
            <a:off x="548640" y="2240280"/>
            <a:ext cx="2926080" cy="1143000"/>
          </a:xfrm>
          <a:prstGeom prst="roundRect">
            <a:avLst>
              <a:gd name="adj" fmla="val 14400"/>
            </a:avLst>
          </a:prstGeom>
          <a:solidFill>
            <a:srgbClr val="F4F7FC"/>
          </a:solidFill>
          <a:ln/>
        </p:spPr>
      </p:sp>
      <p:sp>
        <p:nvSpPr>
          <p:cNvPr id="8" name="Text 6"/>
          <p:cNvSpPr txBox="1"/>
          <p:nvPr/>
        </p:nvSpPr>
        <p:spPr>
          <a:xfrm>
            <a:off x="822960" y="2377440"/>
            <a:ext cx="2560320" cy="566928"/>
          </a:xfrm>
          <a:prstGeom prst="rect">
            <a:avLst/>
          </a:prstGeom>
          <a:noFill/>
          <a:ln/>
        </p:spPr>
        <p:txBody>
          <a:bodyPr wrap="square" lIns="0" tIns="0" rIns="0" bIns="0" rtlCol="0" anchor="t"/>
          <a:lstStyle/>
          <a:p>
            <a:pPr indent="0" marL="0">
              <a:buNone/>
            </a:pPr>
            <a:r>
              <a:rPr lang="en-US" sz="3000" b="1" dirty="0">
                <a:solidFill>
                  <a:srgbClr val="0046F0"/>
                </a:solidFill>
                <a:latin typeface="Malgun Gothic" pitchFamily="34" charset="0"/>
                <a:ea typeface="Malgun Gothic" pitchFamily="34" charset="-122"/>
                <a:cs typeface="Malgun Gothic" pitchFamily="34" charset="-120"/>
              </a:rPr>
              <a:t>4종</a:t>
            </a:r>
            <a:endParaRPr lang="en-US" sz="3000" dirty="0"/>
          </a:p>
        </p:txBody>
      </p:sp>
      <p:sp>
        <p:nvSpPr>
          <p:cNvPr id="9" name="Text 7"/>
          <p:cNvSpPr txBox="1"/>
          <p:nvPr/>
        </p:nvSpPr>
        <p:spPr>
          <a:xfrm>
            <a:off x="822960" y="2971800"/>
            <a:ext cx="2560320" cy="274320"/>
          </a:xfrm>
          <a:prstGeom prst="rect">
            <a:avLst/>
          </a:prstGeom>
          <a:noFill/>
          <a:ln/>
        </p:spPr>
        <p:txBody>
          <a:bodyPr wrap="square" lIns="0" tIns="0" rIns="0" bIns="0" rtlCol="0" anchor="t"/>
          <a:lstStyle/>
          <a:p>
            <a:pPr indent="0" marL="0">
              <a:buNone/>
            </a:pPr>
            <a:r>
              <a:rPr lang="en-US" sz="1200" dirty="0">
                <a:solidFill>
                  <a:srgbClr val="56657A"/>
                </a:solidFill>
                <a:latin typeface="Malgun Gothic" pitchFamily="34" charset="0"/>
                <a:ea typeface="Malgun Gothic" pitchFamily="34" charset="-122"/>
                <a:cs typeface="Malgun Gothic" pitchFamily="34" charset="-120"/>
              </a:rPr>
              <a:t>원본 CSV</a:t>
            </a:r>
            <a:endParaRPr lang="en-US" sz="1200" dirty="0"/>
          </a:p>
        </p:txBody>
      </p:sp>
      <p:sp>
        <p:nvSpPr>
          <p:cNvPr id="10" name="Shape 8"/>
          <p:cNvSpPr/>
          <p:nvPr/>
        </p:nvSpPr>
        <p:spPr>
          <a:xfrm>
            <a:off x="548640" y="3566160"/>
            <a:ext cx="2926080" cy="1143000"/>
          </a:xfrm>
          <a:prstGeom prst="roundRect">
            <a:avLst>
              <a:gd name="adj" fmla="val 14400"/>
            </a:avLst>
          </a:prstGeom>
          <a:solidFill>
            <a:srgbClr val="F4F7FC"/>
          </a:solidFill>
          <a:ln/>
        </p:spPr>
      </p:sp>
      <p:sp>
        <p:nvSpPr>
          <p:cNvPr id="11" name="Text 9"/>
          <p:cNvSpPr txBox="1"/>
          <p:nvPr/>
        </p:nvSpPr>
        <p:spPr>
          <a:xfrm>
            <a:off x="822960" y="3703320"/>
            <a:ext cx="2560320" cy="566928"/>
          </a:xfrm>
          <a:prstGeom prst="rect">
            <a:avLst/>
          </a:prstGeom>
          <a:noFill/>
          <a:ln/>
        </p:spPr>
        <p:txBody>
          <a:bodyPr wrap="square" lIns="0" tIns="0" rIns="0" bIns="0" rtlCol="0" anchor="t"/>
          <a:lstStyle/>
          <a:p>
            <a:pPr indent="0" marL="0">
              <a:buNone/>
            </a:pPr>
            <a:r>
              <a:rPr lang="en-US" sz="3000" b="1" dirty="0">
                <a:solidFill>
                  <a:srgbClr val="0046F0"/>
                </a:solidFill>
                <a:latin typeface="Malgun Gothic" pitchFamily="34" charset="0"/>
                <a:ea typeface="Malgun Gothic" pitchFamily="34" charset="-122"/>
                <a:cs typeface="Malgun Gothic" pitchFamily="34" charset="-120"/>
              </a:rPr>
              <a:t>서울</a:t>
            </a:r>
            <a:endParaRPr lang="en-US" sz="3000" dirty="0"/>
          </a:p>
        </p:txBody>
      </p:sp>
      <p:sp>
        <p:nvSpPr>
          <p:cNvPr id="12" name="Text 10"/>
          <p:cNvSpPr txBox="1"/>
          <p:nvPr/>
        </p:nvSpPr>
        <p:spPr>
          <a:xfrm>
            <a:off x="822960" y="4297680"/>
            <a:ext cx="2560320" cy="274320"/>
          </a:xfrm>
          <a:prstGeom prst="rect">
            <a:avLst/>
          </a:prstGeom>
          <a:noFill/>
          <a:ln/>
        </p:spPr>
        <p:txBody>
          <a:bodyPr wrap="square" lIns="0" tIns="0" rIns="0" bIns="0" rtlCol="0" anchor="t"/>
          <a:lstStyle/>
          <a:p>
            <a:pPr indent="0" marL="0">
              <a:buNone/>
            </a:pPr>
            <a:r>
              <a:rPr lang="en-US" sz="1200" dirty="0">
                <a:solidFill>
                  <a:srgbClr val="56657A"/>
                </a:solidFill>
                <a:latin typeface="Malgun Gothic" pitchFamily="34" charset="0"/>
                <a:ea typeface="Malgun Gothic" pitchFamily="34" charset="-122"/>
                <a:cs typeface="Malgun Gothic" pitchFamily="34" charset="-120"/>
              </a:rPr>
              <a:t>서비스 범위</a:t>
            </a:r>
            <a:endParaRPr lang="en-US" sz="1200" dirty="0"/>
          </a:p>
        </p:txBody>
      </p:sp>
      <p:sp>
        <p:nvSpPr>
          <p:cNvPr id="13" name="Shape 11"/>
          <p:cNvSpPr/>
          <p:nvPr/>
        </p:nvSpPr>
        <p:spPr>
          <a:xfrm>
            <a:off x="548640" y="4892040"/>
            <a:ext cx="2926080" cy="1143000"/>
          </a:xfrm>
          <a:prstGeom prst="roundRect">
            <a:avLst>
              <a:gd name="adj" fmla="val 14400"/>
            </a:avLst>
          </a:prstGeom>
          <a:solidFill>
            <a:srgbClr val="011F47"/>
          </a:solidFill>
          <a:ln/>
        </p:spPr>
      </p:sp>
      <p:sp>
        <p:nvSpPr>
          <p:cNvPr id="14" name="Text 12"/>
          <p:cNvSpPr txBox="1"/>
          <p:nvPr/>
        </p:nvSpPr>
        <p:spPr>
          <a:xfrm>
            <a:off x="822960" y="5029200"/>
            <a:ext cx="2560320" cy="566928"/>
          </a:xfrm>
          <a:prstGeom prst="rect">
            <a:avLst/>
          </a:prstGeom>
          <a:noFill/>
          <a:ln/>
        </p:spPr>
        <p:txBody>
          <a:bodyPr wrap="square" lIns="0" tIns="0" rIns="0" bIns="0" rtlCol="0" anchor="t"/>
          <a:lstStyle/>
          <a:p>
            <a:pPr indent="0" marL="0">
              <a:buNone/>
            </a:pPr>
            <a:r>
              <a:rPr lang="en-US" sz="3000" b="1" dirty="0">
                <a:solidFill>
                  <a:srgbClr val="00C98E"/>
                </a:solidFill>
                <a:latin typeface="Malgun Gothic" pitchFamily="34" charset="0"/>
                <a:ea typeface="Malgun Gothic" pitchFamily="34" charset="-122"/>
                <a:cs typeface="Malgun Gothic" pitchFamily="34" charset="-120"/>
              </a:rPr>
              <a:t>매월 1일</a:t>
            </a:r>
            <a:endParaRPr lang="en-US" sz="3000" dirty="0"/>
          </a:p>
        </p:txBody>
      </p:sp>
      <p:sp>
        <p:nvSpPr>
          <p:cNvPr id="15" name="Text 13"/>
          <p:cNvSpPr txBox="1"/>
          <p:nvPr/>
        </p:nvSpPr>
        <p:spPr>
          <a:xfrm>
            <a:off x="822960" y="5623560"/>
            <a:ext cx="2560320" cy="274320"/>
          </a:xfrm>
          <a:prstGeom prst="rect">
            <a:avLst/>
          </a:prstGeom>
          <a:noFill/>
          <a:ln/>
        </p:spPr>
        <p:txBody>
          <a:bodyPr wrap="square" lIns="0" tIns="0" rIns="0" bIns="0" rtlCol="0" anchor="t"/>
          <a:lstStyle/>
          <a:p>
            <a:pPr indent="0" marL="0">
              <a:buNone/>
            </a:pPr>
            <a:r>
              <a:rPr lang="en-US" sz="1200" dirty="0">
                <a:solidFill>
                  <a:srgbClr val="C9D6EA"/>
                </a:solidFill>
                <a:latin typeface="Malgun Gothic" pitchFamily="34" charset="0"/>
                <a:ea typeface="Malgun Gothic" pitchFamily="34" charset="-122"/>
                <a:cs typeface="Malgun Gothic" pitchFamily="34" charset="-120"/>
              </a:rPr>
              <a:t>01:00 변경 점검 (KST)</a:t>
            </a:r>
            <a:endParaRPr lang="en-US" sz="1200" dirty="0"/>
          </a:p>
        </p:txBody>
      </p:sp>
      <p:sp>
        <p:nvSpPr>
          <p:cNvPr id="16" name="Shape 14"/>
          <p:cNvSpPr/>
          <p:nvPr/>
        </p:nvSpPr>
        <p:spPr>
          <a:xfrm>
            <a:off x="3977640" y="2240280"/>
            <a:ext cx="2331720" cy="1691640"/>
          </a:xfrm>
          <a:prstGeom prst="roundRect">
            <a:avLst>
              <a:gd name="adj" fmla="val 9730"/>
            </a:avLst>
          </a:prstGeom>
          <a:solidFill>
            <a:srgbClr val="FFFFFF"/>
          </a:solidFill>
          <a:ln w="12700">
            <a:solidFill>
              <a:srgbClr val="DCE3EE"/>
            </a:solidFill>
            <a:prstDash val="solid"/>
          </a:ln>
        </p:spPr>
      </p:sp>
      <p:sp>
        <p:nvSpPr>
          <p:cNvPr id="17" name="Text 15"/>
          <p:cNvSpPr txBox="1"/>
          <p:nvPr/>
        </p:nvSpPr>
        <p:spPr>
          <a:xfrm>
            <a:off x="4206240" y="2468880"/>
            <a:ext cx="548640" cy="320040"/>
          </a:xfrm>
          <a:prstGeom prst="rect">
            <a:avLst/>
          </a:prstGeom>
          <a:noFill/>
          <a:ln/>
        </p:spPr>
        <p:txBody>
          <a:bodyPr wrap="square" lIns="0" tIns="0" rIns="0" bIns="0" rtlCol="0" anchor="t"/>
          <a:lstStyle/>
          <a:p>
            <a:pPr indent="0" marL="0">
              <a:buNone/>
            </a:pPr>
            <a:r>
              <a:rPr lang="en-US" sz="1300" b="1" dirty="0">
                <a:solidFill>
                  <a:srgbClr val="7A5AF0"/>
                </a:solidFill>
                <a:latin typeface="Malgun Gothic" pitchFamily="34" charset="0"/>
                <a:ea typeface="Malgun Gothic" pitchFamily="34" charset="-122"/>
                <a:cs typeface="Malgun Gothic" pitchFamily="34" charset="-120"/>
              </a:rPr>
              <a:t>01</a:t>
            </a:r>
            <a:endParaRPr lang="en-US" sz="1300" dirty="0"/>
          </a:p>
        </p:txBody>
      </p:sp>
      <p:pic>
        <p:nvPicPr>
          <p:cNvPr id="18" name="Image 0" descr="preencoded.png">    </p:cNvPr>
          <p:cNvPicPr>
            <a:picLocks noChangeAspect="1"/>
          </p:cNvPicPr>
          <p:nvPr/>
        </p:nvPicPr>
        <p:blipFill>
          <a:blip r:embed="rId1"/>
          <a:stretch>
            <a:fillRect/>
          </a:stretch>
        </p:blipFill>
        <p:spPr>
          <a:xfrm>
            <a:off x="5742432" y="2441448"/>
            <a:ext cx="347472" cy="347472"/>
          </a:xfrm>
          <a:prstGeom prst="rect">
            <a:avLst/>
          </a:prstGeom>
        </p:spPr>
      </p:pic>
      <p:sp>
        <p:nvSpPr>
          <p:cNvPr id="19" name="Text 16"/>
          <p:cNvSpPr txBox="1"/>
          <p:nvPr/>
        </p:nvSpPr>
        <p:spPr>
          <a:xfrm>
            <a:off x="4206240" y="2926080"/>
            <a:ext cx="1965960" cy="347472"/>
          </a:xfrm>
          <a:prstGeom prst="rect">
            <a:avLst/>
          </a:prstGeom>
          <a:noFill/>
          <a:ln/>
        </p:spPr>
        <p:txBody>
          <a:bodyPr wrap="square" lIns="0" tIns="0" rIns="0" bIns="0" rtlCol="0" anchor="t"/>
          <a:lstStyle/>
          <a:p>
            <a:pPr indent="0" marL="0">
              <a:buNone/>
            </a:pPr>
            <a:r>
              <a:rPr lang="en-US" sz="1500" b="1" dirty="0">
                <a:solidFill>
                  <a:srgbClr val="0F1B2D"/>
                </a:solidFill>
                <a:latin typeface="Malgun Gothic" pitchFamily="34" charset="0"/>
                <a:ea typeface="Malgun Gothic" pitchFamily="34" charset="-122"/>
                <a:cs typeface="Malgun Gothic" pitchFamily="34" charset="-120"/>
              </a:rPr>
              <a:t>원본 CSV 확보</a:t>
            </a:r>
            <a:endParaRPr lang="en-US" sz="1500" dirty="0"/>
          </a:p>
        </p:txBody>
      </p:sp>
      <p:sp>
        <p:nvSpPr>
          <p:cNvPr id="20" name="Text 17"/>
          <p:cNvSpPr txBox="1"/>
          <p:nvPr/>
        </p:nvSpPr>
        <p:spPr>
          <a:xfrm>
            <a:off x="4206240" y="3291840"/>
            <a:ext cx="1965960" cy="502920"/>
          </a:xfrm>
          <a:prstGeom prst="rect">
            <a:avLst/>
          </a:prstGeom>
          <a:noFill/>
          <a:ln/>
        </p:spPr>
        <p:txBody>
          <a:bodyPr wrap="square" lIns="0" tIns="0" rIns="0" bIns="0" rtlCol="0" anchor="t"/>
          <a:lstStyle/>
          <a:p>
            <a:pPr indent="0" marL="0">
              <a:buNone/>
            </a:pPr>
            <a:r>
              <a:rPr lang="en-US" sz="1100" dirty="0">
                <a:solidFill>
                  <a:srgbClr val="56657A"/>
                </a:solidFill>
                <a:latin typeface="Malgun Gothic" pitchFamily="34" charset="0"/>
                <a:ea typeface="Malgun Gothic" pitchFamily="34" charset="-122"/>
                <a:cs typeface="Malgun Gothic" pitchFamily="34" charset="-120"/>
              </a:rPr>
              <a:t>운영자가 data/에 원본 반영</a:t>
            </a:r>
            <a:endParaRPr lang="en-US" sz="1100" dirty="0"/>
          </a:p>
        </p:txBody>
      </p:sp>
      <p:sp>
        <p:nvSpPr>
          <p:cNvPr id="21" name="Shape 18"/>
          <p:cNvSpPr/>
          <p:nvPr/>
        </p:nvSpPr>
        <p:spPr>
          <a:xfrm>
            <a:off x="6364224" y="3086100"/>
            <a:ext cx="256032" cy="0"/>
          </a:xfrm>
          <a:prstGeom prst="line">
            <a:avLst/>
          </a:prstGeom>
          <a:noFill/>
          <a:ln w="19050">
            <a:solidFill>
              <a:srgbClr val="8A97A8"/>
            </a:solidFill>
            <a:prstDash val="solid"/>
            <a:tailEnd type="triangle"/>
          </a:ln>
        </p:spPr>
      </p:sp>
      <p:sp>
        <p:nvSpPr>
          <p:cNvPr id="22" name="Shape 19"/>
          <p:cNvSpPr/>
          <p:nvPr/>
        </p:nvSpPr>
        <p:spPr>
          <a:xfrm>
            <a:off x="6675120" y="2240280"/>
            <a:ext cx="2331720" cy="1691640"/>
          </a:xfrm>
          <a:prstGeom prst="roundRect">
            <a:avLst>
              <a:gd name="adj" fmla="val 9730"/>
            </a:avLst>
          </a:prstGeom>
          <a:solidFill>
            <a:srgbClr val="FFFFFF"/>
          </a:solidFill>
          <a:ln w="12700">
            <a:solidFill>
              <a:srgbClr val="DCE3EE"/>
            </a:solidFill>
            <a:prstDash val="solid"/>
          </a:ln>
        </p:spPr>
      </p:sp>
      <p:sp>
        <p:nvSpPr>
          <p:cNvPr id="23" name="Text 20"/>
          <p:cNvSpPr txBox="1"/>
          <p:nvPr/>
        </p:nvSpPr>
        <p:spPr>
          <a:xfrm>
            <a:off x="6903720" y="2468880"/>
            <a:ext cx="548640" cy="320040"/>
          </a:xfrm>
          <a:prstGeom prst="rect">
            <a:avLst/>
          </a:prstGeom>
          <a:noFill/>
          <a:ln/>
        </p:spPr>
        <p:txBody>
          <a:bodyPr wrap="square" lIns="0" tIns="0" rIns="0" bIns="0" rtlCol="0" anchor="t"/>
          <a:lstStyle/>
          <a:p>
            <a:pPr indent="0" marL="0">
              <a:buNone/>
            </a:pPr>
            <a:r>
              <a:rPr lang="en-US" sz="1300" b="1" dirty="0">
                <a:solidFill>
                  <a:srgbClr val="7A5AF0"/>
                </a:solidFill>
                <a:latin typeface="Malgun Gothic" pitchFamily="34" charset="0"/>
                <a:ea typeface="Malgun Gothic" pitchFamily="34" charset="-122"/>
                <a:cs typeface="Malgun Gothic" pitchFamily="34" charset="-120"/>
              </a:rPr>
              <a:t>02</a:t>
            </a:r>
            <a:endParaRPr lang="en-US" sz="1300" dirty="0"/>
          </a:p>
        </p:txBody>
      </p:sp>
      <p:pic>
        <p:nvPicPr>
          <p:cNvPr id="24" name="Image 1" descr="preencoded.png">    </p:cNvPr>
          <p:cNvPicPr>
            <a:picLocks noChangeAspect="1"/>
          </p:cNvPicPr>
          <p:nvPr/>
        </p:nvPicPr>
        <p:blipFill>
          <a:blip r:embed="rId2"/>
          <a:stretch>
            <a:fillRect/>
          </a:stretch>
        </p:blipFill>
        <p:spPr>
          <a:xfrm>
            <a:off x="8439912" y="2441448"/>
            <a:ext cx="347472" cy="347472"/>
          </a:xfrm>
          <a:prstGeom prst="rect">
            <a:avLst/>
          </a:prstGeom>
        </p:spPr>
      </p:pic>
      <p:sp>
        <p:nvSpPr>
          <p:cNvPr id="25" name="Text 21"/>
          <p:cNvSpPr txBox="1"/>
          <p:nvPr/>
        </p:nvSpPr>
        <p:spPr>
          <a:xfrm>
            <a:off x="6903720" y="2926080"/>
            <a:ext cx="1965960" cy="347472"/>
          </a:xfrm>
          <a:prstGeom prst="rect">
            <a:avLst/>
          </a:prstGeom>
          <a:noFill/>
          <a:ln/>
        </p:spPr>
        <p:txBody>
          <a:bodyPr wrap="square" lIns="0" tIns="0" rIns="0" bIns="0" rtlCol="0" anchor="t"/>
          <a:lstStyle/>
          <a:p>
            <a:pPr indent="0" marL="0">
              <a:buNone/>
            </a:pPr>
            <a:r>
              <a:rPr lang="en-US" sz="1500" b="1" dirty="0">
                <a:solidFill>
                  <a:srgbClr val="0F1B2D"/>
                </a:solidFill>
                <a:latin typeface="Malgun Gothic" pitchFamily="34" charset="0"/>
                <a:ea typeface="Malgun Gothic" pitchFamily="34" charset="-122"/>
                <a:cs typeface="Malgun Gothic" pitchFamily="34" charset="-120"/>
              </a:rPr>
              <a:t>변경 여부 확인</a:t>
            </a:r>
            <a:endParaRPr lang="en-US" sz="1500" dirty="0"/>
          </a:p>
        </p:txBody>
      </p:sp>
      <p:sp>
        <p:nvSpPr>
          <p:cNvPr id="26" name="Text 22"/>
          <p:cNvSpPr txBox="1"/>
          <p:nvPr/>
        </p:nvSpPr>
        <p:spPr>
          <a:xfrm>
            <a:off x="6903720" y="3291840"/>
            <a:ext cx="1965960" cy="502920"/>
          </a:xfrm>
          <a:prstGeom prst="rect">
            <a:avLst/>
          </a:prstGeom>
          <a:noFill/>
          <a:ln/>
        </p:spPr>
        <p:txBody>
          <a:bodyPr wrap="square" lIns="0" tIns="0" rIns="0" bIns="0" rtlCol="0" anchor="t"/>
          <a:lstStyle/>
          <a:p>
            <a:pPr indent="0" marL="0">
              <a:buNone/>
            </a:pPr>
            <a:r>
              <a:rPr lang="en-US" sz="1100" dirty="0">
                <a:solidFill>
                  <a:srgbClr val="56657A"/>
                </a:solidFill>
                <a:latin typeface="Malgun Gothic" pitchFamily="34" charset="0"/>
                <a:ea typeface="Malgun Gothic" pitchFamily="34" charset="-122"/>
                <a:cs typeface="Malgun Gothic" pitchFamily="34" charset="-120"/>
              </a:rPr>
              <a:t>변경 없으면 재정제 생략</a:t>
            </a:r>
            <a:endParaRPr lang="en-US" sz="1100" dirty="0"/>
          </a:p>
        </p:txBody>
      </p:sp>
      <p:sp>
        <p:nvSpPr>
          <p:cNvPr id="27" name="Shape 23"/>
          <p:cNvSpPr/>
          <p:nvPr/>
        </p:nvSpPr>
        <p:spPr>
          <a:xfrm>
            <a:off x="9061704" y="3086100"/>
            <a:ext cx="256032" cy="0"/>
          </a:xfrm>
          <a:prstGeom prst="line">
            <a:avLst/>
          </a:prstGeom>
          <a:noFill/>
          <a:ln w="19050">
            <a:solidFill>
              <a:srgbClr val="8A97A8"/>
            </a:solidFill>
            <a:prstDash val="solid"/>
            <a:tailEnd type="triangle"/>
          </a:ln>
        </p:spPr>
      </p:sp>
      <p:sp>
        <p:nvSpPr>
          <p:cNvPr id="28" name="Shape 24"/>
          <p:cNvSpPr/>
          <p:nvPr/>
        </p:nvSpPr>
        <p:spPr>
          <a:xfrm>
            <a:off x="9372600" y="2240280"/>
            <a:ext cx="2331720" cy="1691640"/>
          </a:xfrm>
          <a:prstGeom prst="roundRect">
            <a:avLst>
              <a:gd name="adj" fmla="val 9730"/>
            </a:avLst>
          </a:prstGeom>
          <a:solidFill>
            <a:srgbClr val="FFFFFF"/>
          </a:solidFill>
          <a:ln w="12700">
            <a:solidFill>
              <a:srgbClr val="DCE3EE"/>
            </a:solidFill>
            <a:prstDash val="solid"/>
          </a:ln>
        </p:spPr>
      </p:sp>
      <p:sp>
        <p:nvSpPr>
          <p:cNvPr id="29" name="Text 25"/>
          <p:cNvSpPr txBox="1"/>
          <p:nvPr/>
        </p:nvSpPr>
        <p:spPr>
          <a:xfrm>
            <a:off x="9601200" y="2468880"/>
            <a:ext cx="548640" cy="320040"/>
          </a:xfrm>
          <a:prstGeom prst="rect">
            <a:avLst/>
          </a:prstGeom>
          <a:noFill/>
          <a:ln/>
        </p:spPr>
        <p:txBody>
          <a:bodyPr wrap="square" lIns="0" tIns="0" rIns="0" bIns="0" rtlCol="0" anchor="t"/>
          <a:lstStyle/>
          <a:p>
            <a:pPr indent="0" marL="0">
              <a:buNone/>
            </a:pPr>
            <a:r>
              <a:rPr lang="en-US" sz="1300" b="1" dirty="0">
                <a:solidFill>
                  <a:srgbClr val="7A5AF0"/>
                </a:solidFill>
                <a:latin typeface="Malgun Gothic" pitchFamily="34" charset="0"/>
                <a:ea typeface="Malgun Gothic" pitchFamily="34" charset="-122"/>
                <a:cs typeface="Malgun Gothic" pitchFamily="34" charset="-120"/>
              </a:rPr>
              <a:t>03</a:t>
            </a:r>
            <a:endParaRPr lang="en-US" sz="1300" dirty="0"/>
          </a:p>
        </p:txBody>
      </p:sp>
      <p:pic>
        <p:nvPicPr>
          <p:cNvPr id="30" name="Image 2" descr="preencoded.png">    </p:cNvPr>
          <p:cNvPicPr>
            <a:picLocks noChangeAspect="1"/>
          </p:cNvPicPr>
          <p:nvPr/>
        </p:nvPicPr>
        <p:blipFill>
          <a:blip r:embed="rId3"/>
          <a:stretch>
            <a:fillRect/>
          </a:stretch>
        </p:blipFill>
        <p:spPr>
          <a:xfrm>
            <a:off x="11137392" y="2441448"/>
            <a:ext cx="347472" cy="347472"/>
          </a:xfrm>
          <a:prstGeom prst="rect">
            <a:avLst/>
          </a:prstGeom>
        </p:spPr>
      </p:pic>
      <p:sp>
        <p:nvSpPr>
          <p:cNvPr id="31" name="Text 26"/>
          <p:cNvSpPr txBox="1"/>
          <p:nvPr/>
        </p:nvSpPr>
        <p:spPr>
          <a:xfrm>
            <a:off x="9601200" y="2926080"/>
            <a:ext cx="1965960" cy="347472"/>
          </a:xfrm>
          <a:prstGeom prst="rect">
            <a:avLst/>
          </a:prstGeom>
          <a:noFill/>
          <a:ln/>
        </p:spPr>
        <p:txBody>
          <a:bodyPr wrap="square" lIns="0" tIns="0" rIns="0" bIns="0" rtlCol="0" anchor="t"/>
          <a:lstStyle/>
          <a:p>
            <a:pPr indent="0" marL="0">
              <a:buNone/>
            </a:pPr>
            <a:r>
              <a:rPr lang="en-US" sz="1500" b="1" dirty="0">
                <a:solidFill>
                  <a:srgbClr val="0F1B2D"/>
                </a:solidFill>
                <a:latin typeface="Malgun Gothic" pitchFamily="34" charset="0"/>
                <a:ea typeface="Malgun Gothic" pitchFamily="34" charset="-122"/>
                <a:cs typeface="Malgun Gothic" pitchFamily="34" charset="-120"/>
              </a:rPr>
              <a:t>서울 추출 · 검증</a:t>
            </a:r>
            <a:endParaRPr lang="en-US" sz="1500" dirty="0"/>
          </a:p>
        </p:txBody>
      </p:sp>
      <p:sp>
        <p:nvSpPr>
          <p:cNvPr id="32" name="Text 27"/>
          <p:cNvSpPr txBox="1"/>
          <p:nvPr/>
        </p:nvSpPr>
        <p:spPr>
          <a:xfrm>
            <a:off x="9601200" y="3291840"/>
            <a:ext cx="1965960" cy="502920"/>
          </a:xfrm>
          <a:prstGeom prst="rect">
            <a:avLst/>
          </a:prstGeom>
          <a:noFill/>
          <a:ln/>
        </p:spPr>
        <p:txBody>
          <a:bodyPr wrap="square" lIns="0" tIns="0" rIns="0" bIns="0" rtlCol="0" anchor="t"/>
          <a:lstStyle/>
          <a:p>
            <a:pPr indent="0" marL="0">
              <a:buNone/>
            </a:pPr>
            <a:r>
              <a:rPr lang="en-US" sz="1100" dirty="0">
                <a:solidFill>
                  <a:srgbClr val="56657A"/>
                </a:solidFill>
                <a:latin typeface="Malgun Gothic" pitchFamily="34" charset="0"/>
                <a:ea typeface="Malgun Gothic" pitchFamily="34" charset="-122"/>
                <a:cs typeface="Malgun Gothic" pitchFamily="34" charset="-120"/>
              </a:rPr>
              <a:t>잘못된 지역 코드 제외 · 사유 기록</a:t>
            </a:r>
            <a:endParaRPr lang="en-US" sz="1100" dirty="0"/>
          </a:p>
        </p:txBody>
      </p:sp>
      <p:sp>
        <p:nvSpPr>
          <p:cNvPr id="33" name="Shape 28"/>
          <p:cNvSpPr/>
          <p:nvPr/>
        </p:nvSpPr>
        <p:spPr>
          <a:xfrm>
            <a:off x="10538460" y="3986784"/>
            <a:ext cx="0" cy="393192"/>
          </a:xfrm>
          <a:prstGeom prst="line">
            <a:avLst/>
          </a:prstGeom>
          <a:noFill/>
          <a:ln w="19050">
            <a:solidFill>
              <a:srgbClr val="8A97A8"/>
            </a:solidFill>
            <a:prstDash val="solid"/>
            <a:tailEnd type="triangle"/>
          </a:ln>
        </p:spPr>
      </p:sp>
      <p:sp>
        <p:nvSpPr>
          <p:cNvPr id="34" name="Shape 29"/>
          <p:cNvSpPr/>
          <p:nvPr/>
        </p:nvSpPr>
        <p:spPr>
          <a:xfrm>
            <a:off x="9372600" y="4434840"/>
            <a:ext cx="2331720" cy="1691640"/>
          </a:xfrm>
          <a:prstGeom prst="roundRect">
            <a:avLst>
              <a:gd name="adj" fmla="val 9730"/>
            </a:avLst>
          </a:prstGeom>
          <a:solidFill>
            <a:srgbClr val="FFFFFF"/>
          </a:solidFill>
          <a:ln w="12700">
            <a:solidFill>
              <a:srgbClr val="DCE3EE"/>
            </a:solidFill>
            <a:prstDash val="solid"/>
          </a:ln>
        </p:spPr>
      </p:sp>
      <p:sp>
        <p:nvSpPr>
          <p:cNvPr id="35" name="Text 30"/>
          <p:cNvSpPr txBox="1"/>
          <p:nvPr/>
        </p:nvSpPr>
        <p:spPr>
          <a:xfrm>
            <a:off x="9601200" y="4663440"/>
            <a:ext cx="548640" cy="320040"/>
          </a:xfrm>
          <a:prstGeom prst="rect">
            <a:avLst/>
          </a:prstGeom>
          <a:noFill/>
          <a:ln/>
        </p:spPr>
        <p:txBody>
          <a:bodyPr wrap="square" lIns="0" tIns="0" rIns="0" bIns="0" rtlCol="0" anchor="t"/>
          <a:lstStyle/>
          <a:p>
            <a:pPr indent="0" marL="0">
              <a:buNone/>
            </a:pPr>
            <a:r>
              <a:rPr lang="en-US" sz="1300" b="1" dirty="0">
                <a:solidFill>
                  <a:srgbClr val="7A5AF0"/>
                </a:solidFill>
                <a:latin typeface="Malgun Gothic" pitchFamily="34" charset="0"/>
                <a:ea typeface="Malgun Gothic" pitchFamily="34" charset="-122"/>
                <a:cs typeface="Malgun Gothic" pitchFamily="34" charset="-120"/>
              </a:rPr>
              <a:t>04</a:t>
            </a:r>
            <a:endParaRPr lang="en-US" sz="1300" dirty="0"/>
          </a:p>
        </p:txBody>
      </p:sp>
      <p:pic>
        <p:nvPicPr>
          <p:cNvPr id="36" name="Image 3" descr="preencoded.png">    </p:cNvPr>
          <p:cNvPicPr>
            <a:picLocks noChangeAspect="1"/>
          </p:cNvPicPr>
          <p:nvPr/>
        </p:nvPicPr>
        <p:blipFill>
          <a:blip r:embed="rId4"/>
          <a:stretch>
            <a:fillRect/>
          </a:stretch>
        </p:blipFill>
        <p:spPr>
          <a:xfrm>
            <a:off x="11137392" y="4636008"/>
            <a:ext cx="347472" cy="347472"/>
          </a:xfrm>
          <a:prstGeom prst="rect">
            <a:avLst/>
          </a:prstGeom>
        </p:spPr>
      </p:pic>
      <p:sp>
        <p:nvSpPr>
          <p:cNvPr id="37" name="Text 31"/>
          <p:cNvSpPr txBox="1"/>
          <p:nvPr/>
        </p:nvSpPr>
        <p:spPr>
          <a:xfrm>
            <a:off x="9601200" y="5120640"/>
            <a:ext cx="1965960" cy="347472"/>
          </a:xfrm>
          <a:prstGeom prst="rect">
            <a:avLst/>
          </a:prstGeom>
          <a:noFill/>
          <a:ln/>
        </p:spPr>
        <p:txBody>
          <a:bodyPr wrap="square" lIns="0" tIns="0" rIns="0" bIns="0" rtlCol="0" anchor="t"/>
          <a:lstStyle/>
          <a:p>
            <a:pPr indent="0" marL="0">
              <a:buNone/>
            </a:pPr>
            <a:r>
              <a:rPr lang="en-US" sz="1500" b="1" dirty="0">
                <a:solidFill>
                  <a:srgbClr val="0F1B2D"/>
                </a:solidFill>
                <a:latin typeface="Malgun Gothic" pitchFamily="34" charset="0"/>
                <a:ea typeface="Malgun Gothic" pitchFamily="34" charset="-122"/>
                <a:cs typeface="Malgun Gothic" pitchFamily="34" charset="-120"/>
              </a:rPr>
              <a:t>서비스 파일 발행</a:t>
            </a:r>
            <a:endParaRPr lang="en-US" sz="1500" dirty="0"/>
          </a:p>
        </p:txBody>
      </p:sp>
      <p:sp>
        <p:nvSpPr>
          <p:cNvPr id="38" name="Text 32"/>
          <p:cNvSpPr txBox="1"/>
          <p:nvPr/>
        </p:nvSpPr>
        <p:spPr>
          <a:xfrm>
            <a:off x="9601200" y="5486400"/>
            <a:ext cx="1965960" cy="502920"/>
          </a:xfrm>
          <a:prstGeom prst="rect">
            <a:avLst/>
          </a:prstGeom>
          <a:noFill/>
          <a:ln/>
        </p:spPr>
        <p:txBody>
          <a:bodyPr wrap="square" lIns="0" tIns="0" rIns="0" bIns="0" rtlCol="0" anchor="t"/>
          <a:lstStyle/>
          <a:p>
            <a:pPr indent="0" marL="0">
              <a:buNone/>
            </a:pPr>
            <a:r>
              <a:rPr lang="en-US" sz="1100" dirty="0">
                <a:solidFill>
                  <a:srgbClr val="56657A"/>
                </a:solidFill>
                <a:latin typeface="Malgun Gothic" pitchFamily="34" charset="0"/>
                <a:ea typeface="Malgun Gothic" pitchFamily="34" charset="-122"/>
                <a:cs typeface="Malgun Gothic" pitchFamily="34" charset="-120"/>
              </a:rPr>
              <a:t>임시 파일 검증 후 교체 → manifest</a:t>
            </a:r>
            <a:endParaRPr lang="en-US" sz="1100" dirty="0"/>
          </a:p>
        </p:txBody>
      </p:sp>
      <p:sp>
        <p:nvSpPr>
          <p:cNvPr id="39" name="Shape 33"/>
          <p:cNvSpPr/>
          <p:nvPr/>
        </p:nvSpPr>
        <p:spPr>
          <a:xfrm>
            <a:off x="9061704" y="5280660"/>
            <a:ext cx="256032" cy="0"/>
          </a:xfrm>
          <a:prstGeom prst="line">
            <a:avLst/>
          </a:prstGeom>
          <a:noFill/>
          <a:ln w="19050">
            <a:solidFill>
              <a:srgbClr val="8A97A8"/>
            </a:solidFill>
            <a:prstDash val="solid"/>
            <a:headEnd type="triangle"/>
          </a:ln>
        </p:spPr>
      </p:sp>
      <p:sp>
        <p:nvSpPr>
          <p:cNvPr id="40" name="Shape 34"/>
          <p:cNvSpPr/>
          <p:nvPr/>
        </p:nvSpPr>
        <p:spPr>
          <a:xfrm>
            <a:off x="6675120" y="4434840"/>
            <a:ext cx="2331720" cy="1691640"/>
          </a:xfrm>
          <a:prstGeom prst="roundRect">
            <a:avLst>
              <a:gd name="adj" fmla="val 9730"/>
            </a:avLst>
          </a:prstGeom>
          <a:solidFill>
            <a:srgbClr val="FFFFFF"/>
          </a:solidFill>
          <a:ln w="12700">
            <a:solidFill>
              <a:srgbClr val="DCE3EE"/>
            </a:solidFill>
            <a:prstDash val="solid"/>
          </a:ln>
        </p:spPr>
      </p:sp>
      <p:sp>
        <p:nvSpPr>
          <p:cNvPr id="41" name="Text 35"/>
          <p:cNvSpPr txBox="1"/>
          <p:nvPr/>
        </p:nvSpPr>
        <p:spPr>
          <a:xfrm>
            <a:off x="6903720" y="4663440"/>
            <a:ext cx="548640" cy="320040"/>
          </a:xfrm>
          <a:prstGeom prst="rect">
            <a:avLst/>
          </a:prstGeom>
          <a:noFill/>
          <a:ln/>
        </p:spPr>
        <p:txBody>
          <a:bodyPr wrap="square" lIns="0" tIns="0" rIns="0" bIns="0" rtlCol="0" anchor="t"/>
          <a:lstStyle/>
          <a:p>
            <a:pPr indent="0" marL="0">
              <a:buNone/>
            </a:pPr>
            <a:r>
              <a:rPr lang="en-US" sz="1300" b="1" dirty="0">
                <a:solidFill>
                  <a:srgbClr val="7A5AF0"/>
                </a:solidFill>
                <a:latin typeface="Malgun Gothic" pitchFamily="34" charset="0"/>
                <a:ea typeface="Malgun Gothic" pitchFamily="34" charset="-122"/>
                <a:cs typeface="Malgun Gothic" pitchFamily="34" charset="-120"/>
              </a:rPr>
              <a:t>05</a:t>
            </a:r>
            <a:endParaRPr lang="en-US" sz="1300" dirty="0"/>
          </a:p>
        </p:txBody>
      </p:sp>
      <p:pic>
        <p:nvPicPr>
          <p:cNvPr id="42" name="Image 4" descr="preencoded.png">    </p:cNvPr>
          <p:cNvPicPr>
            <a:picLocks noChangeAspect="1"/>
          </p:cNvPicPr>
          <p:nvPr/>
        </p:nvPicPr>
        <p:blipFill>
          <a:blip r:embed="rId5"/>
          <a:stretch>
            <a:fillRect/>
          </a:stretch>
        </p:blipFill>
        <p:spPr>
          <a:xfrm>
            <a:off x="8439912" y="4636008"/>
            <a:ext cx="347472" cy="347472"/>
          </a:xfrm>
          <a:prstGeom prst="rect">
            <a:avLst/>
          </a:prstGeom>
        </p:spPr>
      </p:pic>
      <p:sp>
        <p:nvSpPr>
          <p:cNvPr id="43" name="Text 36"/>
          <p:cNvSpPr txBox="1"/>
          <p:nvPr/>
        </p:nvSpPr>
        <p:spPr>
          <a:xfrm>
            <a:off x="6903720" y="5120640"/>
            <a:ext cx="1965960" cy="347472"/>
          </a:xfrm>
          <a:prstGeom prst="rect">
            <a:avLst/>
          </a:prstGeom>
          <a:noFill/>
          <a:ln/>
        </p:spPr>
        <p:txBody>
          <a:bodyPr wrap="square" lIns="0" tIns="0" rIns="0" bIns="0" rtlCol="0" anchor="t"/>
          <a:lstStyle/>
          <a:p>
            <a:pPr indent="0" marL="0">
              <a:buNone/>
            </a:pPr>
            <a:r>
              <a:rPr lang="en-US" sz="1500" b="1" dirty="0">
                <a:solidFill>
                  <a:srgbClr val="0F1B2D"/>
                </a:solidFill>
                <a:latin typeface="Malgun Gothic" pitchFamily="34" charset="0"/>
                <a:ea typeface="Malgun Gothic" pitchFamily="34" charset="-122"/>
                <a:cs typeface="Malgun Gothic" pitchFamily="34" charset="-120"/>
              </a:rPr>
              <a:t>메모리 재적재</a:t>
            </a:r>
            <a:endParaRPr lang="en-US" sz="1500" dirty="0"/>
          </a:p>
        </p:txBody>
      </p:sp>
      <p:sp>
        <p:nvSpPr>
          <p:cNvPr id="44" name="Text 37"/>
          <p:cNvSpPr txBox="1"/>
          <p:nvPr/>
        </p:nvSpPr>
        <p:spPr>
          <a:xfrm>
            <a:off x="6903720" y="5486400"/>
            <a:ext cx="1965960" cy="502920"/>
          </a:xfrm>
          <a:prstGeom prst="rect">
            <a:avLst/>
          </a:prstGeom>
          <a:noFill/>
          <a:ln/>
        </p:spPr>
        <p:txBody>
          <a:bodyPr wrap="square" lIns="0" tIns="0" rIns="0" bIns="0" rtlCol="0" anchor="t"/>
          <a:lstStyle/>
          <a:p>
            <a:pPr indent="0" marL="0">
              <a:buNone/>
            </a:pPr>
            <a:r>
              <a:rPr lang="en-US" sz="1100" dirty="0">
                <a:solidFill>
                  <a:srgbClr val="56657A"/>
                </a:solidFill>
                <a:latin typeface="Malgun Gothic" pitchFamily="34" charset="0"/>
                <a:ea typeface="Malgun Gothic" pitchFamily="34" charset="-122"/>
                <a:cs typeface="Malgun Gothic" pitchFamily="34" charset="-120"/>
              </a:rPr>
              <a:t>세대 · 파일 서명 확인 후 교체</a:t>
            </a:r>
            <a:endParaRPr lang="en-US" sz="1100" dirty="0"/>
          </a:p>
        </p:txBody>
      </p:sp>
      <p:sp>
        <p:nvSpPr>
          <p:cNvPr id="45" name="Shape 38"/>
          <p:cNvSpPr/>
          <p:nvPr/>
        </p:nvSpPr>
        <p:spPr>
          <a:xfrm>
            <a:off x="6364224" y="5280660"/>
            <a:ext cx="256032" cy="0"/>
          </a:xfrm>
          <a:prstGeom prst="line">
            <a:avLst/>
          </a:prstGeom>
          <a:noFill/>
          <a:ln w="19050">
            <a:solidFill>
              <a:srgbClr val="8A97A8"/>
            </a:solidFill>
            <a:prstDash val="solid"/>
            <a:headEnd type="triangle"/>
          </a:ln>
        </p:spPr>
      </p:sp>
      <p:sp>
        <p:nvSpPr>
          <p:cNvPr id="46" name="Shape 39"/>
          <p:cNvSpPr/>
          <p:nvPr/>
        </p:nvSpPr>
        <p:spPr>
          <a:xfrm>
            <a:off x="3977640" y="4434840"/>
            <a:ext cx="2331720" cy="1691640"/>
          </a:xfrm>
          <a:prstGeom prst="roundRect">
            <a:avLst>
              <a:gd name="adj" fmla="val 9730"/>
            </a:avLst>
          </a:prstGeom>
          <a:solidFill>
            <a:srgbClr val="FFFFFF"/>
          </a:solidFill>
          <a:ln w="12700">
            <a:solidFill>
              <a:srgbClr val="DCE3EE"/>
            </a:solidFill>
            <a:prstDash val="solid"/>
          </a:ln>
        </p:spPr>
      </p:sp>
      <p:sp>
        <p:nvSpPr>
          <p:cNvPr id="47" name="Text 40"/>
          <p:cNvSpPr txBox="1"/>
          <p:nvPr/>
        </p:nvSpPr>
        <p:spPr>
          <a:xfrm>
            <a:off x="4206240" y="4663440"/>
            <a:ext cx="548640" cy="320040"/>
          </a:xfrm>
          <a:prstGeom prst="rect">
            <a:avLst/>
          </a:prstGeom>
          <a:noFill/>
          <a:ln/>
        </p:spPr>
        <p:txBody>
          <a:bodyPr wrap="square" lIns="0" tIns="0" rIns="0" bIns="0" rtlCol="0" anchor="t"/>
          <a:lstStyle/>
          <a:p>
            <a:pPr indent="0" marL="0">
              <a:buNone/>
            </a:pPr>
            <a:r>
              <a:rPr lang="en-US" sz="1300" b="1" dirty="0">
                <a:solidFill>
                  <a:srgbClr val="7A5AF0"/>
                </a:solidFill>
                <a:latin typeface="Malgun Gothic" pitchFamily="34" charset="0"/>
                <a:ea typeface="Malgun Gothic" pitchFamily="34" charset="-122"/>
                <a:cs typeface="Malgun Gothic" pitchFamily="34" charset="-120"/>
              </a:rPr>
              <a:t>06</a:t>
            </a:r>
            <a:endParaRPr lang="en-US" sz="1300" dirty="0"/>
          </a:p>
        </p:txBody>
      </p:sp>
      <p:pic>
        <p:nvPicPr>
          <p:cNvPr id="48" name="Image 5" descr="preencoded.png">    </p:cNvPr>
          <p:cNvPicPr>
            <a:picLocks noChangeAspect="1"/>
          </p:cNvPicPr>
          <p:nvPr/>
        </p:nvPicPr>
        <p:blipFill>
          <a:blip r:embed="rId6"/>
          <a:stretch>
            <a:fillRect/>
          </a:stretch>
        </p:blipFill>
        <p:spPr>
          <a:xfrm>
            <a:off x="5742432" y="4636008"/>
            <a:ext cx="347472" cy="347472"/>
          </a:xfrm>
          <a:prstGeom prst="rect">
            <a:avLst/>
          </a:prstGeom>
        </p:spPr>
      </p:pic>
      <p:sp>
        <p:nvSpPr>
          <p:cNvPr id="49" name="Text 41"/>
          <p:cNvSpPr txBox="1"/>
          <p:nvPr/>
        </p:nvSpPr>
        <p:spPr>
          <a:xfrm>
            <a:off x="4206240" y="5120640"/>
            <a:ext cx="1965960" cy="347472"/>
          </a:xfrm>
          <a:prstGeom prst="rect">
            <a:avLst/>
          </a:prstGeom>
          <a:noFill/>
          <a:ln/>
        </p:spPr>
        <p:txBody>
          <a:bodyPr wrap="square" lIns="0" tIns="0" rIns="0" bIns="0" rtlCol="0" anchor="t"/>
          <a:lstStyle/>
          <a:p>
            <a:pPr indent="0" marL="0">
              <a:buNone/>
            </a:pPr>
            <a:r>
              <a:rPr lang="en-US" sz="1500" b="1" dirty="0">
                <a:solidFill>
                  <a:srgbClr val="0F1B2D"/>
                </a:solidFill>
                <a:latin typeface="Malgun Gothic" pitchFamily="34" charset="0"/>
                <a:ea typeface="Malgun Gothic" pitchFamily="34" charset="-122"/>
                <a:cs typeface="Malgun Gothic" pitchFamily="34" charset="-120"/>
              </a:rPr>
              <a:t>조회 · AI 근거</a:t>
            </a:r>
            <a:endParaRPr lang="en-US" sz="1500" dirty="0"/>
          </a:p>
        </p:txBody>
      </p:sp>
      <p:sp>
        <p:nvSpPr>
          <p:cNvPr id="50" name="Text 42"/>
          <p:cNvSpPr txBox="1"/>
          <p:nvPr/>
        </p:nvSpPr>
        <p:spPr>
          <a:xfrm>
            <a:off x="4206240" y="5486400"/>
            <a:ext cx="1965960" cy="502920"/>
          </a:xfrm>
          <a:prstGeom prst="rect">
            <a:avLst/>
          </a:prstGeom>
          <a:noFill/>
          <a:ln/>
        </p:spPr>
        <p:txBody>
          <a:bodyPr wrap="square" lIns="0" tIns="0" rIns="0" bIns="0" rtlCol="0" anchor="t"/>
          <a:lstStyle/>
          <a:p>
            <a:pPr indent="0" marL="0">
              <a:buNone/>
            </a:pPr>
            <a:r>
              <a:rPr lang="en-US" sz="1100" dirty="0">
                <a:solidFill>
                  <a:srgbClr val="56657A"/>
                </a:solidFill>
                <a:latin typeface="Malgun Gothic" pitchFamily="34" charset="0"/>
                <a:ea typeface="Malgun Gothic" pitchFamily="34" charset="-122"/>
                <a:cs typeface="Malgun Gothic" pitchFamily="34" charset="-120"/>
              </a:rPr>
              <a:t>지역 · 종목 통계 집계</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180015" y="6473952"/>
            <a:ext cx="1554480" cy="228600"/>
          </a:xfrm>
          <a:prstGeom prst="rect">
            <a:avLst/>
          </a:prstGeom>
          <a:noFill/>
          <a:ln/>
        </p:spPr>
        <p:txBody>
          <a:bodyPr wrap="square" lIns="0" tIns="0" rIns="0" bIns="0" rtlCol="0" anchor="t"/>
          <a:lstStyle/>
          <a:p>
            <a:pPr algn="r" indent="0" marL="0">
              <a:buNone/>
            </a:pPr>
            <a:r>
              <a:rPr lang="en-US" sz="900" b="1" dirty="0">
                <a:solidFill>
                  <a:srgbClr val="011F47"/>
                </a:solidFill>
                <a:latin typeface="Malgun Gothic" pitchFamily="34" charset="0"/>
                <a:ea typeface="Malgun Gothic" pitchFamily="34" charset="-122"/>
                <a:cs typeface="Malgun Gothic" pitchFamily="34" charset="-120"/>
              </a:rPr>
              <a:t>Hi스포링</a:t>
            </a:r>
            <a:pPr algn="r" indent="0" marL="0">
              <a:buNone/>
            </a:pPr>
            <a:r>
              <a:rPr lang="en-US" sz="900" dirty="0">
                <a:solidFill>
                  <a:srgbClr val="8A97A8"/>
                </a:solidFill>
                <a:latin typeface="Malgun Gothic" pitchFamily="34" charset="0"/>
                <a:ea typeface="Malgun Gothic" pitchFamily="34" charset="-122"/>
                <a:cs typeface="Malgun Gothic" pitchFamily="34" charset="-120"/>
              </a:rPr>
              <a:t>   16</a:t>
            </a:r>
            <a:endParaRPr lang="en-US" sz="900" dirty="0"/>
          </a:p>
        </p:txBody>
      </p:sp>
      <p:sp>
        <p:nvSpPr>
          <p:cNvPr id="3" name="Shape 1"/>
          <p:cNvSpPr/>
          <p:nvPr/>
        </p:nvSpPr>
        <p:spPr>
          <a:xfrm>
            <a:off x="548640" y="457200"/>
            <a:ext cx="1938528" cy="310896"/>
          </a:xfrm>
          <a:prstGeom prst="roundRect">
            <a:avLst>
              <a:gd name="adj" fmla="val 50000"/>
            </a:avLst>
          </a:prstGeom>
          <a:solidFill>
            <a:srgbClr val="E8EFFF"/>
          </a:solidFill>
          <a:ln/>
        </p:spPr>
      </p:sp>
      <p:sp>
        <p:nvSpPr>
          <p:cNvPr id="4" name="Text 2"/>
          <p:cNvSpPr txBox="1"/>
          <p:nvPr/>
        </p:nvSpPr>
        <p:spPr>
          <a:xfrm>
            <a:off x="548640" y="457200"/>
            <a:ext cx="1938528" cy="310896"/>
          </a:xfrm>
          <a:prstGeom prst="rect">
            <a:avLst/>
          </a:prstGeom>
          <a:noFill/>
          <a:ln/>
        </p:spPr>
        <p:txBody>
          <a:bodyPr wrap="square" lIns="0" tIns="0" rIns="0" bIns="0" rtlCol="0" anchor="ctr"/>
          <a:lstStyle/>
          <a:p>
            <a:pPr algn="ctr" indent="0" marL="0">
              <a:buNone/>
            </a:pPr>
            <a:r>
              <a:rPr lang="en-US" sz="1100" b="1" dirty="0">
                <a:solidFill>
                  <a:srgbClr val="0046F0"/>
                </a:solidFill>
                <a:latin typeface="Malgun Gothic" pitchFamily="34" charset="0"/>
                <a:ea typeface="Malgun Gothic" pitchFamily="34" charset="-122"/>
                <a:cs typeface="Malgun Gothic" pitchFamily="34" charset="-120"/>
              </a:rPr>
              <a:t>04 · 데이터 ③ 배치 설계</a:t>
            </a:r>
            <a:endParaRPr lang="en-US" sz="1100" dirty="0"/>
          </a:p>
        </p:txBody>
      </p:sp>
      <p:sp>
        <p:nvSpPr>
          <p:cNvPr id="5" name="Text 3"/>
          <p:cNvSpPr txBox="1"/>
          <p:nvPr/>
        </p:nvSpPr>
        <p:spPr>
          <a:xfrm>
            <a:off x="548640" y="896112"/>
            <a:ext cx="11094415" cy="566928"/>
          </a:xfrm>
          <a:prstGeom prst="rect">
            <a:avLst/>
          </a:prstGeom>
          <a:noFill/>
          <a:ln/>
        </p:spPr>
        <p:txBody>
          <a:bodyPr wrap="square" lIns="0" tIns="0" rIns="0" bIns="0" rtlCol="0" anchor="t"/>
          <a:lstStyle/>
          <a:p>
            <a:pPr indent="0" marL="0">
              <a:buNone/>
            </a:pPr>
            <a:r>
              <a:rPr lang="en-US" sz="2800" b="1" dirty="0">
                <a:solidFill>
                  <a:srgbClr val="0F1B2D"/>
                </a:solidFill>
                <a:latin typeface="Malgun Gothic" pitchFamily="34" charset="0"/>
                <a:ea typeface="Malgun Gothic" pitchFamily="34" charset="-122"/>
                <a:cs typeface="Malgun Gothic" pitchFamily="34" charset="-120"/>
              </a:rPr>
              <a:t>매월 1일 01:00, 바뀐 것만 반영합니다</a:t>
            </a:r>
            <a:endParaRPr lang="en-US" sz="2800" dirty="0"/>
          </a:p>
        </p:txBody>
      </p:sp>
      <p:sp>
        <p:nvSpPr>
          <p:cNvPr id="6" name="Text 4"/>
          <p:cNvSpPr txBox="1"/>
          <p:nvPr/>
        </p:nvSpPr>
        <p:spPr>
          <a:xfrm>
            <a:off x="548640" y="1481328"/>
            <a:ext cx="11094415" cy="365760"/>
          </a:xfrm>
          <a:prstGeom prst="rect">
            <a:avLst/>
          </a:prstGeom>
          <a:noFill/>
          <a:ln/>
        </p:spPr>
        <p:txBody>
          <a:bodyPr wrap="square" lIns="0" tIns="0" rIns="0" bIns="0" rtlCol="0" anchor="t"/>
          <a:lstStyle/>
          <a:p>
            <a:pPr indent="0" marL="0">
              <a:buNone/>
            </a:pPr>
            <a:r>
              <a:rPr lang="en-US" sz="1400" dirty="0">
                <a:solidFill>
                  <a:srgbClr val="56657A"/>
                </a:solidFill>
                <a:latin typeface="Malgun Gothic" pitchFamily="34" charset="0"/>
                <a:ea typeface="Malgun Gothic" pitchFamily="34" charset="-122"/>
                <a:cs typeface="Malgun Gothic" pitchFamily="34" charset="-120"/>
              </a:rPr>
              <a:t>정기 배치로 최신화 기준일을 만들고, 변경 감지와 검증으로 불필요한 작업과 오염을 막습니다</a:t>
            </a:r>
            <a:endParaRPr lang="en-US" sz="1400" dirty="0"/>
          </a:p>
        </p:txBody>
      </p:sp>
      <p:sp>
        <p:nvSpPr>
          <p:cNvPr id="7" name="Shape 5"/>
          <p:cNvSpPr/>
          <p:nvPr/>
        </p:nvSpPr>
        <p:spPr>
          <a:xfrm>
            <a:off x="548640" y="2103120"/>
            <a:ext cx="566928" cy="566928"/>
          </a:xfrm>
          <a:prstGeom prst="ellipse">
            <a:avLst>
              <a:gd name="adj" fmla="val 19355"/>
            </a:avLst>
          </a:prstGeom>
          <a:solidFill>
            <a:srgbClr val="EFEBFF"/>
          </a:solidFill>
          <a:ln/>
        </p:spPr>
      </p:sp>
      <p:pic>
        <p:nvPicPr>
          <p:cNvPr id="8" name="Image 0" descr="preencoded.png">    </p:cNvPr>
          <p:cNvPicPr>
            <a:picLocks noChangeAspect="1"/>
          </p:cNvPicPr>
          <p:nvPr/>
        </p:nvPicPr>
        <p:blipFill>
          <a:blip r:embed="rId1"/>
          <a:stretch>
            <a:fillRect/>
          </a:stretch>
        </p:blipFill>
        <p:spPr>
          <a:xfrm>
            <a:off x="696041" y="2250521"/>
            <a:ext cx="272125" cy="272125"/>
          </a:xfrm>
          <a:prstGeom prst="rect">
            <a:avLst/>
          </a:prstGeom>
        </p:spPr>
      </p:pic>
      <p:sp>
        <p:nvSpPr>
          <p:cNvPr id="9" name="Text 6"/>
          <p:cNvSpPr txBox="1"/>
          <p:nvPr/>
        </p:nvSpPr>
        <p:spPr>
          <a:xfrm>
            <a:off x="1298448" y="2103120"/>
            <a:ext cx="3456432" cy="310896"/>
          </a:xfrm>
          <a:prstGeom prst="rect">
            <a:avLst/>
          </a:prstGeom>
          <a:noFill/>
          <a:ln/>
        </p:spPr>
        <p:txBody>
          <a:bodyPr wrap="square" lIns="0" tIns="0" rIns="0" bIns="0" rtlCol="0" anchor="t"/>
          <a:lstStyle/>
          <a:p>
            <a:pPr indent="0" marL="0">
              <a:buNone/>
            </a:pPr>
            <a:r>
              <a:rPr lang="en-US" sz="1500" b="1" dirty="0">
                <a:solidFill>
                  <a:srgbClr val="0F1B2D"/>
                </a:solidFill>
                <a:latin typeface="Malgun Gothic" pitchFamily="34" charset="0"/>
                <a:ea typeface="Malgun Gothic" pitchFamily="34" charset="-122"/>
                <a:cs typeface="Malgun Gothic" pitchFamily="34" charset="-120"/>
              </a:rPr>
              <a:t>왜 월 1회인가</a:t>
            </a:r>
            <a:endParaRPr lang="en-US" sz="1500" dirty="0"/>
          </a:p>
        </p:txBody>
      </p:sp>
      <p:sp>
        <p:nvSpPr>
          <p:cNvPr id="10" name="Text 7"/>
          <p:cNvSpPr txBox="1"/>
          <p:nvPr/>
        </p:nvSpPr>
        <p:spPr>
          <a:xfrm>
            <a:off x="1298448" y="2450592"/>
            <a:ext cx="3456432" cy="548640"/>
          </a:xfrm>
          <a:prstGeom prst="rect">
            <a:avLst/>
          </a:prstGeom>
          <a:noFill/>
          <a:ln/>
        </p:spPr>
        <p:txBody>
          <a:bodyPr wrap="square" lIns="0" tIns="0" rIns="0" bIns="0" rtlCol="0" anchor="t"/>
          <a:lstStyle/>
          <a:p>
            <a:pPr indent="0" marL="0">
              <a:lnSpc>
                <a:spcPct val="110000"/>
              </a:lnSpc>
              <a:buNone/>
            </a:pPr>
            <a:r>
              <a:rPr lang="en-US" sz="1150" dirty="0">
                <a:solidFill>
                  <a:srgbClr val="56657A"/>
                </a:solidFill>
                <a:latin typeface="Malgun Gothic" pitchFamily="34" charset="0"/>
                <a:ea typeface="Malgun Gothic" pitchFamily="34" charset="-122"/>
                <a:cs typeface="Malgun Gothic" pitchFamily="34" charset="-120"/>
              </a:rPr>
              <a:t>매월 최신 데이터 기준으로 운영하도록 매월 1일을 최신화 기준일로 설정</a:t>
            </a:r>
            <a:endParaRPr lang="en-US" sz="1150" dirty="0"/>
          </a:p>
        </p:txBody>
      </p:sp>
      <p:sp>
        <p:nvSpPr>
          <p:cNvPr id="11" name="Shape 8"/>
          <p:cNvSpPr/>
          <p:nvPr/>
        </p:nvSpPr>
        <p:spPr>
          <a:xfrm>
            <a:off x="548640" y="3182112"/>
            <a:ext cx="566928" cy="566928"/>
          </a:xfrm>
          <a:prstGeom prst="ellipse">
            <a:avLst>
              <a:gd name="adj" fmla="val 19355"/>
            </a:avLst>
          </a:prstGeom>
          <a:solidFill>
            <a:srgbClr val="EFEBFF"/>
          </a:solidFill>
          <a:ln/>
        </p:spPr>
      </p:sp>
      <p:pic>
        <p:nvPicPr>
          <p:cNvPr id="12" name="Image 1" descr="preencoded.png">    </p:cNvPr>
          <p:cNvPicPr>
            <a:picLocks noChangeAspect="1"/>
          </p:cNvPicPr>
          <p:nvPr/>
        </p:nvPicPr>
        <p:blipFill>
          <a:blip r:embed="rId2"/>
          <a:stretch>
            <a:fillRect/>
          </a:stretch>
        </p:blipFill>
        <p:spPr>
          <a:xfrm>
            <a:off x="696041" y="3329513"/>
            <a:ext cx="272125" cy="272125"/>
          </a:xfrm>
          <a:prstGeom prst="rect">
            <a:avLst/>
          </a:prstGeom>
        </p:spPr>
      </p:pic>
      <p:sp>
        <p:nvSpPr>
          <p:cNvPr id="13" name="Text 9"/>
          <p:cNvSpPr txBox="1"/>
          <p:nvPr/>
        </p:nvSpPr>
        <p:spPr>
          <a:xfrm>
            <a:off x="1298448" y="3182112"/>
            <a:ext cx="3456432" cy="310896"/>
          </a:xfrm>
          <a:prstGeom prst="rect">
            <a:avLst/>
          </a:prstGeom>
          <a:noFill/>
          <a:ln/>
        </p:spPr>
        <p:txBody>
          <a:bodyPr wrap="square" lIns="0" tIns="0" rIns="0" bIns="0" rtlCol="0" anchor="t"/>
          <a:lstStyle/>
          <a:p>
            <a:pPr indent="0" marL="0">
              <a:buNone/>
            </a:pPr>
            <a:r>
              <a:rPr lang="en-US" sz="1500" b="1" dirty="0">
                <a:solidFill>
                  <a:srgbClr val="0F1B2D"/>
                </a:solidFill>
                <a:latin typeface="Malgun Gothic" pitchFamily="34" charset="0"/>
                <a:ea typeface="Malgun Gothic" pitchFamily="34" charset="-122"/>
                <a:cs typeface="Malgun Gothic" pitchFamily="34" charset="-120"/>
              </a:rPr>
              <a:t>왜 01시인가</a:t>
            </a:r>
            <a:endParaRPr lang="en-US" sz="1500" dirty="0"/>
          </a:p>
        </p:txBody>
      </p:sp>
      <p:sp>
        <p:nvSpPr>
          <p:cNvPr id="14" name="Text 10"/>
          <p:cNvSpPr txBox="1"/>
          <p:nvPr/>
        </p:nvSpPr>
        <p:spPr>
          <a:xfrm>
            <a:off x="1298448" y="3529584"/>
            <a:ext cx="3456432" cy="548640"/>
          </a:xfrm>
          <a:prstGeom prst="rect">
            <a:avLst/>
          </a:prstGeom>
          <a:noFill/>
          <a:ln/>
        </p:spPr>
        <p:txBody>
          <a:bodyPr wrap="square" lIns="0" tIns="0" rIns="0" bIns="0" rtlCol="0" anchor="t"/>
          <a:lstStyle/>
          <a:p>
            <a:pPr indent="0" marL="0">
              <a:lnSpc>
                <a:spcPct val="110000"/>
              </a:lnSpc>
              <a:buNone/>
            </a:pPr>
            <a:r>
              <a:rPr lang="en-US" sz="1150" dirty="0">
                <a:solidFill>
                  <a:srgbClr val="56657A"/>
                </a:solidFill>
                <a:latin typeface="Malgun Gothic" pitchFamily="34" charset="0"/>
                <a:ea typeface="Malgun Gothic" pitchFamily="34" charset="-122"/>
                <a:cs typeface="Malgun Gothic" pitchFamily="34" charset="-120"/>
              </a:rPr>
              <a:t>사용자 접속이 적을 것으로 예상되는 시간대 (운영 환경에 따라 조정 가능)</a:t>
            </a:r>
            <a:endParaRPr lang="en-US" sz="1150" dirty="0"/>
          </a:p>
        </p:txBody>
      </p:sp>
      <p:sp>
        <p:nvSpPr>
          <p:cNvPr id="15" name="Shape 11"/>
          <p:cNvSpPr/>
          <p:nvPr/>
        </p:nvSpPr>
        <p:spPr>
          <a:xfrm>
            <a:off x="548640" y="4261104"/>
            <a:ext cx="566928" cy="566928"/>
          </a:xfrm>
          <a:prstGeom prst="ellipse">
            <a:avLst>
              <a:gd name="adj" fmla="val 19355"/>
            </a:avLst>
          </a:prstGeom>
          <a:solidFill>
            <a:srgbClr val="EFEBFF"/>
          </a:solidFill>
          <a:ln/>
        </p:spPr>
      </p:sp>
      <p:pic>
        <p:nvPicPr>
          <p:cNvPr id="16" name="Image 2" descr="preencoded.png">    </p:cNvPr>
          <p:cNvPicPr>
            <a:picLocks noChangeAspect="1"/>
          </p:cNvPicPr>
          <p:nvPr/>
        </p:nvPicPr>
        <p:blipFill>
          <a:blip r:embed="rId3"/>
          <a:stretch>
            <a:fillRect/>
          </a:stretch>
        </p:blipFill>
        <p:spPr>
          <a:xfrm>
            <a:off x="696041" y="4408505"/>
            <a:ext cx="272125" cy="272125"/>
          </a:xfrm>
          <a:prstGeom prst="rect">
            <a:avLst/>
          </a:prstGeom>
        </p:spPr>
      </p:pic>
      <p:sp>
        <p:nvSpPr>
          <p:cNvPr id="17" name="Text 12"/>
          <p:cNvSpPr txBox="1"/>
          <p:nvPr/>
        </p:nvSpPr>
        <p:spPr>
          <a:xfrm>
            <a:off x="1298448" y="4261104"/>
            <a:ext cx="3456432" cy="310896"/>
          </a:xfrm>
          <a:prstGeom prst="rect">
            <a:avLst/>
          </a:prstGeom>
          <a:noFill/>
          <a:ln/>
        </p:spPr>
        <p:txBody>
          <a:bodyPr wrap="square" lIns="0" tIns="0" rIns="0" bIns="0" rtlCol="0" anchor="t"/>
          <a:lstStyle/>
          <a:p>
            <a:pPr indent="0" marL="0">
              <a:buNone/>
            </a:pPr>
            <a:r>
              <a:rPr lang="en-US" sz="1500" b="1" dirty="0">
                <a:solidFill>
                  <a:srgbClr val="0F1B2D"/>
                </a:solidFill>
                <a:latin typeface="Malgun Gothic" pitchFamily="34" charset="0"/>
                <a:ea typeface="Malgun Gothic" pitchFamily="34" charset="-122"/>
                <a:cs typeface="Malgun Gothic" pitchFamily="34" charset="-120"/>
              </a:rPr>
              <a:t>왜 변경 감지인가</a:t>
            </a:r>
            <a:endParaRPr lang="en-US" sz="1500" dirty="0"/>
          </a:p>
        </p:txBody>
      </p:sp>
      <p:sp>
        <p:nvSpPr>
          <p:cNvPr id="18" name="Text 13"/>
          <p:cNvSpPr txBox="1"/>
          <p:nvPr/>
        </p:nvSpPr>
        <p:spPr>
          <a:xfrm>
            <a:off x="1298448" y="4608576"/>
            <a:ext cx="3456432" cy="548640"/>
          </a:xfrm>
          <a:prstGeom prst="rect">
            <a:avLst/>
          </a:prstGeom>
          <a:noFill/>
          <a:ln/>
        </p:spPr>
        <p:txBody>
          <a:bodyPr wrap="square" lIns="0" tIns="0" rIns="0" bIns="0" rtlCol="0" anchor="t"/>
          <a:lstStyle/>
          <a:p>
            <a:pPr indent="0" marL="0">
              <a:lnSpc>
                <a:spcPct val="110000"/>
              </a:lnSpc>
              <a:buNone/>
            </a:pPr>
            <a:r>
              <a:rPr lang="en-US" sz="1150" dirty="0">
                <a:solidFill>
                  <a:srgbClr val="56657A"/>
                </a:solidFill>
                <a:latin typeface="Malgun Gothic" pitchFamily="34" charset="0"/>
                <a:ea typeface="Malgun Gothic" pitchFamily="34" charset="-122"/>
                <a:cs typeface="Malgun Gothic" pitchFamily="34" charset="-120"/>
              </a:rPr>
              <a:t>원본이 그대로면 재정제 · 세대 갱신을 생략해 불필요한 부하와 캐시 교체 방지</a:t>
            </a:r>
            <a:endParaRPr lang="en-US" sz="1150" dirty="0"/>
          </a:p>
        </p:txBody>
      </p:sp>
      <p:sp>
        <p:nvSpPr>
          <p:cNvPr id="19" name="Text 14"/>
          <p:cNvSpPr txBox="1"/>
          <p:nvPr/>
        </p:nvSpPr>
        <p:spPr>
          <a:xfrm>
            <a:off x="5166360" y="2103120"/>
            <a:ext cx="6476695" cy="320040"/>
          </a:xfrm>
          <a:prstGeom prst="rect">
            <a:avLst/>
          </a:prstGeom>
          <a:noFill/>
          <a:ln/>
        </p:spPr>
        <p:txBody>
          <a:bodyPr wrap="square" lIns="0" tIns="0" rIns="0" bIns="0" rtlCol="0" anchor="t"/>
          <a:lstStyle/>
          <a:p>
            <a:pPr indent="0" marL="0">
              <a:buNone/>
            </a:pPr>
            <a:r>
              <a:rPr lang="en-US" sz="1500" b="1" dirty="0">
                <a:solidFill>
                  <a:srgbClr val="0F1B2D"/>
                </a:solidFill>
                <a:latin typeface="Malgun Gothic" pitchFamily="34" charset="0"/>
                <a:ea typeface="Malgun Gothic" pitchFamily="34" charset="-122"/>
                <a:cs typeface="Malgun Gothic" pitchFamily="34" charset="-120"/>
              </a:rPr>
              <a:t>실행 시나리오</a:t>
            </a:r>
            <a:endParaRPr lang="en-US" sz="1500" dirty="0"/>
          </a:p>
        </p:txBody>
      </p:sp>
      <p:sp>
        <p:nvSpPr>
          <p:cNvPr id="20" name="Shape 15"/>
          <p:cNvSpPr/>
          <p:nvPr/>
        </p:nvSpPr>
        <p:spPr>
          <a:xfrm>
            <a:off x="5166360" y="2542032"/>
            <a:ext cx="6476695" cy="603504"/>
          </a:xfrm>
          <a:prstGeom prst="roundRect">
            <a:avLst>
              <a:gd name="adj" fmla="val 21212"/>
            </a:avLst>
          </a:prstGeom>
          <a:solidFill>
            <a:srgbClr val="F4F7FC"/>
          </a:solidFill>
          <a:ln/>
        </p:spPr>
      </p:sp>
      <p:sp>
        <p:nvSpPr>
          <p:cNvPr id="21" name="Text 16"/>
          <p:cNvSpPr txBox="1"/>
          <p:nvPr/>
        </p:nvSpPr>
        <p:spPr>
          <a:xfrm>
            <a:off x="5394960" y="2542032"/>
            <a:ext cx="2377440" cy="603504"/>
          </a:xfrm>
          <a:prstGeom prst="rect">
            <a:avLst/>
          </a:prstGeom>
          <a:noFill/>
          <a:ln/>
        </p:spPr>
        <p:txBody>
          <a:bodyPr wrap="square" lIns="0" tIns="0" rIns="0" bIns="0" rtlCol="0" anchor="ctr"/>
          <a:lstStyle/>
          <a:p>
            <a:pPr indent="0" marL="0">
              <a:buNone/>
            </a:pPr>
            <a:r>
              <a:rPr lang="en-US" sz="1250" b="1" dirty="0">
                <a:solidFill>
                  <a:srgbClr val="56657A"/>
                </a:solidFill>
                <a:latin typeface="Malgun Gothic" pitchFamily="34" charset="0"/>
                <a:ea typeface="Malgun Gothic" pitchFamily="34" charset="-122"/>
                <a:cs typeface="Malgun Gothic" pitchFamily="34" charset="-120"/>
              </a:rPr>
              <a:t>원본 변경 없음</a:t>
            </a:r>
            <a:endParaRPr lang="en-US" sz="1250" dirty="0"/>
          </a:p>
        </p:txBody>
      </p:sp>
      <p:sp>
        <p:nvSpPr>
          <p:cNvPr id="22" name="Text 17"/>
          <p:cNvSpPr txBox="1"/>
          <p:nvPr/>
        </p:nvSpPr>
        <p:spPr>
          <a:xfrm>
            <a:off x="7772400" y="2542032"/>
            <a:ext cx="3687775" cy="603504"/>
          </a:xfrm>
          <a:prstGeom prst="rect">
            <a:avLst/>
          </a:prstGeom>
          <a:noFill/>
          <a:ln/>
        </p:spPr>
        <p:txBody>
          <a:bodyPr wrap="square" lIns="0" tIns="0" rIns="0" bIns="0" rtlCol="0" anchor="ctr"/>
          <a:lstStyle/>
          <a:p>
            <a:pPr indent="0" marL="0">
              <a:buNone/>
            </a:pPr>
            <a:r>
              <a:rPr lang="en-US" sz="1150" dirty="0">
                <a:solidFill>
                  <a:srgbClr val="0F1B2D"/>
                </a:solidFill>
                <a:latin typeface="Malgun Gothic" pitchFamily="34" charset="0"/>
                <a:ea typeface="Malgun Gothic" pitchFamily="34" charset="-122"/>
                <a:cs typeface="Malgun Gothic" pitchFamily="34" charset="-120"/>
              </a:rPr>
              <a:t>재정제 · 세대 갱신 생략, ‘원본 변경 없음’ 기록</a:t>
            </a:r>
            <a:endParaRPr lang="en-US" sz="1150" dirty="0"/>
          </a:p>
        </p:txBody>
      </p:sp>
      <p:sp>
        <p:nvSpPr>
          <p:cNvPr id="23" name="Shape 18"/>
          <p:cNvSpPr/>
          <p:nvPr/>
        </p:nvSpPr>
        <p:spPr>
          <a:xfrm>
            <a:off x="5166360" y="3255264"/>
            <a:ext cx="6476695" cy="603504"/>
          </a:xfrm>
          <a:prstGeom prst="roundRect">
            <a:avLst>
              <a:gd name="adj" fmla="val 21212"/>
            </a:avLst>
          </a:prstGeom>
          <a:solidFill>
            <a:srgbClr val="EFEBFF"/>
          </a:solidFill>
          <a:ln/>
        </p:spPr>
      </p:sp>
      <p:sp>
        <p:nvSpPr>
          <p:cNvPr id="24" name="Text 19"/>
          <p:cNvSpPr txBox="1"/>
          <p:nvPr/>
        </p:nvSpPr>
        <p:spPr>
          <a:xfrm>
            <a:off x="5394960" y="3255264"/>
            <a:ext cx="2377440" cy="603504"/>
          </a:xfrm>
          <a:prstGeom prst="rect">
            <a:avLst/>
          </a:prstGeom>
          <a:noFill/>
          <a:ln/>
        </p:spPr>
        <p:txBody>
          <a:bodyPr wrap="square" lIns="0" tIns="0" rIns="0" bIns="0" rtlCol="0" anchor="ctr"/>
          <a:lstStyle/>
          <a:p>
            <a:pPr indent="0" marL="0">
              <a:buNone/>
            </a:pPr>
            <a:r>
              <a:rPr lang="en-US" sz="1250" b="1" dirty="0">
                <a:solidFill>
                  <a:srgbClr val="7A5AF0"/>
                </a:solidFill>
                <a:latin typeface="Malgun Gothic" pitchFamily="34" charset="0"/>
                <a:ea typeface="Malgun Gothic" pitchFamily="34" charset="-122"/>
                <a:cs typeface="Malgun Gothic" pitchFamily="34" charset="-120"/>
              </a:rPr>
              <a:t>원본 변경 · 서비스 파일 누락</a:t>
            </a:r>
            <a:endParaRPr lang="en-US" sz="1250" dirty="0"/>
          </a:p>
        </p:txBody>
      </p:sp>
      <p:sp>
        <p:nvSpPr>
          <p:cNvPr id="25" name="Text 20"/>
          <p:cNvSpPr txBox="1"/>
          <p:nvPr/>
        </p:nvSpPr>
        <p:spPr>
          <a:xfrm>
            <a:off x="7772400" y="3255264"/>
            <a:ext cx="3687775" cy="603504"/>
          </a:xfrm>
          <a:prstGeom prst="rect">
            <a:avLst/>
          </a:prstGeom>
          <a:noFill/>
          <a:ln/>
        </p:spPr>
        <p:txBody>
          <a:bodyPr wrap="square" lIns="0" tIns="0" rIns="0" bIns="0" rtlCol="0" anchor="ctr"/>
          <a:lstStyle/>
          <a:p>
            <a:pPr indent="0" marL="0">
              <a:buNone/>
            </a:pPr>
            <a:r>
              <a:rPr lang="en-US" sz="1150" dirty="0">
                <a:solidFill>
                  <a:srgbClr val="0F1B2D"/>
                </a:solidFill>
                <a:latin typeface="Malgun Gothic" pitchFamily="34" charset="0"/>
                <a:ea typeface="Malgun Gothic" pitchFamily="34" charset="-122"/>
                <a:cs typeface="Malgun Gothic" pitchFamily="34" charset="-120"/>
              </a:rPr>
              <a:t>서울 추출 · 검증 → 서비스 CSV와 batch_manifest.json 발행</a:t>
            </a:r>
            <a:endParaRPr lang="en-US" sz="1150" dirty="0"/>
          </a:p>
        </p:txBody>
      </p:sp>
      <p:sp>
        <p:nvSpPr>
          <p:cNvPr id="26" name="Shape 21"/>
          <p:cNvSpPr/>
          <p:nvPr/>
        </p:nvSpPr>
        <p:spPr>
          <a:xfrm>
            <a:off x="5166360" y="3968496"/>
            <a:ext cx="6476695" cy="603504"/>
          </a:xfrm>
          <a:prstGeom prst="roundRect">
            <a:avLst>
              <a:gd name="adj" fmla="val 21212"/>
            </a:avLst>
          </a:prstGeom>
          <a:solidFill>
            <a:srgbClr val="E8EFFF"/>
          </a:solidFill>
          <a:ln/>
        </p:spPr>
      </p:sp>
      <p:sp>
        <p:nvSpPr>
          <p:cNvPr id="27" name="Text 22"/>
          <p:cNvSpPr txBox="1"/>
          <p:nvPr/>
        </p:nvSpPr>
        <p:spPr>
          <a:xfrm>
            <a:off x="5394960" y="3968496"/>
            <a:ext cx="2377440" cy="603504"/>
          </a:xfrm>
          <a:prstGeom prst="rect">
            <a:avLst/>
          </a:prstGeom>
          <a:noFill/>
          <a:ln/>
        </p:spPr>
        <p:txBody>
          <a:bodyPr wrap="square" lIns="0" tIns="0" rIns="0" bIns="0" rtlCol="0" anchor="ctr"/>
          <a:lstStyle/>
          <a:p>
            <a:pPr indent="0" marL="0">
              <a:buNone/>
            </a:pPr>
            <a:r>
              <a:rPr lang="en-US" sz="1250" b="1" dirty="0">
                <a:solidFill>
                  <a:srgbClr val="0046F0"/>
                </a:solidFill>
                <a:latin typeface="Malgun Gothic" pitchFamily="34" charset="0"/>
                <a:ea typeface="Malgun Gothic" pitchFamily="34" charset="-122"/>
                <a:cs typeface="Malgun Gothic" pitchFamily="34" charset="-120"/>
              </a:rPr>
              <a:t>수동 최신화 (관리 화면)</a:t>
            </a:r>
            <a:endParaRPr lang="en-US" sz="1250" dirty="0"/>
          </a:p>
        </p:txBody>
      </p:sp>
      <p:sp>
        <p:nvSpPr>
          <p:cNvPr id="28" name="Text 23"/>
          <p:cNvSpPr txBox="1"/>
          <p:nvPr/>
        </p:nvSpPr>
        <p:spPr>
          <a:xfrm>
            <a:off x="7772400" y="3968496"/>
            <a:ext cx="3687775" cy="603504"/>
          </a:xfrm>
          <a:prstGeom prst="rect">
            <a:avLst/>
          </a:prstGeom>
          <a:noFill/>
          <a:ln/>
        </p:spPr>
        <p:txBody>
          <a:bodyPr wrap="square" lIns="0" tIns="0" rIns="0" bIns="0" rtlCol="0" anchor="ctr"/>
          <a:lstStyle/>
          <a:p>
            <a:pPr indent="0" marL="0">
              <a:buNone/>
            </a:pPr>
            <a:r>
              <a:rPr lang="en-US" sz="1150" dirty="0">
                <a:solidFill>
                  <a:srgbClr val="0F1B2D"/>
                </a:solidFill>
                <a:latin typeface="Malgun Gothic" pitchFamily="34" charset="0"/>
                <a:ea typeface="Malgun Gothic" pitchFamily="34" charset="-122"/>
                <a:cs typeface="Malgun Gothic" pitchFamily="34" charset="-120"/>
              </a:rPr>
              <a:t>변경 여부와 무관하게 강제 재정제, 결과 · 실패 원인을 다이얼로그로 확인</a:t>
            </a:r>
            <a:endParaRPr lang="en-US" sz="1150" dirty="0"/>
          </a:p>
        </p:txBody>
      </p:sp>
      <p:sp>
        <p:nvSpPr>
          <p:cNvPr id="29" name="Text 24"/>
          <p:cNvSpPr txBox="1"/>
          <p:nvPr/>
        </p:nvSpPr>
        <p:spPr>
          <a:xfrm>
            <a:off x="5166360" y="4709160"/>
            <a:ext cx="6476695" cy="274320"/>
          </a:xfrm>
          <a:prstGeom prst="rect">
            <a:avLst/>
          </a:prstGeom>
          <a:noFill/>
          <a:ln/>
        </p:spPr>
        <p:txBody>
          <a:bodyPr wrap="square" lIns="0" tIns="0" rIns="0" bIns="0" rtlCol="0" anchor="t"/>
          <a:lstStyle/>
          <a:p>
            <a:pPr indent="0" marL="0">
              <a:buNone/>
            </a:pPr>
            <a:r>
              <a:rPr lang="en-US" sz="1050" dirty="0">
                <a:solidFill>
                  <a:srgbClr val="8A97A8"/>
                </a:solidFill>
                <a:latin typeface="Malgun Gothic" pitchFamily="34" charset="0"/>
                <a:ea typeface="Malgun Gothic" pitchFamily="34" charset="-122"/>
                <a:cs typeface="Malgun Gothic" pitchFamily="34" charset="-120"/>
              </a:rPr>
              <a:t>변경 감지 기준: 파일 크기 · 수정시각(로컬) / 배포 커밋 · 파일 크기(Render) + manifest</a:t>
            </a:r>
            <a:endParaRPr lang="en-US" sz="1050" dirty="0"/>
          </a:p>
        </p:txBody>
      </p:sp>
      <p:sp>
        <p:nvSpPr>
          <p:cNvPr id="30" name="Shape 25"/>
          <p:cNvSpPr/>
          <p:nvPr/>
        </p:nvSpPr>
        <p:spPr>
          <a:xfrm>
            <a:off x="548640" y="5257800"/>
            <a:ext cx="2567864" cy="914400"/>
          </a:xfrm>
          <a:prstGeom prst="roundRect">
            <a:avLst>
              <a:gd name="adj" fmla="val 16000"/>
            </a:avLst>
          </a:prstGeom>
          <a:solidFill>
            <a:srgbClr val="011F47"/>
          </a:solidFill>
          <a:ln/>
        </p:spPr>
      </p:sp>
      <p:pic>
        <p:nvPicPr>
          <p:cNvPr id="31" name="Image 3" descr="preencoded.png">    </p:cNvPr>
          <p:cNvPicPr>
            <a:picLocks noChangeAspect="1"/>
          </p:cNvPicPr>
          <p:nvPr/>
        </p:nvPicPr>
        <p:blipFill>
          <a:blip r:embed="rId4"/>
          <a:stretch>
            <a:fillRect/>
          </a:stretch>
        </p:blipFill>
        <p:spPr>
          <a:xfrm>
            <a:off x="777240" y="5532120"/>
            <a:ext cx="365760" cy="365760"/>
          </a:xfrm>
          <a:prstGeom prst="rect">
            <a:avLst/>
          </a:prstGeom>
        </p:spPr>
      </p:pic>
      <p:sp>
        <p:nvSpPr>
          <p:cNvPr id="32" name="Text 26"/>
          <p:cNvSpPr txBox="1"/>
          <p:nvPr/>
        </p:nvSpPr>
        <p:spPr>
          <a:xfrm>
            <a:off x="1325880" y="5422392"/>
            <a:ext cx="1653464" cy="292608"/>
          </a:xfrm>
          <a:prstGeom prst="rect">
            <a:avLst/>
          </a:prstGeom>
          <a:noFill/>
          <a:ln/>
        </p:spPr>
        <p:txBody>
          <a:bodyPr wrap="square" lIns="0" tIns="0" rIns="0" bIns="0" rtlCol="0" anchor="t"/>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실행 잠금</a:t>
            </a:r>
            <a:endParaRPr lang="en-US" sz="1300" dirty="0"/>
          </a:p>
        </p:txBody>
      </p:sp>
      <p:sp>
        <p:nvSpPr>
          <p:cNvPr id="33" name="Text 27"/>
          <p:cNvSpPr txBox="1"/>
          <p:nvPr/>
        </p:nvSpPr>
        <p:spPr>
          <a:xfrm>
            <a:off x="1325880" y="5733288"/>
            <a:ext cx="1653464" cy="274320"/>
          </a:xfrm>
          <a:prstGeom prst="rect">
            <a:avLst/>
          </a:prstGeom>
          <a:noFill/>
          <a:ln/>
        </p:spPr>
        <p:txBody>
          <a:bodyPr wrap="square" lIns="0" tIns="0" rIns="0" bIns="0" rtlCol="0" anchor="t"/>
          <a:lstStyle/>
          <a:p>
            <a:pPr indent="0" marL="0">
              <a:buNone/>
            </a:pPr>
            <a:r>
              <a:rPr lang="en-US" sz="1050" dirty="0">
                <a:solidFill>
                  <a:srgbClr val="C9D6EA"/>
                </a:solidFill>
                <a:latin typeface="Malgun Gothic" pitchFamily="34" charset="0"/>
                <a:ea typeface="Malgun Gothic" pitchFamily="34" charset="-122"/>
                <a:cs typeface="Malgun Gothic" pitchFamily="34" charset="-120"/>
              </a:rPr>
              <a:t>중복 실행 방지</a:t>
            </a:r>
            <a:endParaRPr lang="en-US" sz="1050" dirty="0"/>
          </a:p>
        </p:txBody>
      </p:sp>
      <p:sp>
        <p:nvSpPr>
          <p:cNvPr id="34" name="Shape 28"/>
          <p:cNvSpPr/>
          <p:nvPr/>
        </p:nvSpPr>
        <p:spPr>
          <a:xfrm>
            <a:off x="3390824" y="5257800"/>
            <a:ext cx="2567864" cy="914400"/>
          </a:xfrm>
          <a:prstGeom prst="roundRect">
            <a:avLst>
              <a:gd name="adj" fmla="val 16000"/>
            </a:avLst>
          </a:prstGeom>
          <a:solidFill>
            <a:srgbClr val="011F47"/>
          </a:solidFill>
          <a:ln/>
        </p:spPr>
      </p:sp>
      <p:pic>
        <p:nvPicPr>
          <p:cNvPr id="35" name="Image 4" descr="preencoded.png">    </p:cNvPr>
          <p:cNvPicPr>
            <a:picLocks noChangeAspect="1"/>
          </p:cNvPicPr>
          <p:nvPr/>
        </p:nvPicPr>
        <p:blipFill>
          <a:blip r:embed="rId5"/>
          <a:stretch>
            <a:fillRect/>
          </a:stretch>
        </p:blipFill>
        <p:spPr>
          <a:xfrm>
            <a:off x="3619424" y="5532120"/>
            <a:ext cx="365760" cy="365760"/>
          </a:xfrm>
          <a:prstGeom prst="rect">
            <a:avLst/>
          </a:prstGeom>
        </p:spPr>
      </p:pic>
      <p:sp>
        <p:nvSpPr>
          <p:cNvPr id="36" name="Text 29"/>
          <p:cNvSpPr txBox="1"/>
          <p:nvPr/>
        </p:nvSpPr>
        <p:spPr>
          <a:xfrm>
            <a:off x="4168064" y="5422392"/>
            <a:ext cx="1653464" cy="292608"/>
          </a:xfrm>
          <a:prstGeom prst="rect">
            <a:avLst/>
          </a:prstGeom>
          <a:noFill/>
          <a:ln/>
        </p:spPr>
        <p:txBody>
          <a:bodyPr wrap="square" lIns="0" tIns="0" rIns="0" bIns="0" rtlCol="0" anchor="t"/>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0건이면 미발행</a:t>
            </a:r>
            <a:endParaRPr lang="en-US" sz="1300" dirty="0"/>
          </a:p>
        </p:txBody>
      </p:sp>
      <p:sp>
        <p:nvSpPr>
          <p:cNvPr id="37" name="Text 30"/>
          <p:cNvSpPr txBox="1"/>
          <p:nvPr/>
        </p:nvSpPr>
        <p:spPr>
          <a:xfrm>
            <a:off x="4168064" y="5733288"/>
            <a:ext cx="1653464" cy="274320"/>
          </a:xfrm>
          <a:prstGeom prst="rect">
            <a:avLst/>
          </a:prstGeom>
          <a:noFill/>
          <a:ln/>
        </p:spPr>
        <p:txBody>
          <a:bodyPr wrap="square" lIns="0" tIns="0" rIns="0" bIns="0" rtlCol="0" anchor="t"/>
          <a:lstStyle/>
          <a:p>
            <a:pPr indent="0" marL="0">
              <a:buNone/>
            </a:pPr>
            <a:r>
              <a:rPr lang="en-US" sz="1050" dirty="0">
                <a:solidFill>
                  <a:srgbClr val="C9D6EA"/>
                </a:solidFill>
                <a:latin typeface="Malgun Gothic" pitchFamily="34" charset="0"/>
                <a:ea typeface="Malgun Gothic" pitchFamily="34" charset="-122"/>
                <a:cs typeface="Malgun Gothic" pitchFamily="34" charset="-120"/>
              </a:rPr>
              <a:t>잘못된 지역 코드 제외</a:t>
            </a:r>
            <a:endParaRPr lang="en-US" sz="1050" dirty="0"/>
          </a:p>
        </p:txBody>
      </p:sp>
      <p:sp>
        <p:nvSpPr>
          <p:cNvPr id="38" name="Shape 31"/>
          <p:cNvSpPr/>
          <p:nvPr/>
        </p:nvSpPr>
        <p:spPr>
          <a:xfrm>
            <a:off x="6233008" y="5257800"/>
            <a:ext cx="2567864" cy="914400"/>
          </a:xfrm>
          <a:prstGeom prst="roundRect">
            <a:avLst>
              <a:gd name="adj" fmla="val 16000"/>
            </a:avLst>
          </a:prstGeom>
          <a:solidFill>
            <a:srgbClr val="011F47"/>
          </a:solidFill>
          <a:ln/>
        </p:spPr>
      </p:sp>
      <p:pic>
        <p:nvPicPr>
          <p:cNvPr id="39" name="Image 5" descr="preencoded.png">    </p:cNvPr>
          <p:cNvPicPr>
            <a:picLocks noChangeAspect="1"/>
          </p:cNvPicPr>
          <p:nvPr/>
        </p:nvPicPr>
        <p:blipFill>
          <a:blip r:embed="rId6"/>
          <a:stretch>
            <a:fillRect/>
          </a:stretch>
        </p:blipFill>
        <p:spPr>
          <a:xfrm>
            <a:off x="6461608" y="5532120"/>
            <a:ext cx="365760" cy="365760"/>
          </a:xfrm>
          <a:prstGeom prst="rect">
            <a:avLst/>
          </a:prstGeom>
        </p:spPr>
      </p:pic>
      <p:sp>
        <p:nvSpPr>
          <p:cNvPr id="40" name="Text 32"/>
          <p:cNvSpPr txBox="1"/>
          <p:nvPr/>
        </p:nvSpPr>
        <p:spPr>
          <a:xfrm>
            <a:off x="7010248" y="5422392"/>
            <a:ext cx="1653464" cy="292608"/>
          </a:xfrm>
          <a:prstGeom prst="rect">
            <a:avLst/>
          </a:prstGeom>
          <a:noFill/>
          <a:ln/>
        </p:spPr>
        <p:txBody>
          <a:bodyPr wrap="square" lIns="0" tIns="0" rIns="0" bIns="0" rtlCol="0" anchor="t"/>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검증 후 교체</a:t>
            </a:r>
            <a:endParaRPr lang="en-US" sz="1300" dirty="0"/>
          </a:p>
        </p:txBody>
      </p:sp>
      <p:sp>
        <p:nvSpPr>
          <p:cNvPr id="41" name="Text 33"/>
          <p:cNvSpPr txBox="1"/>
          <p:nvPr/>
        </p:nvSpPr>
        <p:spPr>
          <a:xfrm>
            <a:off x="7010248" y="5733288"/>
            <a:ext cx="1653464" cy="274320"/>
          </a:xfrm>
          <a:prstGeom prst="rect">
            <a:avLst/>
          </a:prstGeom>
          <a:noFill/>
          <a:ln/>
        </p:spPr>
        <p:txBody>
          <a:bodyPr wrap="square" lIns="0" tIns="0" rIns="0" bIns="0" rtlCol="0" anchor="t"/>
          <a:lstStyle/>
          <a:p>
            <a:pPr indent="0" marL="0">
              <a:buNone/>
            </a:pPr>
            <a:r>
              <a:rPr lang="en-US" sz="1050" dirty="0">
                <a:solidFill>
                  <a:srgbClr val="C9D6EA"/>
                </a:solidFill>
                <a:latin typeface="Malgun Gothic" pitchFamily="34" charset="0"/>
                <a:ea typeface="Malgun Gothic" pitchFamily="34" charset="-122"/>
                <a:cs typeface="Malgun Gothic" pitchFamily="34" charset="-120"/>
              </a:rPr>
              <a:t>manifest는 마지막 발행</a:t>
            </a:r>
            <a:endParaRPr lang="en-US" sz="1050" dirty="0"/>
          </a:p>
        </p:txBody>
      </p:sp>
      <p:sp>
        <p:nvSpPr>
          <p:cNvPr id="42" name="Shape 34"/>
          <p:cNvSpPr/>
          <p:nvPr/>
        </p:nvSpPr>
        <p:spPr>
          <a:xfrm>
            <a:off x="9075191" y="5257800"/>
            <a:ext cx="2567864" cy="914400"/>
          </a:xfrm>
          <a:prstGeom prst="roundRect">
            <a:avLst>
              <a:gd name="adj" fmla="val 16000"/>
            </a:avLst>
          </a:prstGeom>
          <a:solidFill>
            <a:srgbClr val="011F47"/>
          </a:solidFill>
          <a:ln/>
        </p:spPr>
      </p:sp>
      <p:pic>
        <p:nvPicPr>
          <p:cNvPr id="43" name="Image 6" descr="preencoded.png">    </p:cNvPr>
          <p:cNvPicPr>
            <a:picLocks noChangeAspect="1"/>
          </p:cNvPicPr>
          <p:nvPr/>
        </p:nvPicPr>
        <p:blipFill>
          <a:blip r:embed="rId7"/>
          <a:stretch>
            <a:fillRect/>
          </a:stretch>
        </p:blipFill>
        <p:spPr>
          <a:xfrm>
            <a:off x="9303791" y="5532120"/>
            <a:ext cx="365760" cy="365760"/>
          </a:xfrm>
          <a:prstGeom prst="rect">
            <a:avLst/>
          </a:prstGeom>
        </p:spPr>
      </p:pic>
      <p:sp>
        <p:nvSpPr>
          <p:cNvPr id="44" name="Text 35"/>
          <p:cNvSpPr txBox="1"/>
          <p:nvPr/>
        </p:nvSpPr>
        <p:spPr>
          <a:xfrm>
            <a:off x="9852431" y="5422392"/>
            <a:ext cx="1653464" cy="292608"/>
          </a:xfrm>
          <a:prstGeom prst="rect">
            <a:avLst/>
          </a:prstGeom>
          <a:noFill/>
          <a:ln/>
        </p:spPr>
        <p:txBody>
          <a:bodyPr wrap="square" lIns="0" tIns="0" rIns="0" bIns="0" rtlCol="0" anchor="t"/>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서명 확인 후 적재</a:t>
            </a:r>
            <a:endParaRPr lang="en-US" sz="1300" dirty="0"/>
          </a:p>
        </p:txBody>
      </p:sp>
      <p:sp>
        <p:nvSpPr>
          <p:cNvPr id="45" name="Text 36"/>
          <p:cNvSpPr txBox="1"/>
          <p:nvPr/>
        </p:nvSpPr>
        <p:spPr>
          <a:xfrm>
            <a:off x="9852431" y="5733288"/>
            <a:ext cx="1653464" cy="274320"/>
          </a:xfrm>
          <a:prstGeom prst="rect">
            <a:avLst/>
          </a:prstGeom>
          <a:noFill/>
          <a:ln/>
        </p:spPr>
        <p:txBody>
          <a:bodyPr wrap="square" lIns="0" tIns="0" rIns="0" bIns="0" rtlCol="0" anchor="t"/>
          <a:lstStyle/>
          <a:p>
            <a:pPr indent="0" marL="0">
              <a:buNone/>
            </a:pPr>
            <a:r>
              <a:rPr lang="en-US" sz="1050" dirty="0">
                <a:solidFill>
                  <a:srgbClr val="C9D6EA"/>
                </a:solidFill>
                <a:latin typeface="Malgun Gothic" pitchFamily="34" charset="0"/>
                <a:ea typeface="Malgun Gothic" pitchFamily="34" charset="-122"/>
                <a:cs typeface="Malgun Gothic" pitchFamily="34" charset="-120"/>
              </a:rPr>
              <a:t>세대 · 파일 서명 대조</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180015" y="6473952"/>
            <a:ext cx="1554480" cy="228600"/>
          </a:xfrm>
          <a:prstGeom prst="rect">
            <a:avLst/>
          </a:prstGeom>
          <a:noFill/>
          <a:ln/>
        </p:spPr>
        <p:txBody>
          <a:bodyPr wrap="square" lIns="0" tIns="0" rIns="0" bIns="0" rtlCol="0" anchor="t"/>
          <a:lstStyle/>
          <a:p>
            <a:pPr algn="r" indent="0" marL="0">
              <a:buNone/>
            </a:pPr>
            <a:r>
              <a:rPr lang="en-US" sz="900" b="1" dirty="0">
                <a:solidFill>
                  <a:srgbClr val="011F47"/>
                </a:solidFill>
                <a:latin typeface="Malgun Gothic" pitchFamily="34" charset="0"/>
                <a:ea typeface="Malgun Gothic" pitchFamily="34" charset="-122"/>
                <a:cs typeface="Malgun Gothic" pitchFamily="34" charset="-120"/>
              </a:rPr>
              <a:t>Hi스포링</a:t>
            </a:r>
            <a:pPr algn="r" indent="0" marL="0">
              <a:buNone/>
            </a:pPr>
            <a:r>
              <a:rPr lang="en-US" sz="900" dirty="0">
                <a:solidFill>
                  <a:srgbClr val="8A97A8"/>
                </a:solidFill>
                <a:latin typeface="Malgun Gothic" pitchFamily="34" charset="0"/>
                <a:ea typeface="Malgun Gothic" pitchFamily="34" charset="-122"/>
                <a:cs typeface="Malgun Gothic" pitchFamily="34" charset="-120"/>
              </a:rPr>
              <a:t>   17</a:t>
            </a:r>
            <a:endParaRPr lang="en-US" sz="900" dirty="0"/>
          </a:p>
        </p:txBody>
      </p:sp>
      <p:sp>
        <p:nvSpPr>
          <p:cNvPr id="3" name="Shape 1"/>
          <p:cNvSpPr/>
          <p:nvPr/>
        </p:nvSpPr>
        <p:spPr>
          <a:xfrm>
            <a:off x="548640" y="457200"/>
            <a:ext cx="1938528" cy="310896"/>
          </a:xfrm>
          <a:prstGeom prst="roundRect">
            <a:avLst>
              <a:gd name="adj" fmla="val 50000"/>
            </a:avLst>
          </a:prstGeom>
          <a:solidFill>
            <a:srgbClr val="E8EFFF"/>
          </a:solidFill>
          <a:ln/>
        </p:spPr>
      </p:sp>
      <p:sp>
        <p:nvSpPr>
          <p:cNvPr id="4" name="Text 2"/>
          <p:cNvSpPr txBox="1"/>
          <p:nvPr/>
        </p:nvSpPr>
        <p:spPr>
          <a:xfrm>
            <a:off x="548640" y="457200"/>
            <a:ext cx="1938528" cy="310896"/>
          </a:xfrm>
          <a:prstGeom prst="rect">
            <a:avLst/>
          </a:prstGeom>
          <a:noFill/>
          <a:ln/>
        </p:spPr>
        <p:txBody>
          <a:bodyPr wrap="square" lIns="0" tIns="0" rIns="0" bIns="0" rtlCol="0" anchor="ctr"/>
          <a:lstStyle/>
          <a:p>
            <a:pPr algn="ctr" indent="0" marL="0">
              <a:buNone/>
            </a:pPr>
            <a:r>
              <a:rPr lang="en-US" sz="1100" b="1" dirty="0">
                <a:solidFill>
                  <a:srgbClr val="0046F0"/>
                </a:solidFill>
                <a:latin typeface="Malgun Gothic" pitchFamily="34" charset="0"/>
                <a:ea typeface="Malgun Gothic" pitchFamily="34" charset="-122"/>
                <a:cs typeface="Malgun Gothic" pitchFamily="34" charset="-120"/>
              </a:rPr>
              <a:t>04 · 데이터 ④ 저장 구조</a:t>
            </a:r>
            <a:endParaRPr lang="en-US" sz="1100" dirty="0"/>
          </a:p>
        </p:txBody>
      </p:sp>
      <p:sp>
        <p:nvSpPr>
          <p:cNvPr id="5" name="Text 3"/>
          <p:cNvSpPr txBox="1"/>
          <p:nvPr/>
        </p:nvSpPr>
        <p:spPr>
          <a:xfrm>
            <a:off x="548640" y="896112"/>
            <a:ext cx="11094415" cy="566928"/>
          </a:xfrm>
          <a:prstGeom prst="rect">
            <a:avLst/>
          </a:prstGeom>
          <a:noFill/>
          <a:ln/>
        </p:spPr>
        <p:txBody>
          <a:bodyPr wrap="square" lIns="0" tIns="0" rIns="0" bIns="0" rtlCol="0" anchor="t"/>
          <a:lstStyle/>
          <a:p>
            <a:pPr indent="0" marL="0">
              <a:buNone/>
            </a:pPr>
            <a:r>
              <a:rPr lang="en-US" sz="2800" b="1" dirty="0">
                <a:solidFill>
                  <a:srgbClr val="0F1B2D"/>
                </a:solidFill>
                <a:latin typeface="Malgun Gothic" pitchFamily="34" charset="0"/>
                <a:ea typeface="Malgun Gothic" pitchFamily="34" charset="-122"/>
                <a:cs typeface="Malgun Gothic" pitchFamily="34" charset="-120"/>
              </a:rPr>
              <a:t>데이터와 결과의 수명에 맞춰 저장합니다</a:t>
            </a:r>
            <a:endParaRPr lang="en-US" sz="2800" dirty="0"/>
          </a:p>
        </p:txBody>
      </p:sp>
      <p:sp>
        <p:nvSpPr>
          <p:cNvPr id="6" name="Shape 4"/>
          <p:cNvSpPr/>
          <p:nvPr/>
        </p:nvSpPr>
        <p:spPr>
          <a:xfrm>
            <a:off x="548640" y="1691640"/>
            <a:ext cx="3246120" cy="1234440"/>
          </a:xfrm>
          <a:prstGeom prst="roundRect">
            <a:avLst>
              <a:gd name="adj" fmla="val 11852"/>
            </a:avLst>
          </a:prstGeom>
          <a:solidFill>
            <a:srgbClr val="FFFFFF"/>
          </a:solidFill>
          <a:ln w="12700">
            <a:solidFill>
              <a:srgbClr val="DCE3EE"/>
            </a:solidFill>
            <a:prstDash val="solid"/>
          </a:ln>
        </p:spPr>
      </p:sp>
      <p:sp>
        <p:nvSpPr>
          <p:cNvPr id="7" name="Shape 5"/>
          <p:cNvSpPr/>
          <p:nvPr/>
        </p:nvSpPr>
        <p:spPr>
          <a:xfrm>
            <a:off x="749808" y="1892808"/>
            <a:ext cx="475488" cy="475488"/>
          </a:xfrm>
          <a:prstGeom prst="ellipse">
            <a:avLst>
              <a:gd name="adj" fmla="val 23077"/>
            </a:avLst>
          </a:prstGeom>
          <a:solidFill>
            <a:srgbClr val="EFEBFF"/>
          </a:solidFill>
          <a:ln/>
        </p:spPr>
      </p:sp>
      <p:pic>
        <p:nvPicPr>
          <p:cNvPr id="8" name="Image 0" descr="preencoded.png">    </p:cNvPr>
          <p:cNvPicPr>
            <a:picLocks noChangeAspect="1"/>
          </p:cNvPicPr>
          <p:nvPr/>
        </p:nvPicPr>
        <p:blipFill>
          <a:blip r:embed="rId1"/>
          <a:stretch>
            <a:fillRect/>
          </a:stretch>
        </p:blipFill>
        <p:spPr>
          <a:xfrm>
            <a:off x="873435" y="2016435"/>
            <a:ext cx="228234" cy="228234"/>
          </a:xfrm>
          <a:prstGeom prst="rect">
            <a:avLst/>
          </a:prstGeom>
        </p:spPr>
      </p:pic>
      <p:sp>
        <p:nvSpPr>
          <p:cNvPr id="9" name="Shape 6"/>
          <p:cNvSpPr/>
          <p:nvPr/>
        </p:nvSpPr>
        <p:spPr>
          <a:xfrm>
            <a:off x="2624328" y="1965960"/>
            <a:ext cx="868680" cy="274320"/>
          </a:xfrm>
          <a:prstGeom prst="roundRect">
            <a:avLst>
              <a:gd name="adj" fmla="val 50000"/>
            </a:avLst>
          </a:prstGeom>
          <a:solidFill>
            <a:srgbClr val="EFEBFF"/>
          </a:solidFill>
          <a:ln/>
        </p:spPr>
      </p:sp>
      <p:sp>
        <p:nvSpPr>
          <p:cNvPr id="10" name="Text 7"/>
          <p:cNvSpPr txBox="1"/>
          <p:nvPr/>
        </p:nvSpPr>
        <p:spPr>
          <a:xfrm>
            <a:off x="2624328" y="1965960"/>
            <a:ext cx="868680" cy="274320"/>
          </a:xfrm>
          <a:prstGeom prst="rect">
            <a:avLst/>
          </a:prstGeom>
          <a:noFill/>
          <a:ln/>
        </p:spPr>
        <p:txBody>
          <a:bodyPr wrap="square" lIns="0" tIns="0" rIns="0" bIns="0" rtlCol="0" anchor="ctr"/>
          <a:lstStyle/>
          <a:p>
            <a:pPr algn="ctr" indent="0" marL="0">
              <a:buNone/>
            </a:pPr>
            <a:r>
              <a:rPr lang="en-US" sz="1000" b="1" dirty="0">
                <a:solidFill>
                  <a:srgbClr val="7A5AF0"/>
                </a:solidFill>
                <a:latin typeface="Malgun Gothic" pitchFamily="34" charset="0"/>
                <a:ea typeface="Malgun Gothic" pitchFamily="34" charset="-122"/>
                <a:cs typeface="Malgun Gothic" pitchFamily="34" charset="-120"/>
              </a:rPr>
              <a:t>CSV 파일</a:t>
            </a:r>
            <a:endParaRPr lang="en-US" sz="1000" dirty="0"/>
          </a:p>
        </p:txBody>
      </p:sp>
      <p:sp>
        <p:nvSpPr>
          <p:cNvPr id="11" name="Text 8"/>
          <p:cNvSpPr txBox="1"/>
          <p:nvPr/>
        </p:nvSpPr>
        <p:spPr>
          <a:xfrm>
            <a:off x="749808" y="2423160"/>
            <a:ext cx="2880360" cy="274320"/>
          </a:xfrm>
          <a:prstGeom prst="rect">
            <a:avLst/>
          </a:prstGeom>
          <a:noFill/>
          <a:ln/>
        </p:spPr>
        <p:txBody>
          <a:bodyPr wrap="square" lIns="0" tIns="0" rIns="0" bIns="0" rtlCol="0" anchor="t"/>
          <a:lstStyle/>
          <a:p>
            <a:pPr indent="0" marL="0">
              <a:buNone/>
            </a:pPr>
            <a:r>
              <a:rPr lang="en-US" sz="1300" b="1" dirty="0">
                <a:solidFill>
                  <a:srgbClr val="0F1B2D"/>
                </a:solidFill>
                <a:latin typeface="Malgun Gothic" pitchFamily="34" charset="0"/>
                <a:ea typeface="Malgun Gothic" pitchFamily="34" charset="-122"/>
                <a:cs typeface="Malgun Gothic" pitchFamily="34" charset="-120"/>
              </a:rPr>
              <a:t>원본 · 서울 서비스 데이터</a:t>
            </a:r>
            <a:endParaRPr lang="en-US" sz="1300" dirty="0"/>
          </a:p>
        </p:txBody>
      </p:sp>
      <p:sp>
        <p:nvSpPr>
          <p:cNvPr id="12" name="Text 9"/>
          <p:cNvSpPr txBox="1"/>
          <p:nvPr/>
        </p:nvSpPr>
        <p:spPr>
          <a:xfrm>
            <a:off x="749808" y="2660904"/>
            <a:ext cx="2880360" cy="237744"/>
          </a:xfrm>
          <a:prstGeom prst="rect">
            <a:avLst/>
          </a:prstGeom>
          <a:noFill/>
          <a:ln/>
        </p:spPr>
        <p:txBody>
          <a:bodyPr wrap="square" lIns="0" tIns="0" rIns="0" bIns="0" rtlCol="0" anchor="t"/>
          <a:lstStyle/>
          <a:p>
            <a:pPr indent="0" marL="0">
              <a:buNone/>
            </a:pPr>
            <a:r>
              <a:rPr lang="en-US" sz="1050" dirty="0">
                <a:solidFill>
                  <a:srgbClr val="56657A"/>
                </a:solidFill>
                <a:latin typeface="Malgun Gothic" pitchFamily="34" charset="0"/>
                <a:ea typeface="Malgun Gothic" pitchFamily="34" charset="-122"/>
                <a:cs typeface="Malgun Gothic" pitchFamily="34" charset="-120"/>
              </a:rPr>
              <a:t>data/ · data/Batch/</a:t>
            </a:r>
            <a:endParaRPr lang="en-US" sz="1050" dirty="0"/>
          </a:p>
        </p:txBody>
      </p:sp>
      <p:sp>
        <p:nvSpPr>
          <p:cNvPr id="13" name="Shape 10"/>
          <p:cNvSpPr/>
          <p:nvPr/>
        </p:nvSpPr>
        <p:spPr>
          <a:xfrm>
            <a:off x="3977640" y="1691640"/>
            <a:ext cx="3246120" cy="1234440"/>
          </a:xfrm>
          <a:prstGeom prst="roundRect">
            <a:avLst>
              <a:gd name="adj" fmla="val 11852"/>
            </a:avLst>
          </a:prstGeom>
          <a:solidFill>
            <a:srgbClr val="FFFFFF"/>
          </a:solidFill>
          <a:ln w="12700">
            <a:solidFill>
              <a:srgbClr val="DCE3EE"/>
            </a:solidFill>
            <a:prstDash val="solid"/>
          </a:ln>
        </p:spPr>
      </p:sp>
      <p:sp>
        <p:nvSpPr>
          <p:cNvPr id="14" name="Shape 11"/>
          <p:cNvSpPr/>
          <p:nvPr/>
        </p:nvSpPr>
        <p:spPr>
          <a:xfrm>
            <a:off x="4178808" y="1892808"/>
            <a:ext cx="475488" cy="475488"/>
          </a:xfrm>
          <a:prstGeom prst="ellipse">
            <a:avLst>
              <a:gd name="adj" fmla="val 23077"/>
            </a:avLst>
          </a:prstGeom>
          <a:solidFill>
            <a:srgbClr val="EFEBFF"/>
          </a:solidFill>
          <a:ln/>
        </p:spPr>
      </p:sp>
      <p:pic>
        <p:nvPicPr>
          <p:cNvPr id="15" name="Image 1" descr="preencoded.png">    </p:cNvPr>
          <p:cNvPicPr>
            <a:picLocks noChangeAspect="1"/>
          </p:cNvPicPr>
          <p:nvPr/>
        </p:nvPicPr>
        <p:blipFill>
          <a:blip r:embed="rId2"/>
          <a:stretch>
            <a:fillRect/>
          </a:stretch>
        </p:blipFill>
        <p:spPr>
          <a:xfrm>
            <a:off x="4302435" y="2016435"/>
            <a:ext cx="228234" cy="228234"/>
          </a:xfrm>
          <a:prstGeom prst="rect">
            <a:avLst/>
          </a:prstGeom>
        </p:spPr>
      </p:pic>
      <p:sp>
        <p:nvSpPr>
          <p:cNvPr id="16" name="Shape 12"/>
          <p:cNvSpPr/>
          <p:nvPr/>
        </p:nvSpPr>
        <p:spPr>
          <a:xfrm>
            <a:off x="5815584" y="1965960"/>
            <a:ext cx="1066800" cy="274320"/>
          </a:xfrm>
          <a:prstGeom prst="roundRect">
            <a:avLst>
              <a:gd name="adj" fmla="val 50000"/>
            </a:avLst>
          </a:prstGeom>
          <a:solidFill>
            <a:srgbClr val="EFEBFF"/>
          </a:solidFill>
          <a:ln/>
        </p:spPr>
      </p:sp>
      <p:sp>
        <p:nvSpPr>
          <p:cNvPr id="17" name="Text 13"/>
          <p:cNvSpPr txBox="1"/>
          <p:nvPr/>
        </p:nvSpPr>
        <p:spPr>
          <a:xfrm>
            <a:off x="5815584" y="1965960"/>
            <a:ext cx="1066800" cy="274320"/>
          </a:xfrm>
          <a:prstGeom prst="rect">
            <a:avLst/>
          </a:prstGeom>
          <a:noFill/>
          <a:ln/>
        </p:spPr>
        <p:txBody>
          <a:bodyPr wrap="square" lIns="0" tIns="0" rIns="0" bIns="0" rtlCol="0" anchor="ctr"/>
          <a:lstStyle/>
          <a:p>
            <a:pPr algn="ctr" indent="0" marL="0">
              <a:buNone/>
            </a:pPr>
            <a:r>
              <a:rPr lang="en-US" sz="1000" b="1" dirty="0">
                <a:solidFill>
                  <a:srgbClr val="7A5AF0"/>
                </a:solidFill>
                <a:latin typeface="Malgun Gothic" pitchFamily="34" charset="0"/>
                <a:ea typeface="Malgun Gothic" pitchFamily="34" charset="-122"/>
                <a:cs typeface="Malgun Gothic" pitchFamily="34" charset="-120"/>
              </a:rPr>
              <a:t>manifest</a:t>
            </a:r>
            <a:endParaRPr lang="en-US" sz="1000" dirty="0"/>
          </a:p>
        </p:txBody>
      </p:sp>
      <p:sp>
        <p:nvSpPr>
          <p:cNvPr id="18" name="Text 14"/>
          <p:cNvSpPr txBox="1"/>
          <p:nvPr/>
        </p:nvSpPr>
        <p:spPr>
          <a:xfrm>
            <a:off x="4178808" y="2423160"/>
            <a:ext cx="2880360" cy="274320"/>
          </a:xfrm>
          <a:prstGeom prst="rect">
            <a:avLst/>
          </a:prstGeom>
          <a:noFill/>
          <a:ln/>
        </p:spPr>
        <p:txBody>
          <a:bodyPr wrap="square" lIns="0" tIns="0" rIns="0" bIns="0" rtlCol="0" anchor="t"/>
          <a:lstStyle/>
          <a:p>
            <a:pPr indent="0" marL="0">
              <a:buNone/>
            </a:pPr>
            <a:r>
              <a:rPr lang="en-US" sz="1300" b="1" dirty="0">
                <a:solidFill>
                  <a:srgbClr val="0F1B2D"/>
                </a:solidFill>
                <a:latin typeface="Malgun Gothic" pitchFamily="34" charset="0"/>
                <a:ea typeface="Malgun Gothic" pitchFamily="34" charset="-122"/>
                <a:cs typeface="Malgun Gothic" pitchFamily="34" charset="-120"/>
              </a:rPr>
              <a:t>세대 · 파일 검증 정보</a:t>
            </a:r>
            <a:endParaRPr lang="en-US" sz="1300" dirty="0"/>
          </a:p>
        </p:txBody>
      </p:sp>
      <p:sp>
        <p:nvSpPr>
          <p:cNvPr id="19" name="Text 15"/>
          <p:cNvSpPr txBox="1"/>
          <p:nvPr/>
        </p:nvSpPr>
        <p:spPr>
          <a:xfrm>
            <a:off x="4178808" y="2660904"/>
            <a:ext cx="2880360" cy="237744"/>
          </a:xfrm>
          <a:prstGeom prst="rect">
            <a:avLst/>
          </a:prstGeom>
          <a:noFill/>
          <a:ln/>
        </p:spPr>
        <p:txBody>
          <a:bodyPr wrap="square" lIns="0" tIns="0" rIns="0" bIns="0" rtlCol="0" anchor="t"/>
          <a:lstStyle/>
          <a:p>
            <a:pPr indent="0" marL="0">
              <a:buNone/>
            </a:pPr>
            <a:r>
              <a:rPr lang="en-US" sz="1050" dirty="0">
                <a:solidFill>
                  <a:srgbClr val="56657A"/>
                </a:solidFill>
                <a:latin typeface="Malgun Gothic" pitchFamily="34" charset="0"/>
                <a:ea typeface="Malgun Gothic" pitchFamily="34" charset="-122"/>
                <a:cs typeface="Malgun Gothic" pitchFamily="34" charset="-120"/>
              </a:rPr>
              <a:t>batch_manifest.json · SHA-256</a:t>
            </a:r>
            <a:endParaRPr lang="en-US" sz="1050" dirty="0"/>
          </a:p>
        </p:txBody>
      </p:sp>
      <p:sp>
        <p:nvSpPr>
          <p:cNvPr id="20" name="Shape 16"/>
          <p:cNvSpPr/>
          <p:nvPr/>
        </p:nvSpPr>
        <p:spPr>
          <a:xfrm>
            <a:off x="548640" y="3108960"/>
            <a:ext cx="3246120" cy="1234440"/>
          </a:xfrm>
          <a:prstGeom prst="roundRect">
            <a:avLst>
              <a:gd name="adj" fmla="val 11852"/>
            </a:avLst>
          </a:prstGeom>
          <a:solidFill>
            <a:srgbClr val="FFFFFF"/>
          </a:solidFill>
          <a:ln w="12700">
            <a:solidFill>
              <a:srgbClr val="DCE3EE"/>
            </a:solidFill>
            <a:prstDash val="solid"/>
          </a:ln>
        </p:spPr>
      </p:sp>
      <p:sp>
        <p:nvSpPr>
          <p:cNvPr id="21" name="Shape 17"/>
          <p:cNvSpPr/>
          <p:nvPr/>
        </p:nvSpPr>
        <p:spPr>
          <a:xfrm>
            <a:off x="749808" y="3310128"/>
            <a:ext cx="475488" cy="475488"/>
          </a:xfrm>
          <a:prstGeom prst="ellipse">
            <a:avLst>
              <a:gd name="adj" fmla="val 23077"/>
            </a:avLst>
          </a:prstGeom>
          <a:solidFill>
            <a:srgbClr val="E0F8EF"/>
          </a:solidFill>
          <a:ln/>
        </p:spPr>
      </p:sp>
      <p:pic>
        <p:nvPicPr>
          <p:cNvPr id="22" name="Image 2" descr="preencoded.png">    </p:cNvPr>
          <p:cNvPicPr>
            <a:picLocks noChangeAspect="1"/>
          </p:cNvPicPr>
          <p:nvPr/>
        </p:nvPicPr>
        <p:blipFill>
          <a:blip r:embed="rId3"/>
          <a:stretch>
            <a:fillRect/>
          </a:stretch>
        </p:blipFill>
        <p:spPr>
          <a:xfrm>
            <a:off x="873435" y="3433755"/>
            <a:ext cx="228234" cy="228234"/>
          </a:xfrm>
          <a:prstGeom prst="rect">
            <a:avLst/>
          </a:prstGeom>
        </p:spPr>
      </p:pic>
      <p:sp>
        <p:nvSpPr>
          <p:cNvPr id="23" name="Shape 18"/>
          <p:cNvSpPr/>
          <p:nvPr/>
        </p:nvSpPr>
        <p:spPr>
          <a:xfrm>
            <a:off x="2624328" y="3383280"/>
            <a:ext cx="868680" cy="274320"/>
          </a:xfrm>
          <a:prstGeom prst="roundRect">
            <a:avLst>
              <a:gd name="adj" fmla="val 50000"/>
            </a:avLst>
          </a:prstGeom>
          <a:solidFill>
            <a:srgbClr val="E0F8EF"/>
          </a:solidFill>
          <a:ln/>
        </p:spPr>
      </p:sp>
      <p:sp>
        <p:nvSpPr>
          <p:cNvPr id="24" name="Text 19"/>
          <p:cNvSpPr txBox="1"/>
          <p:nvPr/>
        </p:nvSpPr>
        <p:spPr>
          <a:xfrm>
            <a:off x="2624328" y="3383280"/>
            <a:ext cx="868680" cy="274320"/>
          </a:xfrm>
          <a:prstGeom prst="rect">
            <a:avLst/>
          </a:prstGeom>
          <a:noFill/>
          <a:ln/>
        </p:spPr>
        <p:txBody>
          <a:bodyPr wrap="square" lIns="0" tIns="0" rIns="0" bIns="0" rtlCol="0" anchor="ctr"/>
          <a:lstStyle/>
          <a:p>
            <a:pPr algn="ctr" indent="0" marL="0">
              <a:buNone/>
            </a:pPr>
            <a:r>
              <a:rPr lang="en-US" sz="1000" b="1" dirty="0">
                <a:solidFill>
                  <a:srgbClr val="00996C"/>
                </a:solidFill>
                <a:latin typeface="Malgun Gothic" pitchFamily="34" charset="0"/>
                <a:ea typeface="Malgun Gothic" pitchFamily="34" charset="-122"/>
                <a:cs typeface="Malgun Gothic" pitchFamily="34" charset="-120"/>
              </a:rPr>
              <a:t>메모리 캐시</a:t>
            </a:r>
            <a:endParaRPr lang="en-US" sz="1000" dirty="0"/>
          </a:p>
        </p:txBody>
      </p:sp>
      <p:sp>
        <p:nvSpPr>
          <p:cNvPr id="25" name="Text 20"/>
          <p:cNvSpPr txBox="1"/>
          <p:nvPr/>
        </p:nvSpPr>
        <p:spPr>
          <a:xfrm>
            <a:off x="749808" y="3840480"/>
            <a:ext cx="2880360" cy="274320"/>
          </a:xfrm>
          <a:prstGeom prst="rect">
            <a:avLst/>
          </a:prstGeom>
          <a:noFill/>
          <a:ln/>
        </p:spPr>
        <p:txBody>
          <a:bodyPr wrap="square" lIns="0" tIns="0" rIns="0" bIns="0" rtlCol="0" anchor="t"/>
          <a:lstStyle/>
          <a:p>
            <a:pPr indent="0" marL="0">
              <a:buNone/>
            </a:pPr>
            <a:r>
              <a:rPr lang="en-US" sz="1300" b="1" dirty="0">
                <a:solidFill>
                  <a:srgbClr val="0F1B2D"/>
                </a:solidFill>
                <a:latin typeface="Malgun Gothic" pitchFamily="34" charset="0"/>
                <a:ea typeface="Malgun Gothic" pitchFamily="34" charset="-122"/>
                <a:cs typeface="Malgun Gothic" pitchFamily="34" charset="-120"/>
              </a:rPr>
              <a:t>조회 · 집계 데이터</a:t>
            </a:r>
            <a:endParaRPr lang="en-US" sz="1300" dirty="0"/>
          </a:p>
        </p:txBody>
      </p:sp>
      <p:sp>
        <p:nvSpPr>
          <p:cNvPr id="26" name="Text 21"/>
          <p:cNvSpPr txBox="1"/>
          <p:nvPr/>
        </p:nvSpPr>
        <p:spPr>
          <a:xfrm>
            <a:off x="749808" y="4078224"/>
            <a:ext cx="2880360" cy="237744"/>
          </a:xfrm>
          <a:prstGeom prst="rect">
            <a:avLst/>
          </a:prstGeom>
          <a:noFill/>
          <a:ln/>
        </p:spPr>
        <p:txBody>
          <a:bodyPr wrap="square" lIns="0" tIns="0" rIns="0" bIns="0" rtlCol="0" anchor="t"/>
          <a:lstStyle/>
          <a:p>
            <a:pPr indent="0" marL="0">
              <a:buNone/>
            </a:pPr>
            <a:r>
              <a:rPr lang="en-US" sz="1050" dirty="0">
                <a:solidFill>
                  <a:srgbClr val="56657A"/>
                </a:solidFill>
                <a:latin typeface="Malgun Gothic" pitchFamily="34" charset="0"/>
                <a:ea typeface="Malgun Gothic" pitchFamily="34" charset="-122"/>
                <a:cs typeface="Malgun Gothic" pitchFamily="34" charset="-120"/>
              </a:rPr>
              <a:t>세대 · 서명 확인 후 교체</a:t>
            </a:r>
            <a:endParaRPr lang="en-US" sz="1050" dirty="0"/>
          </a:p>
        </p:txBody>
      </p:sp>
      <p:sp>
        <p:nvSpPr>
          <p:cNvPr id="27" name="Shape 22"/>
          <p:cNvSpPr/>
          <p:nvPr/>
        </p:nvSpPr>
        <p:spPr>
          <a:xfrm>
            <a:off x="3977640" y="3108960"/>
            <a:ext cx="3246120" cy="1234440"/>
          </a:xfrm>
          <a:prstGeom prst="roundRect">
            <a:avLst>
              <a:gd name="adj" fmla="val 11852"/>
            </a:avLst>
          </a:prstGeom>
          <a:solidFill>
            <a:srgbClr val="FFFFFF"/>
          </a:solidFill>
          <a:ln w="12700">
            <a:solidFill>
              <a:srgbClr val="DCE3EE"/>
            </a:solidFill>
            <a:prstDash val="solid"/>
          </a:ln>
        </p:spPr>
      </p:sp>
      <p:sp>
        <p:nvSpPr>
          <p:cNvPr id="28" name="Shape 23"/>
          <p:cNvSpPr/>
          <p:nvPr/>
        </p:nvSpPr>
        <p:spPr>
          <a:xfrm>
            <a:off x="4178808" y="3310128"/>
            <a:ext cx="475488" cy="475488"/>
          </a:xfrm>
          <a:prstGeom prst="ellipse">
            <a:avLst>
              <a:gd name="adj" fmla="val 23077"/>
            </a:avLst>
          </a:prstGeom>
          <a:solidFill>
            <a:srgbClr val="FFF1E0"/>
          </a:solidFill>
          <a:ln/>
        </p:spPr>
      </p:sp>
      <p:pic>
        <p:nvPicPr>
          <p:cNvPr id="29" name="Image 3" descr="preencoded.png">    </p:cNvPr>
          <p:cNvPicPr>
            <a:picLocks noChangeAspect="1"/>
          </p:cNvPicPr>
          <p:nvPr/>
        </p:nvPicPr>
        <p:blipFill>
          <a:blip r:embed="rId4"/>
          <a:stretch>
            <a:fillRect/>
          </a:stretch>
        </p:blipFill>
        <p:spPr>
          <a:xfrm>
            <a:off x="4302435" y="3433755"/>
            <a:ext cx="228234" cy="228234"/>
          </a:xfrm>
          <a:prstGeom prst="rect">
            <a:avLst/>
          </a:prstGeom>
        </p:spPr>
      </p:pic>
      <p:sp>
        <p:nvSpPr>
          <p:cNvPr id="30" name="Shape 24"/>
          <p:cNvSpPr/>
          <p:nvPr/>
        </p:nvSpPr>
        <p:spPr>
          <a:xfrm>
            <a:off x="5815584" y="3383280"/>
            <a:ext cx="1066800" cy="274320"/>
          </a:xfrm>
          <a:prstGeom prst="roundRect">
            <a:avLst>
              <a:gd name="adj" fmla="val 50000"/>
            </a:avLst>
          </a:prstGeom>
          <a:solidFill>
            <a:srgbClr val="FFF1E0"/>
          </a:solidFill>
          <a:ln/>
        </p:spPr>
      </p:sp>
      <p:sp>
        <p:nvSpPr>
          <p:cNvPr id="31" name="Text 25"/>
          <p:cNvSpPr txBox="1"/>
          <p:nvPr/>
        </p:nvSpPr>
        <p:spPr>
          <a:xfrm>
            <a:off x="5815584" y="3383280"/>
            <a:ext cx="1066800" cy="274320"/>
          </a:xfrm>
          <a:prstGeom prst="rect">
            <a:avLst/>
          </a:prstGeom>
          <a:noFill/>
          <a:ln/>
        </p:spPr>
        <p:txBody>
          <a:bodyPr wrap="square" lIns="0" tIns="0" rIns="0" bIns="0" rtlCol="0" anchor="ctr"/>
          <a:lstStyle/>
          <a:p>
            <a:pPr algn="ctr" indent="0" marL="0">
              <a:buNone/>
            </a:pPr>
            <a:r>
              <a:rPr lang="en-US" sz="1000" b="1" dirty="0">
                <a:solidFill>
                  <a:srgbClr val="E8871E"/>
                </a:solidFill>
                <a:latin typeface="Malgun Gothic" pitchFamily="34" charset="0"/>
                <a:ea typeface="Malgun Gothic" pitchFamily="34" charset="-122"/>
                <a:cs typeface="Malgun Gothic" pitchFamily="34" charset="-120"/>
              </a:rPr>
              <a:t>서버 파일 캐시</a:t>
            </a:r>
            <a:endParaRPr lang="en-US" sz="1000" dirty="0"/>
          </a:p>
        </p:txBody>
      </p:sp>
      <p:sp>
        <p:nvSpPr>
          <p:cNvPr id="32" name="Text 26"/>
          <p:cNvSpPr txBox="1"/>
          <p:nvPr/>
        </p:nvSpPr>
        <p:spPr>
          <a:xfrm>
            <a:off x="4178808" y="3840480"/>
            <a:ext cx="2880360" cy="274320"/>
          </a:xfrm>
          <a:prstGeom prst="rect">
            <a:avLst/>
          </a:prstGeom>
          <a:noFill/>
          <a:ln/>
        </p:spPr>
        <p:txBody>
          <a:bodyPr wrap="square" lIns="0" tIns="0" rIns="0" bIns="0" rtlCol="0" anchor="t"/>
          <a:lstStyle/>
          <a:p>
            <a:pPr indent="0" marL="0">
              <a:buNone/>
            </a:pPr>
            <a:r>
              <a:rPr lang="en-US" sz="1300" b="1" dirty="0">
                <a:solidFill>
                  <a:srgbClr val="0F1B2D"/>
                </a:solidFill>
                <a:latin typeface="Malgun Gothic" pitchFamily="34" charset="0"/>
                <a:ea typeface="Malgun Gothic" pitchFamily="34" charset="-122"/>
                <a:cs typeface="Malgun Gothic" pitchFamily="34" charset="-120"/>
              </a:rPr>
              <a:t>지역 AI 분석</a:t>
            </a:r>
            <a:endParaRPr lang="en-US" sz="1300" dirty="0"/>
          </a:p>
        </p:txBody>
      </p:sp>
      <p:sp>
        <p:nvSpPr>
          <p:cNvPr id="33" name="Text 27"/>
          <p:cNvSpPr txBox="1"/>
          <p:nvPr/>
        </p:nvSpPr>
        <p:spPr>
          <a:xfrm>
            <a:off x="4178808" y="4078224"/>
            <a:ext cx="2880360" cy="237744"/>
          </a:xfrm>
          <a:prstGeom prst="rect">
            <a:avLst/>
          </a:prstGeom>
          <a:noFill/>
          <a:ln/>
        </p:spPr>
        <p:txBody>
          <a:bodyPr wrap="square" lIns="0" tIns="0" rIns="0" bIns="0" rtlCol="0" anchor="t"/>
          <a:lstStyle/>
          <a:p>
            <a:pPr indent="0" marL="0">
              <a:buNone/>
            </a:pPr>
            <a:r>
              <a:rPr lang="en-US" sz="1050" dirty="0">
                <a:solidFill>
                  <a:srgbClr val="56657A"/>
                </a:solidFill>
                <a:latin typeface="Malgun Gothic" pitchFamily="34" charset="0"/>
                <a:ea typeface="Malgun Gothic" pitchFamily="34" charset="-122"/>
                <a:cs typeface="Malgun Gothic" pitchFamily="34" charset="-120"/>
              </a:rPr>
              <a:t>24시간 · 최대 200건</a:t>
            </a:r>
            <a:endParaRPr lang="en-US" sz="1050" dirty="0"/>
          </a:p>
        </p:txBody>
      </p:sp>
      <p:sp>
        <p:nvSpPr>
          <p:cNvPr id="34" name="Shape 28"/>
          <p:cNvSpPr/>
          <p:nvPr/>
        </p:nvSpPr>
        <p:spPr>
          <a:xfrm>
            <a:off x="548640" y="4526280"/>
            <a:ext cx="3246120" cy="1234440"/>
          </a:xfrm>
          <a:prstGeom prst="roundRect">
            <a:avLst>
              <a:gd name="adj" fmla="val 11852"/>
            </a:avLst>
          </a:prstGeom>
          <a:solidFill>
            <a:srgbClr val="FFFFFF"/>
          </a:solidFill>
          <a:ln w="12700">
            <a:solidFill>
              <a:srgbClr val="DCE3EE"/>
            </a:solidFill>
            <a:prstDash val="solid"/>
          </a:ln>
        </p:spPr>
      </p:sp>
      <p:sp>
        <p:nvSpPr>
          <p:cNvPr id="35" name="Shape 29"/>
          <p:cNvSpPr/>
          <p:nvPr/>
        </p:nvSpPr>
        <p:spPr>
          <a:xfrm>
            <a:off x="749808" y="4727448"/>
            <a:ext cx="475488" cy="475488"/>
          </a:xfrm>
          <a:prstGeom prst="ellipse">
            <a:avLst>
              <a:gd name="adj" fmla="val 23077"/>
            </a:avLst>
          </a:prstGeom>
          <a:solidFill>
            <a:srgbClr val="FFF1E0"/>
          </a:solidFill>
          <a:ln/>
        </p:spPr>
      </p:sp>
      <p:pic>
        <p:nvPicPr>
          <p:cNvPr id="36" name="Image 4" descr="preencoded.png">    </p:cNvPr>
          <p:cNvPicPr>
            <a:picLocks noChangeAspect="1"/>
          </p:cNvPicPr>
          <p:nvPr/>
        </p:nvPicPr>
        <p:blipFill>
          <a:blip r:embed="rId5"/>
          <a:stretch>
            <a:fillRect/>
          </a:stretch>
        </p:blipFill>
        <p:spPr>
          <a:xfrm>
            <a:off x="873435" y="4851075"/>
            <a:ext cx="228234" cy="228234"/>
          </a:xfrm>
          <a:prstGeom prst="rect">
            <a:avLst/>
          </a:prstGeom>
        </p:spPr>
      </p:pic>
      <p:sp>
        <p:nvSpPr>
          <p:cNvPr id="37" name="Shape 30"/>
          <p:cNvSpPr/>
          <p:nvPr/>
        </p:nvSpPr>
        <p:spPr>
          <a:xfrm>
            <a:off x="2743200" y="4800600"/>
            <a:ext cx="769620" cy="274320"/>
          </a:xfrm>
          <a:prstGeom prst="roundRect">
            <a:avLst>
              <a:gd name="adj" fmla="val 50000"/>
            </a:avLst>
          </a:prstGeom>
          <a:solidFill>
            <a:srgbClr val="FFF1E0"/>
          </a:solidFill>
          <a:ln/>
        </p:spPr>
      </p:sp>
      <p:sp>
        <p:nvSpPr>
          <p:cNvPr id="38" name="Text 31"/>
          <p:cNvSpPr txBox="1"/>
          <p:nvPr/>
        </p:nvSpPr>
        <p:spPr>
          <a:xfrm>
            <a:off x="2743200" y="4800600"/>
            <a:ext cx="769620" cy="274320"/>
          </a:xfrm>
          <a:prstGeom prst="rect">
            <a:avLst/>
          </a:prstGeom>
          <a:noFill/>
          <a:ln/>
        </p:spPr>
        <p:txBody>
          <a:bodyPr wrap="square" lIns="0" tIns="0" rIns="0" bIns="0" rtlCol="0" anchor="ctr"/>
          <a:lstStyle/>
          <a:p>
            <a:pPr algn="ctr" indent="0" marL="0">
              <a:buNone/>
            </a:pPr>
            <a:r>
              <a:rPr lang="en-US" sz="1000" b="1" dirty="0">
                <a:solidFill>
                  <a:srgbClr val="E8871E"/>
                </a:solidFill>
                <a:latin typeface="Malgun Gothic" pitchFamily="34" charset="0"/>
                <a:ea typeface="Malgun Gothic" pitchFamily="34" charset="-122"/>
                <a:cs typeface="Malgun Gothic" pitchFamily="34" charset="-120"/>
              </a:rPr>
              <a:t>서명 토큰</a:t>
            </a:r>
            <a:endParaRPr lang="en-US" sz="1000" dirty="0"/>
          </a:p>
        </p:txBody>
      </p:sp>
      <p:sp>
        <p:nvSpPr>
          <p:cNvPr id="39" name="Text 32"/>
          <p:cNvSpPr txBox="1"/>
          <p:nvPr/>
        </p:nvSpPr>
        <p:spPr>
          <a:xfrm>
            <a:off x="749808" y="5257800"/>
            <a:ext cx="2880360" cy="274320"/>
          </a:xfrm>
          <a:prstGeom prst="rect">
            <a:avLst/>
          </a:prstGeom>
          <a:noFill/>
          <a:ln/>
        </p:spPr>
        <p:txBody>
          <a:bodyPr wrap="square" lIns="0" tIns="0" rIns="0" bIns="0" rtlCol="0" anchor="t"/>
          <a:lstStyle/>
          <a:p>
            <a:pPr indent="0" marL="0">
              <a:buNone/>
            </a:pPr>
            <a:r>
              <a:rPr lang="en-US" sz="1300" b="1" dirty="0">
                <a:solidFill>
                  <a:srgbClr val="0F1B2D"/>
                </a:solidFill>
                <a:latin typeface="Malgun Gothic" pitchFamily="34" charset="0"/>
                <a:ea typeface="Malgun Gothic" pitchFamily="34" charset="-122"/>
                <a:cs typeface="Malgun Gothic" pitchFamily="34" charset="-120"/>
              </a:rPr>
              <a:t>프로그램 AI 검토</a:t>
            </a:r>
            <a:endParaRPr lang="en-US" sz="1300" dirty="0"/>
          </a:p>
        </p:txBody>
      </p:sp>
      <p:sp>
        <p:nvSpPr>
          <p:cNvPr id="40" name="Text 33"/>
          <p:cNvSpPr txBox="1"/>
          <p:nvPr/>
        </p:nvSpPr>
        <p:spPr>
          <a:xfrm>
            <a:off x="749808" y="5495544"/>
            <a:ext cx="2880360" cy="237744"/>
          </a:xfrm>
          <a:prstGeom prst="rect">
            <a:avLst/>
          </a:prstGeom>
          <a:noFill/>
          <a:ln/>
        </p:spPr>
        <p:txBody>
          <a:bodyPr wrap="square" lIns="0" tIns="0" rIns="0" bIns="0" rtlCol="0" anchor="t"/>
          <a:lstStyle/>
          <a:p>
            <a:pPr indent="0" marL="0">
              <a:buNone/>
            </a:pPr>
            <a:r>
              <a:rPr lang="en-US" sz="1050" dirty="0">
                <a:solidFill>
                  <a:srgbClr val="56657A"/>
                </a:solidFill>
                <a:latin typeface="Malgun Gothic" pitchFamily="34" charset="0"/>
                <a:ea typeface="Malgun Gothic" pitchFamily="34" charset="-122"/>
                <a:cs typeface="Malgun Gothic" pitchFamily="34" charset="-120"/>
              </a:rPr>
              <a:t>1시간 · 입력 · 시설 일치 검증</a:t>
            </a:r>
            <a:endParaRPr lang="en-US" sz="1050" dirty="0"/>
          </a:p>
        </p:txBody>
      </p:sp>
      <p:sp>
        <p:nvSpPr>
          <p:cNvPr id="41" name="Shape 34"/>
          <p:cNvSpPr/>
          <p:nvPr/>
        </p:nvSpPr>
        <p:spPr>
          <a:xfrm>
            <a:off x="3977640" y="4526280"/>
            <a:ext cx="3246120" cy="1234440"/>
          </a:xfrm>
          <a:prstGeom prst="roundRect">
            <a:avLst>
              <a:gd name="adj" fmla="val 11852"/>
            </a:avLst>
          </a:prstGeom>
          <a:solidFill>
            <a:srgbClr val="FFFFFF"/>
          </a:solidFill>
          <a:ln w="12700">
            <a:solidFill>
              <a:srgbClr val="DCE3EE"/>
            </a:solidFill>
            <a:prstDash val="solid"/>
          </a:ln>
        </p:spPr>
      </p:sp>
      <p:sp>
        <p:nvSpPr>
          <p:cNvPr id="42" name="Shape 35"/>
          <p:cNvSpPr/>
          <p:nvPr/>
        </p:nvSpPr>
        <p:spPr>
          <a:xfrm>
            <a:off x="4178808" y="4727448"/>
            <a:ext cx="475488" cy="475488"/>
          </a:xfrm>
          <a:prstGeom prst="ellipse">
            <a:avLst>
              <a:gd name="adj" fmla="val 23077"/>
            </a:avLst>
          </a:prstGeom>
          <a:solidFill>
            <a:srgbClr val="E8EFFF"/>
          </a:solidFill>
          <a:ln/>
        </p:spPr>
      </p:sp>
      <p:pic>
        <p:nvPicPr>
          <p:cNvPr id="43" name="Image 5" descr="preencoded.png">    </p:cNvPr>
          <p:cNvPicPr>
            <a:picLocks noChangeAspect="1"/>
          </p:cNvPicPr>
          <p:nvPr/>
        </p:nvPicPr>
        <p:blipFill>
          <a:blip r:embed="rId6"/>
          <a:stretch>
            <a:fillRect/>
          </a:stretch>
        </p:blipFill>
        <p:spPr>
          <a:xfrm>
            <a:off x="4302435" y="4851075"/>
            <a:ext cx="228234" cy="228234"/>
          </a:xfrm>
          <a:prstGeom prst="rect">
            <a:avLst/>
          </a:prstGeom>
        </p:spPr>
      </p:pic>
      <p:sp>
        <p:nvSpPr>
          <p:cNvPr id="44" name="Shape 36"/>
          <p:cNvSpPr/>
          <p:nvPr/>
        </p:nvSpPr>
        <p:spPr>
          <a:xfrm>
            <a:off x="5340096" y="4800600"/>
            <a:ext cx="1463040" cy="274320"/>
          </a:xfrm>
          <a:prstGeom prst="roundRect">
            <a:avLst>
              <a:gd name="adj" fmla="val 50000"/>
            </a:avLst>
          </a:prstGeom>
          <a:solidFill>
            <a:srgbClr val="E8EFFF"/>
          </a:solidFill>
          <a:ln/>
        </p:spPr>
      </p:sp>
      <p:sp>
        <p:nvSpPr>
          <p:cNvPr id="45" name="Text 37"/>
          <p:cNvSpPr txBox="1"/>
          <p:nvPr/>
        </p:nvSpPr>
        <p:spPr>
          <a:xfrm>
            <a:off x="5340096" y="4800600"/>
            <a:ext cx="1463040" cy="274320"/>
          </a:xfrm>
          <a:prstGeom prst="rect">
            <a:avLst/>
          </a:prstGeom>
          <a:noFill/>
          <a:ln/>
        </p:spPr>
        <p:txBody>
          <a:bodyPr wrap="square" lIns="0" tIns="0" rIns="0" bIns="0" rtlCol="0" anchor="ctr"/>
          <a:lstStyle/>
          <a:p>
            <a:pPr algn="ctr" indent="0" marL="0">
              <a:buNone/>
            </a:pPr>
            <a:r>
              <a:rPr lang="en-US" sz="1000" b="1" dirty="0">
                <a:solidFill>
                  <a:srgbClr val="0046F0"/>
                </a:solidFill>
                <a:latin typeface="Malgun Gothic" pitchFamily="34" charset="0"/>
                <a:ea typeface="Malgun Gothic" pitchFamily="34" charset="-122"/>
                <a:cs typeface="Malgun Gothic" pitchFamily="34" charset="-120"/>
              </a:rPr>
              <a:t>localStorage</a:t>
            </a:r>
            <a:endParaRPr lang="en-US" sz="1000" dirty="0"/>
          </a:p>
        </p:txBody>
      </p:sp>
      <p:sp>
        <p:nvSpPr>
          <p:cNvPr id="46" name="Text 38"/>
          <p:cNvSpPr txBox="1"/>
          <p:nvPr/>
        </p:nvSpPr>
        <p:spPr>
          <a:xfrm>
            <a:off x="4178808" y="5257800"/>
            <a:ext cx="2880360" cy="274320"/>
          </a:xfrm>
          <a:prstGeom prst="rect">
            <a:avLst/>
          </a:prstGeom>
          <a:noFill/>
          <a:ln/>
        </p:spPr>
        <p:txBody>
          <a:bodyPr wrap="square" lIns="0" tIns="0" rIns="0" bIns="0" rtlCol="0" anchor="t"/>
          <a:lstStyle/>
          <a:p>
            <a:pPr indent="0" marL="0">
              <a:buNone/>
            </a:pPr>
            <a:r>
              <a:rPr lang="en-US" sz="1300" b="1" dirty="0">
                <a:solidFill>
                  <a:srgbClr val="0F1B2D"/>
                </a:solidFill>
                <a:latin typeface="Malgun Gothic" pitchFamily="34" charset="0"/>
                <a:ea typeface="Malgun Gothic" pitchFamily="34" charset="-122"/>
                <a:cs typeface="Malgun Gothic" pitchFamily="34" charset="-120"/>
              </a:rPr>
              <a:t>최근 계획서</a:t>
            </a:r>
            <a:endParaRPr lang="en-US" sz="1300" dirty="0"/>
          </a:p>
        </p:txBody>
      </p:sp>
      <p:sp>
        <p:nvSpPr>
          <p:cNvPr id="47" name="Text 39"/>
          <p:cNvSpPr txBox="1"/>
          <p:nvPr/>
        </p:nvSpPr>
        <p:spPr>
          <a:xfrm>
            <a:off x="4178808" y="5495544"/>
            <a:ext cx="2880360" cy="237744"/>
          </a:xfrm>
          <a:prstGeom prst="rect">
            <a:avLst/>
          </a:prstGeom>
          <a:noFill/>
          <a:ln/>
        </p:spPr>
        <p:txBody>
          <a:bodyPr wrap="square" lIns="0" tIns="0" rIns="0" bIns="0" rtlCol="0" anchor="t"/>
          <a:lstStyle/>
          <a:p>
            <a:pPr indent="0" marL="0">
              <a:buNone/>
            </a:pPr>
            <a:r>
              <a:rPr lang="en-US" sz="1050" dirty="0">
                <a:solidFill>
                  <a:srgbClr val="56657A"/>
                </a:solidFill>
                <a:latin typeface="Malgun Gothic" pitchFamily="34" charset="0"/>
                <a:ea typeface="Malgun Gothic" pitchFamily="34" charset="-122"/>
                <a:cs typeface="Malgun Gothic" pitchFamily="34" charset="-120"/>
              </a:rPr>
              <a:t>브라우저당 최근 5건</a:t>
            </a:r>
            <a:endParaRPr lang="en-US" sz="1050" dirty="0"/>
          </a:p>
        </p:txBody>
      </p:sp>
      <p:sp>
        <p:nvSpPr>
          <p:cNvPr id="48" name="Shape 40"/>
          <p:cNvSpPr/>
          <p:nvPr/>
        </p:nvSpPr>
        <p:spPr>
          <a:xfrm>
            <a:off x="7635240" y="1691640"/>
            <a:ext cx="4007815" cy="4572000"/>
          </a:xfrm>
          <a:prstGeom prst="roundRect">
            <a:avLst>
              <a:gd name="adj" fmla="val 4563"/>
            </a:avLst>
          </a:prstGeom>
          <a:solidFill>
            <a:srgbClr val="F4F7FC"/>
          </a:solidFill>
          <a:ln/>
        </p:spPr>
      </p:sp>
      <p:sp>
        <p:nvSpPr>
          <p:cNvPr id="49" name="Text 41"/>
          <p:cNvSpPr txBox="1"/>
          <p:nvPr/>
        </p:nvSpPr>
        <p:spPr>
          <a:xfrm>
            <a:off x="7909560" y="1901952"/>
            <a:ext cx="3459175" cy="329184"/>
          </a:xfrm>
          <a:prstGeom prst="rect">
            <a:avLst/>
          </a:prstGeom>
          <a:noFill/>
          <a:ln/>
        </p:spPr>
        <p:txBody>
          <a:bodyPr wrap="square" lIns="0" tIns="0" rIns="0" bIns="0" rtlCol="0" anchor="t"/>
          <a:lstStyle/>
          <a:p>
            <a:pPr indent="0" marL="0">
              <a:buNone/>
            </a:pPr>
            <a:r>
              <a:rPr lang="en-US" sz="1500" b="1" dirty="0">
                <a:solidFill>
                  <a:srgbClr val="0F1B2D"/>
                </a:solidFill>
                <a:latin typeface="Malgun Gothic" pitchFamily="34" charset="0"/>
                <a:ea typeface="Malgun Gothic" pitchFamily="34" charset="-122"/>
                <a:cs typeface="Malgun Gothic" pitchFamily="34" charset="-120"/>
              </a:rPr>
              <a:t>CSV 간 연결 기준</a:t>
            </a:r>
            <a:endParaRPr lang="en-US" sz="1500" dirty="0"/>
          </a:p>
        </p:txBody>
      </p:sp>
      <p:sp>
        <p:nvSpPr>
          <p:cNvPr id="50" name="Text 42"/>
          <p:cNvSpPr txBox="1"/>
          <p:nvPr/>
        </p:nvSpPr>
        <p:spPr>
          <a:xfrm>
            <a:off x="7909560" y="2249424"/>
            <a:ext cx="3459175" cy="457200"/>
          </a:xfrm>
          <a:prstGeom prst="rect">
            <a:avLst/>
          </a:prstGeom>
          <a:noFill/>
          <a:ln/>
        </p:spPr>
        <p:txBody>
          <a:bodyPr wrap="square" lIns="0" tIns="0" rIns="0" bIns="0" rtlCol="0" anchor="t"/>
          <a:lstStyle/>
          <a:p>
            <a:pPr indent="0" marL="0">
              <a:buNone/>
            </a:pPr>
            <a:r>
              <a:rPr lang="en-US" sz="1100" dirty="0">
                <a:solidFill>
                  <a:srgbClr val="56657A"/>
                </a:solidFill>
                <a:latin typeface="Malgun Gothic" pitchFamily="34" charset="0"/>
                <a:ea typeface="Malgun Gothic" pitchFamily="34" charset="-122"/>
                <a:cs typeface="Malgun Gothic" pitchFamily="34" charset="-120"/>
              </a:rPr>
              <a:t>출처가 다른 CSV에 공통 PK · FK가 있다고 가정하지 않고 업무 기준으로 연결합니다</a:t>
            </a:r>
            <a:endParaRPr lang="en-US" sz="1100" dirty="0"/>
          </a:p>
        </p:txBody>
      </p:sp>
      <p:sp>
        <p:nvSpPr>
          <p:cNvPr id="51" name="Shape 43"/>
          <p:cNvSpPr/>
          <p:nvPr/>
        </p:nvSpPr>
        <p:spPr>
          <a:xfrm>
            <a:off x="7909560" y="2852928"/>
            <a:ext cx="3459175" cy="713232"/>
          </a:xfrm>
          <a:prstGeom prst="roundRect">
            <a:avLst>
              <a:gd name="adj" fmla="val 15385"/>
            </a:avLst>
          </a:prstGeom>
          <a:solidFill>
            <a:srgbClr val="FFFFFF"/>
          </a:solidFill>
          <a:ln/>
        </p:spPr>
      </p:sp>
      <p:sp>
        <p:nvSpPr>
          <p:cNvPr id="52" name="Text 44"/>
          <p:cNvSpPr txBox="1"/>
          <p:nvPr/>
        </p:nvSpPr>
        <p:spPr>
          <a:xfrm>
            <a:off x="8092440" y="2926080"/>
            <a:ext cx="3093415" cy="274320"/>
          </a:xfrm>
          <a:prstGeom prst="rect">
            <a:avLst/>
          </a:prstGeom>
          <a:noFill/>
          <a:ln/>
        </p:spPr>
        <p:txBody>
          <a:bodyPr wrap="square" lIns="0" tIns="0" rIns="0" bIns="0" rtlCol="0" anchor="t"/>
          <a:lstStyle/>
          <a:p>
            <a:pPr indent="0" marL="0">
              <a:buNone/>
            </a:pPr>
            <a:r>
              <a:rPr lang="en-US" sz="1200" b="1" dirty="0">
                <a:solidFill>
                  <a:srgbClr val="011F47"/>
                </a:solidFill>
                <a:latin typeface="Malgun Gothic" pitchFamily="34" charset="0"/>
                <a:ea typeface="Malgun Gothic" pitchFamily="34" charset="-122"/>
                <a:cs typeface="Malgun Gothic" pitchFamily="34" charset="-120"/>
              </a:rPr>
              <a:t>시설 ↔ 교통</a:t>
            </a:r>
            <a:endParaRPr lang="en-US" sz="1200" dirty="0"/>
          </a:p>
        </p:txBody>
      </p:sp>
      <p:sp>
        <p:nvSpPr>
          <p:cNvPr id="53" name="Text 45"/>
          <p:cNvSpPr txBox="1"/>
          <p:nvPr/>
        </p:nvSpPr>
        <p:spPr>
          <a:xfrm>
            <a:off x="8092440" y="3218688"/>
            <a:ext cx="3093415" cy="274320"/>
          </a:xfrm>
          <a:prstGeom prst="rect">
            <a:avLst/>
          </a:prstGeom>
          <a:noFill/>
          <a:ln/>
        </p:spPr>
        <p:txBody>
          <a:bodyPr wrap="square" lIns="0" tIns="0" rIns="0" bIns="0" rtlCol="0" anchor="t"/>
          <a:lstStyle/>
          <a:p>
            <a:pPr indent="0" marL="0">
              <a:buNone/>
            </a:pPr>
            <a:r>
              <a:rPr lang="en-US" sz="1050" dirty="0">
                <a:solidFill>
                  <a:srgbClr val="56657A"/>
                </a:solidFill>
                <a:latin typeface="Malgun Gothic" pitchFamily="34" charset="0"/>
                <a:ea typeface="Malgun Gothic" pitchFamily="34" charset="-122"/>
                <a:cs typeface="Malgun Gothic" pitchFamily="34" charset="-120"/>
              </a:rPr>
              <a:t>정규화된 시설명 + 위도 · 경도 소수점 6자리</a:t>
            </a:r>
            <a:endParaRPr lang="en-US" sz="1050" dirty="0"/>
          </a:p>
        </p:txBody>
      </p:sp>
      <p:sp>
        <p:nvSpPr>
          <p:cNvPr id="54" name="Shape 46"/>
          <p:cNvSpPr/>
          <p:nvPr/>
        </p:nvSpPr>
        <p:spPr>
          <a:xfrm>
            <a:off x="7909560" y="3675888"/>
            <a:ext cx="3459175" cy="713232"/>
          </a:xfrm>
          <a:prstGeom prst="roundRect">
            <a:avLst>
              <a:gd name="adj" fmla="val 15385"/>
            </a:avLst>
          </a:prstGeom>
          <a:solidFill>
            <a:srgbClr val="FFFFFF"/>
          </a:solidFill>
          <a:ln/>
        </p:spPr>
      </p:sp>
      <p:sp>
        <p:nvSpPr>
          <p:cNvPr id="55" name="Text 47"/>
          <p:cNvSpPr txBox="1"/>
          <p:nvPr/>
        </p:nvSpPr>
        <p:spPr>
          <a:xfrm>
            <a:off x="8092440" y="3749040"/>
            <a:ext cx="3093415" cy="274320"/>
          </a:xfrm>
          <a:prstGeom prst="rect">
            <a:avLst/>
          </a:prstGeom>
          <a:noFill/>
          <a:ln/>
        </p:spPr>
        <p:txBody>
          <a:bodyPr wrap="square" lIns="0" tIns="0" rIns="0" bIns="0" rtlCol="0" anchor="t"/>
          <a:lstStyle/>
          <a:p>
            <a:pPr indent="0" marL="0">
              <a:buNone/>
            </a:pPr>
            <a:r>
              <a:rPr lang="en-US" sz="1200" b="1" dirty="0">
                <a:solidFill>
                  <a:srgbClr val="011F47"/>
                </a:solidFill>
                <a:latin typeface="Malgun Gothic" pitchFamily="34" charset="0"/>
                <a:ea typeface="Malgun Gothic" pitchFamily="34" charset="-122"/>
                <a:cs typeface="Malgun Gothic" pitchFamily="34" charset="-120"/>
              </a:rPr>
              <a:t>종목 ↔ 시설 후보</a:t>
            </a:r>
            <a:endParaRPr lang="en-US" sz="1200" dirty="0"/>
          </a:p>
        </p:txBody>
      </p:sp>
      <p:sp>
        <p:nvSpPr>
          <p:cNvPr id="56" name="Text 48"/>
          <p:cNvSpPr txBox="1"/>
          <p:nvPr/>
        </p:nvSpPr>
        <p:spPr>
          <a:xfrm>
            <a:off x="8092440" y="4041648"/>
            <a:ext cx="3093415" cy="274320"/>
          </a:xfrm>
          <a:prstGeom prst="rect">
            <a:avLst/>
          </a:prstGeom>
          <a:noFill/>
          <a:ln/>
        </p:spPr>
        <p:txBody>
          <a:bodyPr wrap="square" lIns="0" tIns="0" rIns="0" bIns="0" rtlCol="0" anchor="t"/>
          <a:lstStyle/>
          <a:p>
            <a:pPr indent="0" marL="0">
              <a:buNone/>
            </a:pPr>
            <a:r>
              <a:rPr lang="en-US" sz="1050" dirty="0">
                <a:solidFill>
                  <a:srgbClr val="56657A"/>
                </a:solidFill>
                <a:latin typeface="Malgun Gothic" pitchFamily="34" charset="0"/>
                <a:ea typeface="Malgun Gothic" pitchFamily="34" charset="-122"/>
                <a:cs typeface="Malgun Gothic" pitchFamily="34" charset="-120"/>
              </a:rPr>
              <a:t>종목 · 시설유형 대응표 + 지역 + 운영상태</a:t>
            </a:r>
            <a:endParaRPr lang="en-US" sz="1050" dirty="0"/>
          </a:p>
        </p:txBody>
      </p:sp>
      <p:sp>
        <p:nvSpPr>
          <p:cNvPr id="57" name="Shape 49"/>
          <p:cNvSpPr/>
          <p:nvPr/>
        </p:nvSpPr>
        <p:spPr>
          <a:xfrm>
            <a:off x="7909560" y="4498848"/>
            <a:ext cx="3459175" cy="713232"/>
          </a:xfrm>
          <a:prstGeom prst="roundRect">
            <a:avLst>
              <a:gd name="adj" fmla="val 15385"/>
            </a:avLst>
          </a:prstGeom>
          <a:solidFill>
            <a:srgbClr val="FFFFFF"/>
          </a:solidFill>
          <a:ln/>
        </p:spPr>
      </p:sp>
      <p:sp>
        <p:nvSpPr>
          <p:cNvPr id="58" name="Text 50"/>
          <p:cNvSpPr txBox="1"/>
          <p:nvPr/>
        </p:nvSpPr>
        <p:spPr>
          <a:xfrm>
            <a:off x="8092440" y="4572000"/>
            <a:ext cx="3093415" cy="274320"/>
          </a:xfrm>
          <a:prstGeom prst="rect">
            <a:avLst/>
          </a:prstGeom>
          <a:noFill/>
          <a:ln/>
        </p:spPr>
        <p:txBody>
          <a:bodyPr wrap="square" lIns="0" tIns="0" rIns="0" bIns="0" rtlCol="0" anchor="t"/>
          <a:lstStyle/>
          <a:p>
            <a:pPr indent="0" marL="0">
              <a:buNone/>
            </a:pPr>
            <a:r>
              <a:rPr lang="en-US" sz="1200" b="1" dirty="0">
                <a:solidFill>
                  <a:srgbClr val="011F47"/>
                </a:solidFill>
                <a:latin typeface="Malgun Gothic" pitchFamily="34" charset="0"/>
                <a:ea typeface="Malgun Gothic" pitchFamily="34" charset="-122"/>
                <a:cs typeface="Malgun Gothic" pitchFamily="34" charset="-120"/>
              </a:rPr>
              <a:t>이용현황 내부</a:t>
            </a:r>
            <a:endParaRPr lang="en-US" sz="1200" dirty="0"/>
          </a:p>
        </p:txBody>
      </p:sp>
      <p:sp>
        <p:nvSpPr>
          <p:cNvPr id="59" name="Text 51"/>
          <p:cNvSpPr txBox="1"/>
          <p:nvPr/>
        </p:nvSpPr>
        <p:spPr>
          <a:xfrm>
            <a:off x="8092440" y="4864608"/>
            <a:ext cx="3093415" cy="274320"/>
          </a:xfrm>
          <a:prstGeom prst="rect">
            <a:avLst/>
          </a:prstGeom>
          <a:noFill/>
          <a:ln/>
        </p:spPr>
        <p:txBody>
          <a:bodyPr wrap="square" lIns="0" tIns="0" rIns="0" bIns="0" rtlCol="0" anchor="t"/>
          <a:lstStyle/>
          <a:p>
            <a:pPr indent="0" marL="0">
              <a:buNone/>
            </a:pPr>
            <a:r>
              <a:rPr lang="en-US" sz="1050" dirty="0">
                <a:solidFill>
                  <a:srgbClr val="56657A"/>
                </a:solidFill>
                <a:latin typeface="Malgun Gothic" pitchFamily="34" charset="0"/>
                <a:ea typeface="Malgun Gothic" pitchFamily="34" charset="-122"/>
                <a:cs typeface="Malgun Gothic" pitchFamily="34" charset="-120"/>
              </a:rPr>
              <a:t>지역 코드 · 시설명 · 주소 · 강좌번호</a:t>
            </a:r>
            <a:endParaRPr lang="en-US" sz="1050" dirty="0"/>
          </a:p>
        </p:txBody>
      </p:sp>
      <p:sp>
        <p:nvSpPr>
          <p:cNvPr id="60" name="Shape 52"/>
          <p:cNvSpPr/>
          <p:nvPr/>
        </p:nvSpPr>
        <p:spPr>
          <a:xfrm>
            <a:off x="7909560" y="5321808"/>
            <a:ext cx="3459175" cy="713232"/>
          </a:xfrm>
          <a:prstGeom prst="roundRect">
            <a:avLst>
              <a:gd name="adj" fmla="val 15385"/>
            </a:avLst>
          </a:prstGeom>
          <a:solidFill>
            <a:srgbClr val="FFFFFF"/>
          </a:solidFill>
          <a:ln/>
        </p:spPr>
      </p:sp>
      <p:sp>
        <p:nvSpPr>
          <p:cNvPr id="61" name="Text 53"/>
          <p:cNvSpPr txBox="1"/>
          <p:nvPr/>
        </p:nvSpPr>
        <p:spPr>
          <a:xfrm>
            <a:off x="8092440" y="5394960"/>
            <a:ext cx="3093415" cy="274320"/>
          </a:xfrm>
          <a:prstGeom prst="rect">
            <a:avLst/>
          </a:prstGeom>
          <a:noFill/>
          <a:ln/>
        </p:spPr>
        <p:txBody>
          <a:bodyPr wrap="square" lIns="0" tIns="0" rIns="0" bIns="0" rtlCol="0" anchor="t"/>
          <a:lstStyle/>
          <a:p>
            <a:pPr indent="0" marL="0">
              <a:buNone/>
            </a:pPr>
            <a:r>
              <a:rPr lang="en-US" sz="1200" b="1" dirty="0">
                <a:solidFill>
                  <a:srgbClr val="011F47"/>
                </a:solidFill>
                <a:latin typeface="Malgun Gothic" pitchFamily="34" charset="0"/>
                <a:ea typeface="Malgun Gothic" pitchFamily="34" charset="-122"/>
                <a:cs typeface="Malgun Gothic" pitchFamily="34" charset="-120"/>
              </a:rPr>
              <a:t>서비스 CSV ↔ manifest</a:t>
            </a:r>
            <a:endParaRPr lang="en-US" sz="1200" dirty="0"/>
          </a:p>
        </p:txBody>
      </p:sp>
      <p:sp>
        <p:nvSpPr>
          <p:cNvPr id="62" name="Text 54"/>
          <p:cNvSpPr txBox="1"/>
          <p:nvPr/>
        </p:nvSpPr>
        <p:spPr>
          <a:xfrm>
            <a:off x="8092440" y="5687568"/>
            <a:ext cx="3093415" cy="274320"/>
          </a:xfrm>
          <a:prstGeom prst="rect">
            <a:avLst/>
          </a:prstGeom>
          <a:noFill/>
          <a:ln/>
        </p:spPr>
        <p:txBody>
          <a:bodyPr wrap="square" lIns="0" tIns="0" rIns="0" bIns="0" rtlCol="0" anchor="t"/>
          <a:lstStyle/>
          <a:p>
            <a:pPr indent="0" marL="0">
              <a:buNone/>
            </a:pPr>
            <a:r>
              <a:rPr lang="en-US" sz="1050" dirty="0">
                <a:solidFill>
                  <a:srgbClr val="56657A"/>
                </a:solidFill>
                <a:latin typeface="Malgun Gothic" pitchFamily="34" charset="0"/>
                <a:ea typeface="Malgun Gothic" pitchFamily="34" charset="-122"/>
                <a:cs typeface="Malgun Gothic" pitchFamily="34" charset="-120"/>
              </a:rPr>
              <a:t>세대 · 파일 크기 · 수정시각 · SHA-256</a:t>
            </a:r>
            <a:endParaRPr lang="en-US" sz="1050" dirty="0"/>
          </a:p>
        </p:txBody>
      </p:sp>
      <p:sp>
        <p:nvSpPr>
          <p:cNvPr id="63" name="Text 55"/>
          <p:cNvSpPr txBox="1"/>
          <p:nvPr/>
        </p:nvSpPr>
        <p:spPr>
          <a:xfrm>
            <a:off x="548640" y="5989320"/>
            <a:ext cx="6675120" cy="274320"/>
          </a:xfrm>
          <a:prstGeom prst="rect">
            <a:avLst/>
          </a:prstGeom>
          <a:noFill/>
          <a:ln/>
        </p:spPr>
        <p:txBody>
          <a:bodyPr wrap="square" lIns="0" tIns="0" rIns="0" bIns="0" rtlCol="0" anchor="t"/>
          <a:lstStyle/>
          <a:p>
            <a:pPr indent="0" marL="0">
              <a:buNone/>
            </a:pPr>
            <a:r>
              <a:rPr lang="en-US" sz="1050" dirty="0">
                <a:solidFill>
                  <a:srgbClr val="8A97A8"/>
                </a:solidFill>
                <a:latin typeface="Malgun Gothic" pitchFamily="34" charset="0"/>
                <a:ea typeface="Malgun Gothic" pitchFamily="34" charset="-122"/>
                <a:cs typeface="Malgun Gothic" pitchFamily="34" charset="-120"/>
              </a:rPr>
              <a:t>계획서에는 생성 당시 선택한 AI 결과를 고정하며, 복원 · 인쇄 시 AI를 다시 호출하지 않습니다.</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180015" y="6473952"/>
            <a:ext cx="1554480" cy="228600"/>
          </a:xfrm>
          <a:prstGeom prst="rect">
            <a:avLst/>
          </a:prstGeom>
          <a:noFill/>
          <a:ln/>
        </p:spPr>
        <p:txBody>
          <a:bodyPr wrap="square" lIns="0" tIns="0" rIns="0" bIns="0" rtlCol="0" anchor="t"/>
          <a:lstStyle/>
          <a:p>
            <a:pPr algn="r" indent="0" marL="0">
              <a:buNone/>
            </a:pPr>
            <a:r>
              <a:rPr lang="en-US" sz="900" b="1" dirty="0">
                <a:solidFill>
                  <a:srgbClr val="011F47"/>
                </a:solidFill>
                <a:latin typeface="Malgun Gothic" pitchFamily="34" charset="0"/>
                <a:ea typeface="Malgun Gothic" pitchFamily="34" charset="-122"/>
                <a:cs typeface="Malgun Gothic" pitchFamily="34" charset="-120"/>
              </a:rPr>
              <a:t>Hi스포링</a:t>
            </a:r>
            <a:pPr algn="r" indent="0" marL="0">
              <a:buNone/>
            </a:pPr>
            <a:r>
              <a:rPr lang="en-US" sz="900" dirty="0">
                <a:solidFill>
                  <a:srgbClr val="8A97A8"/>
                </a:solidFill>
                <a:latin typeface="Malgun Gothic" pitchFamily="34" charset="0"/>
                <a:ea typeface="Malgun Gothic" pitchFamily="34" charset="-122"/>
                <a:cs typeface="Malgun Gothic" pitchFamily="34" charset="-120"/>
              </a:rPr>
              <a:t>   18</a:t>
            </a:r>
            <a:endParaRPr lang="en-US" sz="900" dirty="0"/>
          </a:p>
        </p:txBody>
      </p:sp>
      <p:sp>
        <p:nvSpPr>
          <p:cNvPr id="3" name="Shape 1"/>
          <p:cNvSpPr/>
          <p:nvPr/>
        </p:nvSpPr>
        <p:spPr>
          <a:xfrm>
            <a:off x="548640" y="457200"/>
            <a:ext cx="1307592" cy="310896"/>
          </a:xfrm>
          <a:prstGeom prst="roundRect">
            <a:avLst>
              <a:gd name="adj" fmla="val 50000"/>
            </a:avLst>
          </a:prstGeom>
          <a:solidFill>
            <a:srgbClr val="E8EFFF"/>
          </a:solidFill>
          <a:ln/>
        </p:spPr>
      </p:sp>
      <p:sp>
        <p:nvSpPr>
          <p:cNvPr id="4" name="Text 2"/>
          <p:cNvSpPr txBox="1"/>
          <p:nvPr/>
        </p:nvSpPr>
        <p:spPr>
          <a:xfrm>
            <a:off x="548640" y="457200"/>
            <a:ext cx="1307592" cy="310896"/>
          </a:xfrm>
          <a:prstGeom prst="rect">
            <a:avLst/>
          </a:prstGeom>
          <a:noFill/>
          <a:ln/>
        </p:spPr>
        <p:txBody>
          <a:bodyPr wrap="square" lIns="0" tIns="0" rIns="0" bIns="0" rtlCol="0" anchor="ctr"/>
          <a:lstStyle/>
          <a:p>
            <a:pPr algn="ctr" indent="0" marL="0">
              <a:buNone/>
            </a:pPr>
            <a:r>
              <a:rPr lang="en-US" sz="1100" b="1" dirty="0">
                <a:solidFill>
                  <a:srgbClr val="0046F0"/>
                </a:solidFill>
                <a:latin typeface="Malgun Gothic" pitchFamily="34" charset="0"/>
                <a:ea typeface="Malgun Gothic" pitchFamily="34" charset="-122"/>
                <a:cs typeface="Malgun Gothic" pitchFamily="34" charset="-120"/>
              </a:rPr>
              <a:t>04 · AI 연동</a:t>
            </a:r>
            <a:endParaRPr lang="en-US" sz="1100" dirty="0"/>
          </a:p>
        </p:txBody>
      </p:sp>
      <p:sp>
        <p:nvSpPr>
          <p:cNvPr id="5" name="Text 3"/>
          <p:cNvSpPr txBox="1"/>
          <p:nvPr/>
        </p:nvSpPr>
        <p:spPr>
          <a:xfrm>
            <a:off x="548640" y="896112"/>
            <a:ext cx="11094415" cy="566928"/>
          </a:xfrm>
          <a:prstGeom prst="rect">
            <a:avLst/>
          </a:prstGeom>
          <a:noFill/>
          <a:ln/>
        </p:spPr>
        <p:txBody>
          <a:bodyPr wrap="square" lIns="0" tIns="0" rIns="0" bIns="0" rtlCol="0" anchor="t"/>
          <a:lstStyle/>
          <a:p>
            <a:pPr indent="0" marL="0">
              <a:buNone/>
            </a:pPr>
            <a:r>
              <a:rPr lang="en-US" sz="2800" b="1" dirty="0">
                <a:solidFill>
                  <a:srgbClr val="0F1B2D"/>
                </a:solidFill>
                <a:latin typeface="Malgun Gothic" pitchFamily="34" charset="0"/>
                <a:ea typeface="Malgun Gothic" pitchFamily="34" charset="-122"/>
                <a:cs typeface="Malgun Gothic" pitchFamily="34" charset="-120"/>
              </a:rPr>
              <a:t>근거를 먼저 만들고, 응답은 반드시 검증합니다</a:t>
            </a:r>
            <a:endParaRPr lang="en-US" sz="2800" dirty="0"/>
          </a:p>
        </p:txBody>
      </p:sp>
      <p:sp>
        <p:nvSpPr>
          <p:cNvPr id="6" name="Shape 4"/>
          <p:cNvSpPr/>
          <p:nvPr/>
        </p:nvSpPr>
        <p:spPr>
          <a:xfrm>
            <a:off x="548640" y="1691640"/>
            <a:ext cx="2514600" cy="1051560"/>
          </a:xfrm>
          <a:prstGeom prst="roundRect">
            <a:avLst>
              <a:gd name="adj" fmla="val 15652"/>
            </a:avLst>
          </a:prstGeom>
          <a:solidFill>
            <a:srgbClr val="F4F7FC"/>
          </a:solidFill>
          <a:ln/>
        </p:spPr>
      </p:sp>
      <p:sp>
        <p:nvSpPr>
          <p:cNvPr id="7" name="Shape 5"/>
          <p:cNvSpPr/>
          <p:nvPr/>
        </p:nvSpPr>
        <p:spPr>
          <a:xfrm>
            <a:off x="749808" y="1920240"/>
            <a:ext cx="566928" cy="566928"/>
          </a:xfrm>
          <a:prstGeom prst="ellipse">
            <a:avLst>
              <a:gd name="adj" fmla="val 19355"/>
            </a:avLst>
          </a:prstGeom>
          <a:solidFill>
            <a:srgbClr val="FFF1E0"/>
          </a:solidFill>
          <a:ln/>
        </p:spPr>
      </p:sp>
      <p:pic>
        <p:nvPicPr>
          <p:cNvPr id="8" name="Image 0" descr="preencoded.png">    </p:cNvPr>
          <p:cNvPicPr>
            <a:picLocks noChangeAspect="1"/>
          </p:cNvPicPr>
          <p:nvPr/>
        </p:nvPicPr>
        <p:blipFill>
          <a:blip r:embed="rId1"/>
          <a:stretch>
            <a:fillRect/>
          </a:stretch>
        </p:blipFill>
        <p:spPr>
          <a:xfrm>
            <a:off x="897209" y="2067641"/>
            <a:ext cx="272125" cy="272125"/>
          </a:xfrm>
          <a:prstGeom prst="rect">
            <a:avLst/>
          </a:prstGeom>
        </p:spPr>
      </p:pic>
      <p:sp>
        <p:nvSpPr>
          <p:cNvPr id="9" name="Text 6"/>
          <p:cNvSpPr txBox="1"/>
          <p:nvPr/>
        </p:nvSpPr>
        <p:spPr>
          <a:xfrm>
            <a:off x="1463040" y="1892808"/>
            <a:ext cx="1508760" cy="329184"/>
          </a:xfrm>
          <a:prstGeom prst="rect">
            <a:avLst/>
          </a:prstGeom>
          <a:noFill/>
          <a:ln/>
        </p:spPr>
        <p:txBody>
          <a:bodyPr wrap="square" lIns="0" tIns="0" rIns="0" bIns="0" rtlCol="0" anchor="t"/>
          <a:lstStyle/>
          <a:p>
            <a:pPr indent="0" marL="0">
              <a:buNone/>
            </a:pPr>
            <a:r>
              <a:rPr lang="en-US" sz="1550" b="1" dirty="0">
                <a:solidFill>
                  <a:srgbClr val="0F1B2D"/>
                </a:solidFill>
                <a:latin typeface="Malgun Gothic" pitchFamily="34" charset="0"/>
                <a:ea typeface="Malgun Gothic" pitchFamily="34" charset="-122"/>
                <a:cs typeface="Malgun Gothic" pitchFamily="34" charset="-120"/>
              </a:rPr>
              <a:t>근거 구성</a:t>
            </a:r>
            <a:endParaRPr lang="en-US" sz="1550" dirty="0"/>
          </a:p>
        </p:txBody>
      </p:sp>
      <p:sp>
        <p:nvSpPr>
          <p:cNvPr id="10" name="Text 7"/>
          <p:cNvSpPr txBox="1"/>
          <p:nvPr/>
        </p:nvSpPr>
        <p:spPr>
          <a:xfrm>
            <a:off x="1463040" y="2240280"/>
            <a:ext cx="1508760" cy="365760"/>
          </a:xfrm>
          <a:prstGeom prst="rect">
            <a:avLst/>
          </a:prstGeom>
          <a:noFill/>
          <a:ln/>
        </p:spPr>
        <p:txBody>
          <a:bodyPr wrap="square" lIns="0" tIns="0" rIns="0" bIns="0" rtlCol="0" anchor="t"/>
          <a:lstStyle/>
          <a:p>
            <a:pPr indent="0" marL="0">
              <a:buNone/>
            </a:pPr>
            <a:r>
              <a:rPr lang="en-US" sz="1050" dirty="0">
                <a:solidFill>
                  <a:srgbClr val="56657A"/>
                </a:solidFill>
                <a:latin typeface="Malgun Gothic" pitchFamily="34" charset="0"/>
                <a:ea typeface="Malgun Gothic" pitchFamily="34" charset="-122"/>
                <a:cs typeface="Malgun Gothic" pitchFamily="34" charset="-120"/>
              </a:rPr>
              <a:t>집계 · 시설 · 입력 + JSON 스키마</a:t>
            </a:r>
            <a:endParaRPr lang="en-US" sz="1050" dirty="0"/>
          </a:p>
        </p:txBody>
      </p:sp>
      <p:sp>
        <p:nvSpPr>
          <p:cNvPr id="11" name="Shape 8"/>
          <p:cNvSpPr/>
          <p:nvPr/>
        </p:nvSpPr>
        <p:spPr>
          <a:xfrm>
            <a:off x="3108960" y="2217420"/>
            <a:ext cx="246888" cy="0"/>
          </a:xfrm>
          <a:prstGeom prst="line">
            <a:avLst/>
          </a:prstGeom>
          <a:noFill/>
          <a:ln w="19050">
            <a:solidFill>
              <a:srgbClr val="8A97A8"/>
            </a:solidFill>
            <a:prstDash val="solid"/>
            <a:tailEnd type="triangle"/>
          </a:ln>
        </p:spPr>
      </p:sp>
      <p:sp>
        <p:nvSpPr>
          <p:cNvPr id="12" name="Shape 9"/>
          <p:cNvSpPr/>
          <p:nvPr/>
        </p:nvSpPr>
        <p:spPr>
          <a:xfrm>
            <a:off x="3401568" y="1691640"/>
            <a:ext cx="2514600" cy="1051560"/>
          </a:xfrm>
          <a:prstGeom prst="roundRect">
            <a:avLst>
              <a:gd name="adj" fmla="val 15652"/>
            </a:avLst>
          </a:prstGeom>
          <a:solidFill>
            <a:srgbClr val="011F47"/>
          </a:solidFill>
          <a:ln/>
        </p:spPr>
      </p:sp>
      <p:sp>
        <p:nvSpPr>
          <p:cNvPr id="13" name="Shape 10"/>
          <p:cNvSpPr/>
          <p:nvPr/>
        </p:nvSpPr>
        <p:spPr>
          <a:xfrm>
            <a:off x="3602736" y="1920240"/>
            <a:ext cx="566928" cy="566928"/>
          </a:xfrm>
          <a:prstGeom prst="ellipse">
            <a:avLst>
              <a:gd name="adj" fmla="val 19355"/>
            </a:avLst>
          </a:prstGeom>
          <a:solidFill>
            <a:srgbClr val="00C98E"/>
          </a:solidFill>
          <a:ln/>
        </p:spPr>
      </p:sp>
      <p:pic>
        <p:nvPicPr>
          <p:cNvPr id="14" name="Image 1" descr="preencoded.png">    </p:cNvPr>
          <p:cNvPicPr>
            <a:picLocks noChangeAspect="1"/>
          </p:cNvPicPr>
          <p:nvPr/>
        </p:nvPicPr>
        <p:blipFill>
          <a:blip r:embed="rId2"/>
          <a:stretch>
            <a:fillRect/>
          </a:stretch>
        </p:blipFill>
        <p:spPr>
          <a:xfrm>
            <a:off x="3750137" y="2067641"/>
            <a:ext cx="272125" cy="272125"/>
          </a:xfrm>
          <a:prstGeom prst="rect">
            <a:avLst/>
          </a:prstGeom>
        </p:spPr>
      </p:pic>
      <p:sp>
        <p:nvSpPr>
          <p:cNvPr id="15" name="Text 11"/>
          <p:cNvSpPr txBox="1"/>
          <p:nvPr/>
        </p:nvSpPr>
        <p:spPr>
          <a:xfrm>
            <a:off x="4315968" y="1892808"/>
            <a:ext cx="1508760" cy="329184"/>
          </a:xfrm>
          <a:prstGeom prst="rect">
            <a:avLst/>
          </a:prstGeom>
          <a:noFill/>
          <a:ln/>
        </p:spPr>
        <p:txBody>
          <a:bodyPr wrap="square" lIns="0" tIns="0" rIns="0" bIns="0" rtlCol="0" anchor="t"/>
          <a:lstStyle/>
          <a:p>
            <a:pPr indent="0" marL="0">
              <a:buNone/>
            </a:pPr>
            <a:r>
              <a:rPr lang="en-US" sz="1550" b="1" dirty="0">
                <a:solidFill>
                  <a:srgbClr val="FFFFFF"/>
                </a:solidFill>
                <a:latin typeface="Malgun Gothic" pitchFamily="34" charset="0"/>
                <a:ea typeface="Malgun Gothic" pitchFamily="34" charset="-122"/>
                <a:cs typeface="Malgun Gothic" pitchFamily="34" charset="-120"/>
              </a:rPr>
              <a:t>Gemini 호출</a:t>
            </a:r>
            <a:endParaRPr lang="en-US" sz="1550" dirty="0"/>
          </a:p>
        </p:txBody>
      </p:sp>
      <p:sp>
        <p:nvSpPr>
          <p:cNvPr id="16" name="Text 12"/>
          <p:cNvSpPr txBox="1"/>
          <p:nvPr/>
        </p:nvSpPr>
        <p:spPr>
          <a:xfrm>
            <a:off x="4315968" y="2240280"/>
            <a:ext cx="1508760" cy="365760"/>
          </a:xfrm>
          <a:prstGeom prst="rect">
            <a:avLst/>
          </a:prstGeom>
          <a:noFill/>
          <a:ln/>
        </p:spPr>
        <p:txBody>
          <a:bodyPr wrap="square" lIns="0" tIns="0" rIns="0" bIns="0" rtlCol="0" anchor="t"/>
          <a:lstStyle/>
          <a:p>
            <a:pPr indent="0" marL="0">
              <a:buNone/>
            </a:pPr>
            <a:r>
              <a:rPr lang="en-US" sz="1050" dirty="0">
                <a:solidFill>
                  <a:srgbClr val="C9D6EA"/>
                </a:solidFill>
                <a:latin typeface="Malgun Gothic" pitchFamily="34" charset="0"/>
                <a:ea typeface="Malgun Gothic" pitchFamily="34" charset="-122"/>
                <a:cs typeface="Malgun Gothic" pitchFamily="34" charset="-120"/>
              </a:rPr>
              <a:t>서버 SDK · API 키 서버 관리</a:t>
            </a:r>
            <a:endParaRPr lang="en-US" sz="1050" dirty="0"/>
          </a:p>
        </p:txBody>
      </p:sp>
      <p:sp>
        <p:nvSpPr>
          <p:cNvPr id="17" name="Shape 13"/>
          <p:cNvSpPr/>
          <p:nvPr/>
        </p:nvSpPr>
        <p:spPr>
          <a:xfrm>
            <a:off x="5961888" y="2217420"/>
            <a:ext cx="246888" cy="0"/>
          </a:xfrm>
          <a:prstGeom prst="line">
            <a:avLst/>
          </a:prstGeom>
          <a:noFill/>
          <a:ln w="19050">
            <a:solidFill>
              <a:srgbClr val="8A97A8"/>
            </a:solidFill>
            <a:prstDash val="solid"/>
            <a:tailEnd type="triangle"/>
          </a:ln>
        </p:spPr>
      </p:sp>
      <p:sp>
        <p:nvSpPr>
          <p:cNvPr id="18" name="Shape 14"/>
          <p:cNvSpPr/>
          <p:nvPr/>
        </p:nvSpPr>
        <p:spPr>
          <a:xfrm>
            <a:off x="6254496" y="1691640"/>
            <a:ext cx="2514600" cy="1051560"/>
          </a:xfrm>
          <a:prstGeom prst="roundRect">
            <a:avLst>
              <a:gd name="adj" fmla="val 15652"/>
            </a:avLst>
          </a:prstGeom>
          <a:solidFill>
            <a:srgbClr val="F4F7FC"/>
          </a:solidFill>
          <a:ln/>
        </p:spPr>
      </p:sp>
      <p:sp>
        <p:nvSpPr>
          <p:cNvPr id="19" name="Shape 15"/>
          <p:cNvSpPr/>
          <p:nvPr/>
        </p:nvSpPr>
        <p:spPr>
          <a:xfrm>
            <a:off x="6455664" y="1920240"/>
            <a:ext cx="566928" cy="566928"/>
          </a:xfrm>
          <a:prstGeom prst="ellipse">
            <a:avLst>
              <a:gd name="adj" fmla="val 19355"/>
            </a:avLst>
          </a:prstGeom>
          <a:solidFill>
            <a:srgbClr val="FFF1E0"/>
          </a:solidFill>
          <a:ln/>
        </p:spPr>
      </p:sp>
      <p:pic>
        <p:nvPicPr>
          <p:cNvPr id="20" name="Image 2" descr="preencoded.png">    </p:cNvPr>
          <p:cNvPicPr>
            <a:picLocks noChangeAspect="1"/>
          </p:cNvPicPr>
          <p:nvPr/>
        </p:nvPicPr>
        <p:blipFill>
          <a:blip r:embed="rId3"/>
          <a:stretch>
            <a:fillRect/>
          </a:stretch>
        </p:blipFill>
        <p:spPr>
          <a:xfrm>
            <a:off x="6603065" y="2067641"/>
            <a:ext cx="272125" cy="272125"/>
          </a:xfrm>
          <a:prstGeom prst="rect">
            <a:avLst/>
          </a:prstGeom>
        </p:spPr>
      </p:pic>
      <p:sp>
        <p:nvSpPr>
          <p:cNvPr id="21" name="Text 16"/>
          <p:cNvSpPr txBox="1"/>
          <p:nvPr/>
        </p:nvSpPr>
        <p:spPr>
          <a:xfrm>
            <a:off x="7168896" y="1892808"/>
            <a:ext cx="1508760" cy="329184"/>
          </a:xfrm>
          <a:prstGeom prst="rect">
            <a:avLst/>
          </a:prstGeom>
          <a:noFill/>
          <a:ln/>
        </p:spPr>
        <p:txBody>
          <a:bodyPr wrap="square" lIns="0" tIns="0" rIns="0" bIns="0" rtlCol="0" anchor="t"/>
          <a:lstStyle/>
          <a:p>
            <a:pPr indent="0" marL="0">
              <a:buNone/>
            </a:pPr>
            <a:r>
              <a:rPr lang="en-US" sz="1550" b="1" dirty="0">
                <a:solidFill>
                  <a:srgbClr val="0F1B2D"/>
                </a:solidFill>
                <a:latin typeface="Malgun Gothic" pitchFamily="34" charset="0"/>
                <a:ea typeface="Malgun Gothic" pitchFamily="34" charset="-122"/>
                <a:cs typeface="Malgun Gothic" pitchFamily="34" charset="-120"/>
              </a:rPr>
              <a:t>응답 검증</a:t>
            </a:r>
            <a:endParaRPr lang="en-US" sz="1550" dirty="0"/>
          </a:p>
        </p:txBody>
      </p:sp>
      <p:sp>
        <p:nvSpPr>
          <p:cNvPr id="22" name="Text 17"/>
          <p:cNvSpPr txBox="1"/>
          <p:nvPr/>
        </p:nvSpPr>
        <p:spPr>
          <a:xfrm>
            <a:off x="7168896" y="2240280"/>
            <a:ext cx="1508760" cy="365760"/>
          </a:xfrm>
          <a:prstGeom prst="rect">
            <a:avLst/>
          </a:prstGeom>
          <a:noFill/>
          <a:ln/>
        </p:spPr>
        <p:txBody>
          <a:bodyPr wrap="square" lIns="0" tIns="0" rIns="0" bIns="0" rtlCol="0" anchor="t"/>
          <a:lstStyle/>
          <a:p>
            <a:pPr indent="0" marL="0">
              <a:buNone/>
            </a:pPr>
            <a:r>
              <a:rPr lang="en-US" sz="1050" dirty="0">
                <a:solidFill>
                  <a:srgbClr val="56657A"/>
                </a:solidFill>
                <a:latin typeface="Malgun Gothic" pitchFamily="34" charset="0"/>
                <a:ea typeface="Malgun Gothic" pitchFamily="34" charset="-122"/>
                <a:cs typeface="Malgun Gothic" pitchFamily="34" charset="-120"/>
              </a:rPr>
              <a:t>JSON 구조 · 근거 키 · 점수</a:t>
            </a:r>
            <a:endParaRPr lang="en-US" sz="1050" dirty="0"/>
          </a:p>
        </p:txBody>
      </p:sp>
      <p:sp>
        <p:nvSpPr>
          <p:cNvPr id="23" name="Shape 18"/>
          <p:cNvSpPr/>
          <p:nvPr/>
        </p:nvSpPr>
        <p:spPr>
          <a:xfrm>
            <a:off x="8814816" y="2217420"/>
            <a:ext cx="246888" cy="0"/>
          </a:xfrm>
          <a:prstGeom prst="line">
            <a:avLst/>
          </a:prstGeom>
          <a:noFill/>
          <a:ln w="19050">
            <a:solidFill>
              <a:srgbClr val="8A97A8"/>
            </a:solidFill>
            <a:prstDash val="solid"/>
            <a:tailEnd type="triangle"/>
          </a:ln>
        </p:spPr>
      </p:sp>
      <p:sp>
        <p:nvSpPr>
          <p:cNvPr id="24" name="Shape 19"/>
          <p:cNvSpPr/>
          <p:nvPr/>
        </p:nvSpPr>
        <p:spPr>
          <a:xfrm>
            <a:off x="9107424" y="1691640"/>
            <a:ext cx="2514600" cy="1051560"/>
          </a:xfrm>
          <a:prstGeom prst="roundRect">
            <a:avLst>
              <a:gd name="adj" fmla="val 15652"/>
            </a:avLst>
          </a:prstGeom>
          <a:solidFill>
            <a:srgbClr val="F4F7FC"/>
          </a:solidFill>
          <a:ln/>
        </p:spPr>
      </p:sp>
      <p:sp>
        <p:nvSpPr>
          <p:cNvPr id="25" name="Shape 20"/>
          <p:cNvSpPr/>
          <p:nvPr/>
        </p:nvSpPr>
        <p:spPr>
          <a:xfrm>
            <a:off x="9308592" y="1920240"/>
            <a:ext cx="566928" cy="566928"/>
          </a:xfrm>
          <a:prstGeom prst="ellipse">
            <a:avLst>
              <a:gd name="adj" fmla="val 19355"/>
            </a:avLst>
          </a:prstGeom>
          <a:solidFill>
            <a:srgbClr val="FFF1E0"/>
          </a:solidFill>
          <a:ln/>
        </p:spPr>
      </p:sp>
      <p:pic>
        <p:nvPicPr>
          <p:cNvPr id="26" name="Image 3" descr="preencoded.png">    </p:cNvPr>
          <p:cNvPicPr>
            <a:picLocks noChangeAspect="1"/>
          </p:cNvPicPr>
          <p:nvPr/>
        </p:nvPicPr>
        <p:blipFill>
          <a:blip r:embed="rId4"/>
          <a:stretch>
            <a:fillRect/>
          </a:stretch>
        </p:blipFill>
        <p:spPr>
          <a:xfrm>
            <a:off x="9455993" y="2067641"/>
            <a:ext cx="272125" cy="272125"/>
          </a:xfrm>
          <a:prstGeom prst="rect">
            <a:avLst/>
          </a:prstGeom>
        </p:spPr>
      </p:pic>
      <p:sp>
        <p:nvSpPr>
          <p:cNvPr id="27" name="Text 21"/>
          <p:cNvSpPr txBox="1"/>
          <p:nvPr/>
        </p:nvSpPr>
        <p:spPr>
          <a:xfrm>
            <a:off x="10021824" y="1892808"/>
            <a:ext cx="1508760" cy="329184"/>
          </a:xfrm>
          <a:prstGeom prst="rect">
            <a:avLst/>
          </a:prstGeom>
          <a:noFill/>
          <a:ln/>
        </p:spPr>
        <p:txBody>
          <a:bodyPr wrap="square" lIns="0" tIns="0" rIns="0" bIns="0" rtlCol="0" anchor="t"/>
          <a:lstStyle/>
          <a:p>
            <a:pPr indent="0" marL="0">
              <a:buNone/>
            </a:pPr>
            <a:r>
              <a:rPr lang="en-US" sz="1550" b="1" dirty="0">
                <a:solidFill>
                  <a:srgbClr val="0F1B2D"/>
                </a:solidFill>
                <a:latin typeface="Malgun Gothic" pitchFamily="34" charset="0"/>
                <a:ea typeface="Malgun Gothic" pitchFamily="34" charset="-122"/>
                <a:cs typeface="Malgun Gothic" pitchFamily="34" charset="-120"/>
              </a:rPr>
              <a:t>결과 제공</a:t>
            </a:r>
            <a:endParaRPr lang="en-US" sz="1550" dirty="0"/>
          </a:p>
        </p:txBody>
      </p:sp>
      <p:sp>
        <p:nvSpPr>
          <p:cNvPr id="28" name="Text 22"/>
          <p:cNvSpPr txBox="1"/>
          <p:nvPr/>
        </p:nvSpPr>
        <p:spPr>
          <a:xfrm>
            <a:off x="10021824" y="2240280"/>
            <a:ext cx="1508760" cy="365760"/>
          </a:xfrm>
          <a:prstGeom prst="rect">
            <a:avLst/>
          </a:prstGeom>
          <a:noFill/>
          <a:ln/>
        </p:spPr>
        <p:txBody>
          <a:bodyPr wrap="square" lIns="0" tIns="0" rIns="0" bIns="0" rtlCol="0" anchor="t"/>
          <a:lstStyle/>
          <a:p>
            <a:pPr indent="0" marL="0">
              <a:buNone/>
            </a:pPr>
            <a:r>
              <a:rPr lang="en-US" sz="1050" dirty="0">
                <a:solidFill>
                  <a:srgbClr val="56657A"/>
                </a:solidFill>
                <a:latin typeface="Malgun Gothic" pitchFamily="34" charset="0"/>
                <a:ea typeface="Malgun Gothic" pitchFamily="34" charset="-122"/>
                <a:cs typeface="Malgun Gothic" pitchFamily="34" charset="-120"/>
              </a:rPr>
              <a:t>화면 표시 · 계획서 반영</a:t>
            </a:r>
            <a:endParaRPr lang="en-US" sz="1050" dirty="0"/>
          </a:p>
        </p:txBody>
      </p:sp>
      <p:sp>
        <p:nvSpPr>
          <p:cNvPr id="29" name="Shape 23"/>
          <p:cNvSpPr/>
          <p:nvPr/>
        </p:nvSpPr>
        <p:spPr>
          <a:xfrm>
            <a:off x="2103120" y="3063240"/>
            <a:ext cx="2990088" cy="475488"/>
          </a:xfrm>
          <a:prstGeom prst="roundRect">
            <a:avLst>
              <a:gd name="adj" fmla="val 23077"/>
            </a:avLst>
          </a:prstGeom>
          <a:solidFill>
            <a:srgbClr val="E8EFFF"/>
          </a:solidFill>
          <a:ln/>
        </p:spPr>
      </p:sp>
      <p:sp>
        <p:nvSpPr>
          <p:cNvPr id="30" name="Shape 24"/>
          <p:cNvSpPr/>
          <p:nvPr/>
        </p:nvSpPr>
        <p:spPr>
          <a:xfrm>
            <a:off x="5166360" y="3063240"/>
            <a:ext cx="3355848" cy="475488"/>
          </a:xfrm>
          <a:prstGeom prst="roundRect">
            <a:avLst>
              <a:gd name="adj" fmla="val 23077"/>
            </a:avLst>
          </a:prstGeom>
          <a:solidFill>
            <a:srgbClr val="E0F8EF"/>
          </a:solidFill>
          <a:ln/>
        </p:spPr>
      </p:sp>
      <p:sp>
        <p:nvSpPr>
          <p:cNvPr id="31" name="Text 25"/>
          <p:cNvSpPr txBox="1"/>
          <p:nvPr/>
        </p:nvSpPr>
        <p:spPr>
          <a:xfrm>
            <a:off x="2103120" y="3063240"/>
            <a:ext cx="2990088" cy="475488"/>
          </a:xfrm>
          <a:prstGeom prst="rect">
            <a:avLst/>
          </a:prstGeom>
          <a:noFill/>
          <a:ln/>
        </p:spPr>
        <p:txBody>
          <a:bodyPr wrap="square" lIns="0" tIns="0" rIns="0" bIns="0" rtlCol="0" anchor="ctr"/>
          <a:lstStyle/>
          <a:p>
            <a:pPr algn="ctr" indent="0" marL="0">
              <a:buNone/>
            </a:pPr>
            <a:r>
              <a:rPr lang="en-US" sz="1400" b="1" dirty="0">
                <a:solidFill>
                  <a:srgbClr val="0046F0"/>
                </a:solidFill>
                <a:latin typeface="Malgun Gothic" pitchFamily="34" charset="0"/>
                <a:ea typeface="Malgun Gothic" pitchFamily="34" charset="-122"/>
                <a:cs typeface="Malgun Gothic" pitchFamily="34" charset="-120"/>
              </a:rPr>
              <a:t>지역 현황 분석</a:t>
            </a:r>
            <a:endParaRPr lang="en-US" sz="1400" dirty="0"/>
          </a:p>
        </p:txBody>
      </p:sp>
      <p:sp>
        <p:nvSpPr>
          <p:cNvPr id="32" name="Text 26"/>
          <p:cNvSpPr txBox="1"/>
          <p:nvPr/>
        </p:nvSpPr>
        <p:spPr>
          <a:xfrm>
            <a:off x="5166360" y="3063240"/>
            <a:ext cx="3355848" cy="475488"/>
          </a:xfrm>
          <a:prstGeom prst="rect">
            <a:avLst/>
          </a:prstGeom>
          <a:noFill/>
          <a:ln/>
        </p:spPr>
        <p:txBody>
          <a:bodyPr wrap="square" lIns="0" tIns="0" rIns="0" bIns="0" rtlCol="0" anchor="ctr"/>
          <a:lstStyle/>
          <a:p>
            <a:pPr algn="ctr" indent="0" marL="0">
              <a:buNone/>
            </a:pPr>
            <a:r>
              <a:rPr lang="en-US" sz="1400" b="1" dirty="0">
                <a:solidFill>
                  <a:srgbClr val="00996C"/>
                </a:solidFill>
                <a:latin typeface="Malgun Gothic" pitchFamily="34" charset="0"/>
                <a:ea typeface="Malgun Gothic" pitchFamily="34" charset="-122"/>
                <a:cs typeface="Malgun Gothic" pitchFamily="34" charset="-120"/>
              </a:rPr>
              <a:t>프로그램 AI 검토</a:t>
            </a:r>
            <a:endParaRPr lang="en-US" sz="1400" dirty="0"/>
          </a:p>
        </p:txBody>
      </p:sp>
      <p:sp>
        <p:nvSpPr>
          <p:cNvPr id="33" name="Shape 27"/>
          <p:cNvSpPr/>
          <p:nvPr/>
        </p:nvSpPr>
        <p:spPr>
          <a:xfrm>
            <a:off x="548640" y="3584448"/>
            <a:ext cx="7973568" cy="0"/>
          </a:xfrm>
          <a:prstGeom prst="line">
            <a:avLst/>
          </a:prstGeom>
          <a:noFill/>
          <a:ln w="9525">
            <a:solidFill>
              <a:srgbClr val="DCE3EE"/>
            </a:solidFill>
            <a:prstDash val="solid"/>
          </a:ln>
        </p:spPr>
      </p:sp>
      <p:sp>
        <p:nvSpPr>
          <p:cNvPr id="34" name="Text 28"/>
          <p:cNvSpPr txBox="1"/>
          <p:nvPr/>
        </p:nvSpPr>
        <p:spPr>
          <a:xfrm>
            <a:off x="548640" y="3630168"/>
            <a:ext cx="1554480" cy="475488"/>
          </a:xfrm>
          <a:prstGeom prst="rect">
            <a:avLst/>
          </a:prstGeom>
          <a:noFill/>
          <a:ln/>
        </p:spPr>
        <p:txBody>
          <a:bodyPr wrap="square" lIns="0" tIns="0" rIns="0" bIns="0" rtlCol="0" anchor="ctr"/>
          <a:lstStyle/>
          <a:p>
            <a:pPr indent="0" marL="0">
              <a:buNone/>
            </a:pPr>
            <a:r>
              <a:rPr lang="en-US" sz="1200" b="1" dirty="0">
                <a:solidFill>
                  <a:srgbClr val="56657A"/>
                </a:solidFill>
                <a:latin typeface="Malgun Gothic" pitchFamily="34" charset="0"/>
                <a:ea typeface="Malgun Gothic" pitchFamily="34" charset="-122"/>
                <a:cs typeface="Malgun Gothic" pitchFamily="34" charset="-120"/>
              </a:rPr>
              <a:t>실행 시점</a:t>
            </a:r>
            <a:endParaRPr lang="en-US" sz="1200" dirty="0"/>
          </a:p>
        </p:txBody>
      </p:sp>
      <p:sp>
        <p:nvSpPr>
          <p:cNvPr id="35" name="Text 29"/>
          <p:cNvSpPr txBox="1"/>
          <p:nvPr/>
        </p:nvSpPr>
        <p:spPr>
          <a:xfrm>
            <a:off x="2240280" y="3630168"/>
            <a:ext cx="2788920" cy="475488"/>
          </a:xfrm>
          <a:prstGeom prst="rect">
            <a:avLst/>
          </a:prstGeom>
          <a:noFill/>
          <a:ln/>
        </p:spPr>
        <p:txBody>
          <a:bodyPr wrap="square" lIns="0" tIns="0" rIns="0" bIns="0" rtlCol="0" anchor="ctr"/>
          <a:lstStyle/>
          <a:p>
            <a:pPr indent="0" marL="0">
              <a:buNone/>
            </a:pPr>
            <a:r>
              <a:rPr lang="en-US" sz="1200" dirty="0">
                <a:solidFill>
                  <a:srgbClr val="0F1B2D"/>
                </a:solidFill>
                <a:latin typeface="Malgun Gothic" pitchFamily="34" charset="0"/>
                <a:ea typeface="Malgun Gothic" pitchFamily="34" charset="-122"/>
                <a:cs typeface="Malgun Gothic" pitchFamily="34" charset="-120"/>
              </a:rPr>
              <a:t>지역 조회 후 [AI로 분석하기]</a:t>
            </a:r>
            <a:endParaRPr lang="en-US" sz="1200" dirty="0"/>
          </a:p>
        </p:txBody>
      </p:sp>
      <p:sp>
        <p:nvSpPr>
          <p:cNvPr id="36" name="Text 30"/>
          <p:cNvSpPr txBox="1"/>
          <p:nvPr/>
        </p:nvSpPr>
        <p:spPr>
          <a:xfrm>
            <a:off x="5303520" y="3630168"/>
            <a:ext cx="3154680" cy="475488"/>
          </a:xfrm>
          <a:prstGeom prst="rect">
            <a:avLst/>
          </a:prstGeom>
          <a:noFill/>
          <a:ln/>
        </p:spPr>
        <p:txBody>
          <a:bodyPr wrap="square" lIns="0" tIns="0" rIns="0" bIns="0" rtlCol="0" anchor="ctr"/>
          <a:lstStyle/>
          <a:p>
            <a:pPr indent="0" marL="0">
              <a:buNone/>
            </a:pPr>
            <a:r>
              <a:rPr lang="en-US" sz="1200" dirty="0">
                <a:solidFill>
                  <a:srgbClr val="0F1B2D"/>
                </a:solidFill>
                <a:latin typeface="Malgun Gothic" pitchFamily="34" charset="0"/>
                <a:ea typeface="Malgun Gothic" pitchFamily="34" charset="-122"/>
                <a:cs typeface="Malgun Gothic" pitchFamily="34" charset="-120"/>
              </a:rPr>
              <a:t>STEP 03에서 [AI 분석]</a:t>
            </a:r>
            <a:endParaRPr lang="en-US" sz="1200" dirty="0"/>
          </a:p>
        </p:txBody>
      </p:sp>
      <p:sp>
        <p:nvSpPr>
          <p:cNvPr id="37" name="Shape 31"/>
          <p:cNvSpPr/>
          <p:nvPr/>
        </p:nvSpPr>
        <p:spPr>
          <a:xfrm>
            <a:off x="548640" y="4151376"/>
            <a:ext cx="7973568" cy="0"/>
          </a:xfrm>
          <a:prstGeom prst="line">
            <a:avLst/>
          </a:prstGeom>
          <a:noFill/>
          <a:ln w="9525">
            <a:solidFill>
              <a:srgbClr val="DCE3EE"/>
            </a:solidFill>
            <a:prstDash val="solid"/>
          </a:ln>
        </p:spPr>
      </p:sp>
      <p:sp>
        <p:nvSpPr>
          <p:cNvPr id="38" name="Text 32"/>
          <p:cNvSpPr txBox="1"/>
          <p:nvPr/>
        </p:nvSpPr>
        <p:spPr>
          <a:xfrm>
            <a:off x="548640" y="4197096"/>
            <a:ext cx="1554480" cy="475488"/>
          </a:xfrm>
          <a:prstGeom prst="rect">
            <a:avLst/>
          </a:prstGeom>
          <a:noFill/>
          <a:ln/>
        </p:spPr>
        <p:txBody>
          <a:bodyPr wrap="square" lIns="0" tIns="0" rIns="0" bIns="0" rtlCol="0" anchor="ctr"/>
          <a:lstStyle/>
          <a:p>
            <a:pPr indent="0" marL="0">
              <a:buNone/>
            </a:pPr>
            <a:r>
              <a:rPr lang="en-US" sz="1200" b="1" dirty="0">
                <a:solidFill>
                  <a:srgbClr val="56657A"/>
                </a:solidFill>
                <a:latin typeface="Malgun Gothic" pitchFamily="34" charset="0"/>
                <a:ea typeface="Malgun Gothic" pitchFamily="34" charset="-122"/>
                <a:cs typeface="Malgun Gothic" pitchFamily="34" charset="-120"/>
              </a:rPr>
              <a:t>분석 근거</a:t>
            </a:r>
            <a:endParaRPr lang="en-US" sz="1200" dirty="0"/>
          </a:p>
        </p:txBody>
      </p:sp>
      <p:sp>
        <p:nvSpPr>
          <p:cNvPr id="39" name="Text 33"/>
          <p:cNvSpPr txBox="1"/>
          <p:nvPr/>
        </p:nvSpPr>
        <p:spPr>
          <a:xfrm>
            <a:off x="2240280" y="4197096"/>
            <a:ext cx="2788920" cy="475488"/>
          </a:xfrm>
          <a:prstGeom prst="rect">
            <a:avLst/>
          </a:prstGeom>
          <a:noFill/>
          <a:ln/>
        </p:spPr>
        <p:txBody>
          <a:bodyPr wrap="square" lIns="0" tIns="0" rIns="0" bIns="0" rtlCol="0" anchor="ctr"/>
          <a:lstStyle/>
          <a:p>
            <a:pPr indent="0" marL="0">
              <a:buNone/>
            </a:pPr>
            <a:r>
              <a:rPr lang="en-US" sz="1200" dirty="0">
                <a:solidFill>
                  <a:srgbClr val="0F1B2D"/>
                </a:solidFill>
                <a:latin typeface="Malgun Gothic" pitchFamily="34" charset="0"/>
                <a:ea typeface="Malgun Gothic" pitchFamily="34" charset="-122"/>
                <a:cs typeface="Malgun Gothic" pitchFamily="34" charset="-120"/>
              </a:rPr>
              <a:t>지역 · 종목별 집계와 자료 기간</a:t>
            </a:r>
            <a:endParaRPr lang="en-US" sz="1200" dirty="0"/>
          </a:p>
        </p:txBody>
      </p:sp>
      <p:sp>
        <p:nvSpPr>
          <p:cNvPr id="40" name="Text 34"/>
          <p:cNvSpPr txBox="1"/>
          <p:nvPr/>
        </p:nvSpPr>
        <p:spPr>
          <a:xfrm>
            <a:off x="5303520" y="4197096"/>
            <a:ext cx="3154680" cy="475488"/>
          </a:xfrm>
          <a:prstGeom prst="rect">
            <a:avLst/>
          </a:prstGeom>
          <a:noFill/>
          <a:ln/>
        </p:spPr>
        <p:txBody>
          <a:bodyPr wrap="square" lIns="0" tIns="0" rIns="0" bIns="0" rtlCol="0" anchor="ctr"/>
          <a:lstStyle/>
          <a:p>
            <a:pPr indent="0" marL="0">
              <a:buNone/>
            </a:pPr>
            <a:r>
              <a:rPr lang="en-US" sz="1200" dirty="0">
                <a:solidFill>
                  <a:srgbClr val="0F1B2D"/>
                </a:solidFill>
                <a:latin typeface="Malgun Gothic" pitchFamily="34" charset="0"/>
                <a:ea typeface="Malgun Gothic" pitchFamily="34" charset="-122"/>
                <a:cs typeface="Malgun Gothic" pitchFamily="34" charset="-120"/>
              </a:rPr>
              <a:t>집계 자료 + 선택 시설 + 프로그램 입력</a:t>
            </a:r>
            <a:endParaRPr lang="en-US" sz="1200" dirty="0"/>
          </a:p>
        </p:txBody>
      </p:sp>
      <p:sp>
        <p:nvSpPr>
          <p:cNvPr id="41" name="Shape 35"/>
          <p:cNvSpPr/>
          <p:nvPr/>
        </p:nvSpPr>
        <p:spPr>
          <a:xfrm>
            <a:off x="548640" y="4718304"/>
            <a:ext cx="7973568" cy="0"/>
          </a:xfrm>
          <a:prstGeom prst="line">
            <a:avLst/>
          </a:prstGeom>
          <a:noFill/>
          <a:ln w="9525">
            <a:solidFill>
              <a:srgbClr val="DCE3EE"/>
            </a:solidFill>
            <a:prstDash val="solid"/>
          </a:ln>
        </p:spPr>
      </p:sp>
      <p:sp>
        <p:nvSpPr>
          <p:cNvPr id="42" name="Text 36"/>
          <p:cNvSpPr txBox="1"/>
          <p:nvPr/>
        </p:nvSpPr>
        <p:spPr>
          <a:xfrm>
            <a:off x="548640" y="4764024"/>
            <a:ext cx="1554480" cy="475488"/>
          </a:xfrm>
          <a:prstGeom prst="rect">
            <a:avLst/>
          </a:prstGeom>
          <a:noFill/>
          <a:ln/>
        </p:spPr>
        <p:txBody>
          <a:bodyPr wrap="square" lIns="0" tIns="0" rIns="0" bIns="0" rtlCol="0" anchor="ctr"/>
          <a:lstStyle/>
          <a:p>
            <a:pPr indent="0" marL="0">
              <a:buNone/>
            </a:pPr>
            <a:r>
              <a:rPr lang="en-US" sz="1200" b="1" dirty="0">
                <a:solidFill>
                  <a:srgbClr val="56657A"/>
                </a:solidFill>
                <a:latin typeface="Malgun Gothic" pitchFamily="34" charset="0"/>
                <a:ea typeface="Malgun Gothic" pitchFamily="34" charset="-122"/>
                <a:cs typeface="Malgun Gothic" pitchFamily="34" charset="-120"/>
              </a:rPr>
              <a:t>제공 결과</a:t>
            </a:r>
            <a:endParaRPr lang="en-US" sz="1200" dirty="0"/>
          </a:p>
        </p:txBody>
      </p:sp>
      <p:sp>
        <p:nvSpPr>
          <p:cNvPr id="43" name="Text 37"/>
          <p:cNvSpPr txBox="1"/>
          <p:nvPr/>
        </p:nvSpPr>
        <p:spPr>
          <a:xfrm>
            <a:off x="2240280" y="4764024"/>
            <a:ext cx="2788920" cy="475488"/>
          </a:xfrm>
          <a:prstGeom prst="rect">
            <a:avLst/>
          </a:prstGeom>
          <a:noFill/>
          <a:ln/>
        </p:spPr>
        <p:txBody>
          <a:bodyPr wrap="square" lIns="0" tIns="0" rIns="0" bIns="0" rtlCol="0" anchor="ctr"/>
          <a:lstStyle/>
          <a:p>
            <a:pPr indent="0" marL="0">
              <a:buNone/>
            </a:pPr>
            <a:r>
              <a:rPr lang="en-US" sz="1200" dirty="0">
                <a:solidFill>
                  <a:srgbClr val="0F1B2D"/>
                </a:solidFill>
                <a:latin typeface="Malgun Gothic" pitchFamily="34" charset="0"/>
                <a:ea typeface="Malgun Gothic" pitchFamily="34" charset="-122"/>
                <a:cs typeface="Malgun Gothic" pitchFamily="34" charset="-120"/>
              </a:rPr>
              <a:t>지역 요약 · 특징 · 기획 시 확인할 점</a:t>
            </a:r>
            <a:endParaRPr lang="en-US" sz="1200" dirty="0"/>
          </a:p>
        </p:txBody>
      </p:sp>
      <p:sp>
        <p:nvSpPr>
          <p:cNvPr id="44" name="Text 38"/>
          <p:cNvSpPr txBox="1"/>
          <p:nvPr/>
        </p:nvSpPr>
        <p:spPr>
          <a:xfrm>
            <a:off x="5303520" y="4764024"/>
            <a:ext cx="3154680" cy="475488"/>
          </a:xfrm>
          <a:prstGeom prst="rect">
            <a:avLst/>
          </a:prstGeom>
          <a:noFill/>
          <a:ln/>
        </p:spPr>
        <p:txBody>
          <a:bodyPr wrap="square" lIns="0" tIns="0" rIns="0" bIns="0" rtlCol="0" anchor="ctr"/>
          <a:lstStyle/>
          <a:p>
            <a:pPr indent="0" marL="0">
              <a:buNone/>
            </a:pPr>
            <a:r>
              <a:rPr lang="en-US" sz="1200" dirty="0">
                <a:solidFill>
                  <a:srgbClr val="0F1B2D"/>
                </a:solidFill>
                <a:latin typeface="Malgun Gothic" pitchFamily="34" charset="0"/>
                <a:ea typeface="Malgun Gothic" pitchFamily="34" charset="-122"/>
                <a:cs typeface="Malgun Gothic" pitchFamily="34" charset="-120"/>
              </a:rPr>
              <a:t>항목별 점수 · 강점 · 위험 · 개선 제안</a:t>
            </a:r>
            <a:endParaRPr lang="en-US" sz="1200" dirty="0"/>
          </a:p>
        </p:txBody>
      </p:sp>
      <p:sp>
        <p:nvSpPr>
          <p:cNvPr id="45" name="Shape 39"/>
          <p:cNvSpPr/>
          <p:nvPr/>
        </p:nvSpPr>
        <p:spPr>
          <a:xfrm>
            <a:off x="548640" y="5285232"/>
            <a:ext cx="7973568" cy="0"/>
          </a:xfrm>
          <a:prstGeom prst="line">
            <a:avLst/>
          </a:prstGeom>
          <a:noFill/>
          <a:ln w="9525">
            <a:solidFill>
              <a:srgbClr val="DCE3EE"/>
            </a:solidFill>
            <a:prstDash val="solid"/>
          </a:ln>
        </p:spPr>
      </p:sp>
      <p:sp>
        <p:nvSpPr>
          <p:cNvPr id="46" name="Text 40"/>
          <p:cNvSpPr txBox="1"/>
          <p:nvPr/>
        </p:nvSpPr>
        <p:spPr>
          <a:xfrm>
            <a:off x="548640" y="5330952"/>
            <a:ext cx="1554480" cy="475488"/>
          </a:xfrm>
          <a:prstGeom prst="rect">
            <a:avLst/>
          </a:prstGeom>
          <a:noFill/>
          <a:ln/>
        </p:spPr>
        <p:txBody>
          <a:bodyPr wrap="square" lIns="0" tIns="0" rIns="0" bIns="0" rtlCol="0" anchor="ctr"/>
          <a:lstStyle/>
          <a:p>
            <a:pPr indent="0" marL="0">
              <a:buNone/>
            </a:pPr>
            <a:r>
              <a:rPr lang="en-US" sz="1200" b="1" dirty="0">
                <a:solidFill>
                  <a:srgbClr val="56657A"/>
                </a:solidFill>
                <a:latin typeface="Malgun Gothic" pitchFamily="34" charset="0"/>
                <a:ea typeface="Malgun Gothic" pitchFamily="34" charset="-122"/>
                <a:cs typeface="Malgun Gothic" pitchFamily="34" charset="-120"/>
              </a:rPr>
              <a:t>보관 · 재사용</a:t>
            </a:r>
            <a:endParaRPr lang="en-US" sz="1200" dirty="0"/>
          </a:p>
        </p:txBody>
      </p:sp>
      <p:sp>
        <p:nvSpPr>
          <p:cNvPr id="47" name="Text 41"/>
          <p:cNvSpPr txBox="1"/>
          <p:nvPr/>
        </p:nvSpPr>
        <p:spPr>
          <a:xfrm>
            <a:off x="2240280" y="5330952"/>
            <a:ext cx="2788920" cy="475488"/>
          </a:xfrm>
          <a:prstGeom prst="rect">
            <a:avLst/>
          </a:prstGeom>
          <a:noFill/>
          <a:ln/>
        </p:spPr>
        <p:txBody>
          <a:bodyPr wrap="square" lIns="0" tIns="0" rIns="0" bIns="0" rtlCol="0" anchor="ctr"/>
          <a:lstStyle/>
          <a:p>
            <a:pPr indent="0" marL="0">
              <a:buNone/>
            </a:pPr>
            <a:r>
              <a:rPr lang="en-US" sz="1200" dirty="0">
                <a:solidFill>
                  <a:srgbClr val="0F1B2D"/>
                </a:solidFill>
                <a:latin typeface="Malgun Gothic" pitchFamily="34" charset="0"/>
                <a:ea typeface="Malgun Gothic" pitchFamily="34" charset="-122"/>
                <a:cs typeface="Malgun Gothic" pitchFamily="34" charset="-120"/>
              </a:rPr>
              <a:t>서버 파일 캐시 24시간 · 최대 200건</a:t>
            </a:r>
            <a:endParaRPr lang="en-US" sz="1200" dirty="0"/>
          </a:p>
        </p:txBody>
      </p:sp>
      <p:sp>
        <p:nvSpPr>
          <p:cNvPr id="48" name="Text 42"/>
          <p:cNvSpPr txBox="1"/>
          <p:nvPr/>
        </p:nvSpPr>
        <p:spPr>
          <a:xfrm>
            <a:off x="5303520" y="5330952"/>
            <a:ext cx="3154680" cy="475488"/>
          </a:xfrm>
          <a:prstGeom prst="rect">
            <a:avLst/>
          </a:prstGeom>
          <a:noFill/>
          <a:ln/>
        </p:spPr>
        <p:txBody>
          <a:bodyPr wrap="square" lIns="0" tIns="0" rIns="0" bIns="0" rtlCol="0" anchor="ctr"/>
          <a:lstStyle/>
          <a:p>
            <a:pPr indent="0" marL="0">
              <a:buNone/>
            </a:pPr>
            <a:r>
              <a:rPr lang="en-US" sz="1200" dirty="0">
                <a:solidFill>
                  <a:srgbClr val="0F1B2D"/>
                </a:solidFill>
                <a:latin typeface="Malgun Gothic" pitchFamily="34" charset="0"/>
                <a:ea typeface="Malgun Gothic" pitchFamily="34" charset="-122"/>
                <a:cs typeface="Malgun Gothic" pitchFamily="34" charset="-120"/>
              </a:rPr>
              <a:t>입력에 연결된 1시간 서명 토큰</a:t>
            </a:r>
            <a:endParaRPr lang="en-US" sz="1200" dirty="0"/>
          </a:p>
        </p:txBody>
      </p:sp>
      <p:sp>
        <p:nvSpPr>
          <p:cNvPr id="49" name="Shape 43"/>
          <p:cNvSpPr/>
          <p:nvPr/>
        </p:nvSpPr>
        <p:spPr>
          <a:xfrm>
            <a:off x="8915400" y="3063240"/>
            <a:ext cx="2727655" cy="1325880"/>
          </a:xfrm>
          <a:prstGeom prst="roundRect">
            <a:avLst>
              <a:gd name="adj" fmla="val 11034"/>
            </a:avLst>
          </a:prstGeom>
          <a:solidFill>
            <a:srgbClr val="F4F7FC"/>
          </a:solidFill>
          <a:ln/>
        </p:spPr>
      </p:sp>
      <p:sp>
        <p:nvSpPr>
          <p:cNvPr id="50" name="Text 44"/>
          <p:cNvSpPr txBox="1"/>
          <p:nvPr/>
        </p:nvSpPr>
        <p:spPr>
          <a:xfrm>
            <a:off x="9144000" y="3291840"/>
            <a:ext cx="2361895" cy="548640"/>
          </a:xfrm>
          <a:prstGeom prst="rect">
            <a:avLst/>
          </a:prstGeom>
          <a:noFill/>
          <a:ln/>
        </p:spPr>
        <p:txBody>
          <a:bodyPr wrap="square" lIns="0" tIns="0" rIns="0" bIns="0" rtlCol="0" anchor="t"/>
          <a:lstStyle/>
          <a:p>
            <a:pPr indent="0" marL="0">
              <a:buNone/>
            </a:pPr>
            <a:r>
              <a:rPr lang="en-US" sz="2800" b="1" dirty="0">
                <a:solidFill>
                  <a:srgbClr val="E8871E"/>
                </a:solidFill>
                <a:latin typeface="Malgun Gothic" pitchFamily="34" charset="0"/>
                <a:ea typeface="Malgun Gothic" pitchFamily="34" charset="-122"/>
                <a:cs typeface="Malgun Gothic" pitchFamily="34" charset="-120"/>
              </a:rPr>
              <a:t>10회</a:t>
            </a:r>
            <a:endParaRPr lang="en-US" sz="2800" dirty="0"/>
          </a:p>
        </p:txBody>
      </p:sp>
      <p:sp>
        <p:nvSpPr>
          <p:cNvPr id="51" name="Text 45"/>
          <p:cNvSpPr txBox="1"/>
          <p:nvPr/>
        </p:nvSpPr>
        <p:spPr>
          <a:xfrm>
            <a:off x="9144000" y="3886200"/>
            <a:ext cx="2361895" cy="320040"/>
          </a:xfrm>
          <a:prstGeom prst="rect">
            <a:avLst/>
          </a:prstGeom>
          <a:noFill/>
          <a:ln/>
        </p:spPr>
        <p:txBody>
          <a:bodyPr wrap="square" lIns="0" tIns="0" rIns="0" bIns="0" rtlCol="0" anchor="t"/>
          <a:lstStyle/>
          <a:p>
            <a:pPr indent="0" marL="0">
              <a:buNone/>
            </a:pPr>
            <a:r>
              <a:rPr lang="en-US" sz="1100" dirty="0">
                <a:solidFill>
                  <a:srgbClr val="56657A"/>
                </a:solidFill>
                <a:latin typeface="Malgun Gothic" pitchFamily="34" charset="0"/>
                <a:ea typeface="Malgun Gothic" pitchFamily="34" charset="-122"/>
                <a:cs typeface="Malgun Gothic" pitchFamily="34" charset="-120"/>
              </a:rPr>
              <a:t>429 · 5xx만 제한적 재시도</a:t>
            </a:r>
            <a:endParaRPr lang="en-US" sz="1100" dirty="0"/>
          </a:p>
        </p:txBody>
      </p:sp>
      <p:sp>
        <p:nvSpPr>
          <p:cNvPr id="52" name="Shape 46"/>
          <p:cNvSpPr/>
          <p:nvPr/>
        </p:nvSpPr>
        <p:spPr>
          <a:xfrm>
            <a:off x="8915400" y="4526280"/>
            <a:ext cx="2727655" cy="1325880"/>
          </a:xfrm>
          <a:prstGeom prst="roundRect">
            <a:avLst>
              <a:gd name="adj" fmla="val 11034"/>
            </a:avLst>
          </a:prstGeom>
          <a:solidFill>
            <a:srgbClr val="F4F7FC"/>
          </a:solidFill>
          <a:ln/>
        </p:spPr>
      </p:sp>
      <p:sp>
        <p:nvSpPr>
          <p:cNvPr id="53" name="Text 47"/>
          <p:cNvSpPr txBox="1"/>
          <p:nvPr/>
        </p:nvSpPr>
        <p:spPr>
          <a:xfrm>
            <a:off x="9144000" y="4754880"/>
            <a:ext cx="2361895" cy="548640"/>
          </a:xfrm>
          <a:prstGeom prst="rect">
            <a:avLst/>
          </a:prstGeom>
          <a:noFill/>
          <a:ln/>
        </p:spPr>
        <p:txBody>
          <a:bodyPr wrap="square" lIns="0" tIns="0" rIns="0" bIns="0" rtlCol="0" anchor="t"/>
          <a:lstStyle/>
          <a:p>
            <a:pPr indent="0" marL="0">
              <a:buNone/>
            </a:pPr>
            <a:r>
              <a:rPr lang="en-US" sz="2800" b="1" dirty="0">
                <a:solidFill>
                  <a:srgbClr val="E8871E"/>
                </a:solidFill>
                <a:latin typeface="Malgun Gothic" pitchFamily="34" charset="0"/>
                <a:ea typeface="Malgun Gothic" pitchFamily="34" charset="-122"/>
                <a:cs typeface="Malgun Gothic" pitchFamily="34" charset="-120"/>
              </a:rPr>
              <a:t>1건</a:t>
            </a:r>
            <a:endParaRPr lang="en-US" sz="2800" dirty="0"/>
          </a:p>
        </p:txBody>
      </p:sp>
      <p:sp>
        <p:nvSpPr>
          <p:cNvPr id="54" name="Text 48"/>
          <p:cNvSpPr txBox="1"/>
          <p:nvPr/>
        </p:nvSpPr>
        <p:spPr>
          <a:xfrm>
            <a:off x="9144000" y="5349240"/>
            <a:ext cx="2361895" cy="320040"/>
          </a:xfrm>
          <a:prstGeom prst="rect">
            <a:avLst/>
          </a:prstGeom>
          <a:noFill/>
          <a:ln/>
        </p:spPr>
        <p:txBody>
          <a:bodyPr wrap="square" lIns="0" tIns="0" rIns="0" bIns="0" rtlCol="0" anchor="t"/>
          <a:lstStyle/>
          <a:p>
            <a:pPr indent="0" marL="0">
              <a:buNone/>
            </a:pPr>
            <a:r>
              <a:rPr lang="en-US" sz="1100" dirty="0">
                <a:solidFill>
                  <a:srgbClr val="56657A"/>
                </a:solidFill>
                <a:latin typeface="Malgun Gothic" pitchFamily="34" charset="0"/>
                <a:ea typeface="Malgun Gothic" pitchFamily="34" charset="-122"/>
                <a:cs typeface="Malgun Gothic" pitchFamily="34" charset="-120"/>
              </a:rPr>
              <a:t>프로세스당 동시 AI 분석</a:t>
            </a:r>
            <a:endParaRPr lang="en-US" sz="1100" dirty="0"/>
          </a:p>
        </p:txBody>
      </p:sp>
      <p:sp>
        <p:nvSpPr>
          <p:cNvPr id="55" name="Text 49"/>
          <p:cNvSpPr txBox="1"/>
          <p:nvPr/>
        </p:nvSpPr>
        <p:spPr>
          <a:xfrm>
            <a:off x="548640" y="5989320"/>
            <a:ext cx="9539935" cy="365760"/>
          </a:xfrm>
          <a:prstGeom prst="rect">
            <a:avLst/>
          </a:prstGeom>
          <a:noFill/>
          <a:ln/>
        </p:spPr>
        <p:txBody>
          <a:bodyPr wrap="square" lIns="0" tIns="0" rIns="0" bIns="0" rtlCol="0" anchor="t"/>
          <a:lstStyle/>
          <a:p>
            <a:pPr indent="0" marL="0">
              <a:buNone/>
            </a:pPr>
            <a:r>
              <a:rPr lang="en-US" sz="1050" dirty="0">
                <a:solidFill>
                  <a:srgbClr val="8A97A8"/>
                </a:solidFill>
                <a:latin typeface="Malgun Gothic" pitchFamily="34" charset="0"/>
                <a:ea typeface="Malgun Gothic" pitchFamily="34" charset="-122"/>
                <a:cs typeface="Malgun Gothic" pitchFamily="34" charset="-120"/>
              </a:rPr>
              <a:t>※ 원본 CSV 전체 업로드나 모델 사전 학습 없이, 필요한 집계 근거만 전달합니다. 평가 가능한 점수가 없으면 “판단 자료 부족”으로 표시합니다.</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180015" y="6473952"/>
            <a:ext cx="1554480" cy="228600"/>
          </a:xfrm>
          <a:prstGeom prst="rect">
            <a:avLst/>
          </a:prstGeom>
          <a:noFill/>
          <a:ln/>
        </p:spPr>
        <p:txBody>
          <a:bodyPr wrap="square" lIns="0" tIns="0" rIns="0" bIns="0" rtlCol="0" anchor="t"/>
          <a:lstStyle/>
          <a:p>
            <a:pPr algn="r" indent="0" marL="0">
              <a:buNone/>
            </a:pPr>
            <a:r>
              <a:rPr lang="en-US" sz="900" b="1" dirty="0">
                <a:solidFill>
                  <a:srgbClr val="011F47"/>
                </a:solidFill>
                <a:latin typeface="Malgun Gothic" pitchFamily="34" charset="0"/>
                <a:ea typeface="Malgun Gothic" pitchFamily="34" charset="-122"/>
                <a:cs typeface="Malgun Gothic" pitchFamily="34" charset="-120"/>
              </a:rPr>
              <a:t>Hi스포링</a:t>
            </a:r>
            <a:pPr algn="r" indent="0" marL="0">
              <a:buNone/>
            </a:pPr>
            <a:r>
              <a:rPr lang="en-US" sz="900" dirty="0">
                <a:solidFill>
                  <a:srgbClr val="8A97A8"/>
                </a:solidFill>
                <a:latin typeface="Malgun Gothic" pitchFamily="34" charset="0"/>
                <a:ea typeface="Malgun Gothic" pitchFamily="34" charset="-122"/>
                <a:cs typeface="Malgun Gothic" pitchFamily="34" charset="-120"/>
              </a:rPr>
              <a:t>   19</a:t>
            </a:r>
            <a:endParaRPr lang="en-US" sz="900" dirty="0"/>
          </a:p>
        </p:txBody>
      </p:sp>
      <p:sp>
        <p:nvSpPr>
          <p:cNvPr id="3" name="Shape 1"/>
          <p:cNvSpPr/>
          <p:nvPr/>
        </p:nvSpPr>
        <p:spPr>
          <a:xfrm>
            <a:off x="548640" y="457200"/>
            <a:ext cx="1623060" cy="310896"/>
          </a:xfrm>
          <a:prstGeom prst="roundRect">
            <a:avLst>
              <a:gd name="adj" fmla="val 50000"/>
            </a:avLst>
          </a:prstGeom>
          <a:solidFill>
            <a:srgbClr val="E8EFFF"/>
          </a:solidFill>
          <a:ln/>
        </p:spPr>
      </p:sp>
      <p:sp>
        <p:nvSpPr>
          <p:cNvPr id="4" name="Text 2"/>
          <p:cNvSpPr txBox="1"/>
          <p:nvPr/>
        </p:nvSpPr>
        <p:spPr>
          <a:xfrm>
            <a:off x="548640" y="457200"/>
            <a:ext cx="1623060" cy="310896"/>
          </a:xfrm>
          <a:prstGeom prst="rect">
            <a:avLst/>
          </a:prstGeom>
          <a:noFill/>
          <a:ln/>
        </p:spPr>
        <p:txBody>
          <a:bodyPr wrap="square" lIns="0" tIns="0" rIns="0" bIns="0" rtlCol="0" anchor="ctr"/>
          <a:lstStyle/>
          <a:p>
            <a:pPr algn="ctr" indent="0" marL="0">
              <a:buNone/>
            </a:pPr>
            <a:r>
              <a:rPr lang="en-US" sz="1100" b="1" dirty="0">
                <a:solidFill>
                  <a:srgbClr val="0046F0"/>
                </a:solidFill>
                <a:latin typeface="Malgun Gothic" pitchFamily="34" charset="0"/>
                <a:ea typeface="Malgun Gothic" pitchFamily="34" charset="-122"/>
                <a:cs typeface="Malgun Gothic" pitchFamily="34" charset="-120"/>
              </a:rPr>
              <a:t>04 · AI 모듈 구조</a:t>
            </a:r>
            <a:endParaRPr lang="en-US" sz="1100" dirty="0"/>
          </a:p>
        </p:txBody>
      </p:sp>
      <p:sp>
        <p:nvSpPr>
          <p:cNvPr id="5" name="Text 3"/>
          <p:cNvSpPr txBox="1"/>
          <p:nvPr/>
        </p:nvSpPr>
        <p:spPr>
          <a:xfrm>
            <a:off x="548640" y="896112"/>
            <a:ext cx="11094415" cy="566928"/>
          </a:xfrm>
          <a:prstGeom prst="rect">
            <a:avLst/>
          </a:prstGeom>
          <a:noFill/>
          <a:ln/>
        </p:spPr>
        <p:txBody>
          <a:bodyPr wrap="square" lIns="0" tIns="0" rIns="0" bIns="0" rtlCol="0" anchor="t"/>
          <a:lstStyle/>
          <a:p>
            <a:pPr indent="0" marL="0">
              <a:buNone/>
            </a:pPr>
            <a:r>
              <a:rPr lang="en-US" sz="2800" b="1" dirty="0">
                <a:solidFill>
                  <a:srgbClr val="0F1B2D"/>
                </a:solidFill>
                <a:latin typeface="Malgun Gothic" pitchFamily="34" charset="0"/>
                <a:ea typeface="Malgun Gothic" pitchFamily="34" charset="-122"/>
                <a:cs typeface="Malgun Gothic" pitchFamily="34" charset="-120"/>
              </a:rPr>
              <a:t>공통 계약은 유지하고, 공급자는 교체할 수 있게</a:t>
            </a:r>
            <a:endParaRPr lang="en-US" sz="2800" dirty="0"/>
          </a:p>
        </p:txBody>
      </p:sp>
      <p:sp>
        <p:nvSpPr>
          <p:cNvPr id="6" name="Text 4"/>
          <p:cNvSpPr txBox="1"/>
          <p:nvPr/>
        </p:nvSpPr>
        <p:spPr>
          <a:xfrm>
            <a:off x="548640" y="1481328"/>
            <a:ext cx="11094415" cy="365760"/>
          </a:xfrm>
          <a:prstGeom prst="rect">
            <a:avLst/>
          </a:prstGeom>
          <a:noFill/>
          <a:ln/>
        </p:spPr>
        <p:txBody>
          <a:bodyPr wrap="square" lIns="0" tIns="0" rIns="0" bIns="0" rtlCol="0" anchor="t"/>
          <a:lstStyle/>
          <a:p>
            <a:pPr indent="0" marL="0">
              <a:buNone/>
            </a:pPr>
            <a:r>
              <a:rPr lang="en-US" sz="1400" dirty="0">
                <a:solidFill>
                  <a:srgbClr val="56657A"/>
                </a:solidFill>
                <a:latin typeface="Malgun Gothic" pitchFamily="34" charset="0"/>
                <a:ea typeface="Malgun Gothic" pitchFamily="34" charset="-122"/>
                <a:cs typeface="Malgun Gothic" pitchFamily="34" charset="-120"/>
              </a:rPr>
              <a:t>업무 코드는 특정 AI SDK를 모르고, 공급자별 호출 · 오류 처리는 어댑터에 격리했습니다</a:t>
            </a:r>
            <a:endParaRPr lang="en-US" sz="1400" dirty="0"/>
          </a:p>
        </p:txBody>
      </p:sp>
      <p:sp>
        <p:nvSpPr>
          <p:cNvPr id="7" name="Shape 5"/>
          <p:cNvSpPr/>
          <p:nvPr/>
        </p:nvSpPr>
        <p:spPr>
          <a:xfrm>
            <a:off x="548640" y="2148840"/>
            <a:ext cx="2514600" cy="1737360"/>
          </a:xfrm>
          <a:prstGeom prst="roundRect">
            <a:avLst>
              <a:gd name="adj" fmla="val 9474"/>
            </a:avLst>
          </a:prstGeom>
          <a:solidFill>
            <a:srgbClr val="FFFFFF"/>
          </a:solidFill>
          <a:ln w="12700">
            <a:solidFill>
              <a:srgbClr val="DCE3EE"/>
            </a:solidFill>
            <a:prstDash val="solid"/>
          </a:ln>
        </p:spPr>
      </p:sp>
      <p:sp>
        <p:nvSpPr>
          <p:cNvPr id="8" name="Text 6"/>
          <p:cNvSpPr txBox="1"/>
          <p:nvPr/>
        </p:nvSpPr>
        <p:spPr>
          <a:xfrm>
            <a:off x="777240" y="2377440"/>
            <a:ext cx="548640" cy="274320"/>
          </a:xfrm>
          <a:prstGeom prst="rect">
            <a:avLst/>
          </a:prstGeom>
          <a:noFill/>
          <a:ln/>
        </p:spPr>
        <p:txBody>
          <a:bodyPr wrap="square" lIns="0" tIns="0" rIns="0" bIns="0" rtlCol="0" anchor="t"/>
          <a:lstStyle/>
          <a:p>
            <a:pPr indent="0" marL="0">
              <a:buNone/>
            </a:pPr>
            <a:r>
              <a:rPr lang="en-US" sz="1200" b="1" dirty="0">
                <a:solidFill>
                  <a:srgbClr val="E8871E"/>
                </a:solidFill>
                <a:latin typeface="Malgun Gothic" pitchFamily="34" charset="0"/>
                <a:ea typeface="Malgun Gothic" pitchFamily="34" charset="-122"/>
                <a:cs typeface="Malgun Gothic" pitchFamily="34" charset="-120"/>
              </a:rPr>
              <a:t>01</a:t>
            </a:r>
            <a:endParaRPr lang="en-US" sz="1200" dirty="0"/>
          </a:p>
        </p:txBody>
      </p:sp>
      <p:pic>
        <p:nvPicPr>
          <p:cNvPr id="9" name="Image 0" descr="preencoded.png">    </p:cNvPr>
          <p:cNvPicPr>
            <a:picLocks noChangeAspect="1"/>
          </p:cNvPicPr>
          <p:nvPr/>
        </p:nvPicPr>
        <p:blipFill>
          <a:blip r:embed="rId1"/>
          <a:stretch>
            <a:fillRect/>
          </a:stretch>
        </p:blipFill>
        <p:spPr>
          <a:xfrm>
            <a:off x="2496312" y="2350008"/>
            <a:ext cx="329184" cy="329184"/>
          </a:xfrm>
          <a:prstGeom prst="rect">
            <a:avLst/>
          </a:prstGeom>
        </p:spPr>
      </p:pic>
      <p:sp>
        <p:nvSpPr>
          <p:cNvPr id="10" name="Text 7"/>
          <p:cNvSpPr txBox="1"/>
          <p:nvPr/>
        </p:nvSpPr>
        <p:spPr>
          <a:xfrm>
            <a:off x="777240" y="2788920"/>
            <a:ext cx="2057400" cy="329184"/>
          </a:xfrm>
          <a:prstGeom prst="rect">
            <a:avLst/>
          </a:prstGeom>
          <a:noFill/>
          <a:ln/>
        </p:spPr>
        <p:txBody>
          <a:bodyPr wrap="square" lIns="0" tIns="0" rIns="0" bIns="0" rtlCol="0" anchor="t"/>
          <a:lstStyle/>
          <a:p>
            <a:pPr indent="0" marL="0">
              <a:buNone/>
            </a:pPr>
            <a:r>
              <a:rPr lang="en-US" sz="1550" b="1" dirty="0">
                <a:solidFill>
                  <a:srgbClr val="0F1B2D"/>
                </a:solidFill>
                <a:latin typeface="Malgun Gothic" pitchFamily="34" charset="0"/>
                <a:ea typeface="Malgun Gothic" pitchFamily="34" charset="-122"/>
                <a:cs typeface="Malgun Gothic" pitchFamily="34" charset="-120"/>
              </a:rPr>
              <a:t>업무 서비스</a:t>
            </a:r>
            <a:endParaRPr lang="en-US" sz="1550" dirty="0"/>
          </a:p>
        </p:txBody>
      </p:sp>
      <p:sp>
        <p:nvSpPr>
          <p:cNvPr id="11" name="Text 8"/>
          <p:cNvSpPr txBox="1"/>
          <p:nvPr/>
        </p:nvSpPr>
        <p:spPr>
          <a:xfrm>
            <a:off x="777240" y="3136392"/>
            <a:ext cx="2057400" cy="274320"/>
          </a:xfrm>
          <a:prstGeom prst="rect">
            <a:avLst/>
          </a:prstGeom>
          <a:noFill/>
          <a:ln/>
        </p:spPr>
        <p:txBody>
          <a:bodyPr wrap="square" lIns="0" tIns="0" rIns="0" bIns="0" rtlCol="0" anchor="t"/>
          <a:lstStyle/>
          <a:p>
            <a:pPr indent="0" marL="0">
              <a:buNone/>
            </a:pPr>
            <a:r>
              <a:rPr lang="en-US" sz="1050" dirty="0">
                <a:solidFill>
                  <a:srgbClr val="0046F0"/>
                </a:solidFill>
                <a:latin typeface="Consolas" pitchFamily="34" charset="0"/>
                <a:ea typeface="Consolas" pitchFamily="34" charset="-122"/>
                <a:cs typeface="Consolas" pitchFamily="34" charset="-120"/>
              </a:rPr>
              <a:t>AIRequest 구성</a:t>
            </a:r>
            <a:endParaRPr lang="en-US" sz="1050" dirty="0"/>
          </a:p>
        </p:txBody>
      </p:sp>
      <p:sp>
        <p:nvSpPr>
          <p:cNvPr id="12" name="Text 9"/>
          <p:cNvSpPr txBox="1"/>
          <p:nvPr/>
        </p:nvSpPr>
        <p:spPr>
          <a:xfrm>
            <a:off x="777240" y="3447288"/>
            <a:ext cx="2057400" cy="274320"/>
          </a:xfrm>
          <a:prstGeom prst="rect">
            <a:avLst/>
          </a:prstGeom>
          <a:noFill/>
          <a:ln/>
        </p:spPr>
        <p:txBody>
          <a:bodyPr wrap="square" lIns="0" tIns="0" rIns="0" bIns="0" rtlCol="0" anchor="t"/>
          <a:lstStyle/>
          <a:p>
            <a:pPr indent="0" marL="0">
              <a:buNone/>
            </a:pPr>
            <a:r>
              <a:rPr lang="en-US" sz="1100" dirty="0">
                <a:solidFill>
                  <a:srgbClr val="56657A"/>
                </a:solidFill>
                <a:latin typeface="Malgun Gothic" pitchFamily="34" charset="0"/>
                <a:ea typeface="Malgun Gothic" pitchFamily="34" charset="-122"/>
                <a:cs typeface="Malgun Gothic" pitchFamily="34" charset="-120"/>
              </a:rPr>
              <a:t>지역 분석 · 계획 검토</a:t>
            </a:r>
            <a:endParaRPr lang="en-US" sz="1100" dirty="0"/>
          </a:p>
        </p:txBody>
      </p:sp>
      <p:sp>
        <p:nvSpPr>
          <p:cNvPr id="13" name="Shape 10"/>
          <p:cNvSpPr/>
          <p:nvPr/>
        </p:nvSpPr>
        <p:spPr>
          <a:xfrm>
            <a:off x="3108960" y="3017520"/>
            <a:ext cx="246888" cy="0"/>
          </a:xfrm>
          <a:prstGeom prst="line">
            <a:avLst/>
          </a:prstGeom>
          <a:noFill/>
          <a:ln w="19050">
            <a:solidFill>
              <a:srgbClr val="8A97A8"/>
            </a:solidFill>
            <a:prstDash val="solid"/>
            <a:tailEnd type="triangle"/>
          </a:ln>
        </p:spPr>
      </p:sp>
      <p:sp>
        <p:nvSpPr>
          <p:cNvPr id="14" name="Shape 11"/>
          <p:cNvSpPr/>
          <p:nvPr/>
        </p:nvSpPr>
        <p:spPr>
          <a:xfrm>
            <a:off x="3401568" y="2148840"/>
            <a:ext cx="2514600" cy="1737360"/>
          </a:xfrm>
          <a:prstGeom prst="roundRect">
            <a:avLst>
              <a:gd name="adj" fmla="val 9474"/>
            </a:avLst>
          </a:prstGeom>
          <a:solidFill>
            <a:srgbClr val="FFFFFF"/>
          </a:solidFill>
          <a:ln w="12700">
            <a:solidFill>
              <a:srgbClr val="DCE3EE"/>
            </a:solidFill>
            <a:prstDash val="solid"/>
          </a:ln>
        </p:spPr>
      </p:sp>
      <p:sp>
        <p:nvSpPr>
          <p:cNvPr id="15" name="Text 12"/>
          <p:cNvSpPr txBox="1"/>
          <p:nvPr/>
        </p:nvSpPr>
        <p:spPr>
          <a:xfrm>
            <a:off x="3630168" y="2377440"/>
            <a:ext cx="548640" cy="274320"/>
          </a:xfrm>
          <a:prstGeom prst="rect">
            <a:avLst/>
          </a:prstGeom>
          <a:noFill/>
          <a:ln/>
        </p:spPr>
        <p:txBody>
          <a:bodyPr wrap="square" lIns="0" tIns="0" rIns="0" bIns="0" rtlCol="0" anchor="t"/>
          <a:lstStyle/>
          <a:p>
            <a:pPr indent="0" marL="0">
              <a:buNone/>
            </a:pPr>
            <a:r>
              <a:rPr lang="en-US" sz="1200" b="1" dirty="0">
                <a:solidFill>
                  <a:srgbClr val="E8871E"/>
                </a:solidFill>
                <a:latin typeface="Malgun Gothic" pitchFamily="34" charset="0"/>
                <a:ea typeface="Malgun Gothic" pitchFamily="34" charset="-122"/>
                <a:cs typeface="Malgun Gothic" pitchFamily="34" charset="-120"/>
              </a:rPr>
              <a:t>02</a:t>
            </a:r>
            <a:endParaRPr lang="en-US" sz="1200" dirty="0"/>
          </a:p>
        </p:txBody>
      </p:sp>
      <p:pic>
        <p:nvPicPr>
          <p:cNvPr id="16" name="Image 1" descr="preencoded.png">    </p:cNvPr>
          <p:cNvPicPr>
            <a:picLocks noChangeAspect="1"/>
          </p:cNvPicPr>
          <p:nvPr/>
        </p:nvPicPr>
        <p:blipFill>
          <a:blip r:embed="rId2"/>
          <a:stretch>
            <a:fillRect/>
          </a:stretch>
        </p:blipFill>
        <p:spPr>
          <a:xfrm>
            <a:off x="5349240" y="2350008"/>
            <a:ext cx="329184" cy="329184"/>
          </a:xfrm>
          <a:prstGeom prst="rect">
            <a:avLst/>
          </a:prstGeom>
        </p:spPr>
      </p:pic>
      <p:sp>
        <p:nvSpPr>
          <p:cNvPr id="17" name="Text 13"/>
          <p:cNvSpPr txBox="1"/>
          <p:nvPr/>
        </p:nvSpPr>
        <p:spPr>
          <a:xfrm>
            <a:off x="3630168" y="2788920"/>
            <a:ext cx="2057400" cy="329184"/>
          </a:xfrm>
          <a:prstGeom prst="rect">
            <a:avLst/>
          </a:prstGeom>
          <a:noFill/>
          <a:ln/>
        </p:spPr>
        <p:txBody>
          <a:bodyPr wrap="square" lIns="0" tIns="0" rIns="0" bIns="0" rtlCol="0" anchor="t"/>
          <a:lstStyle/>
          <a:p>
            <a:pPr indent="0" marL="0">
              <a:buNone/>
            </a:pPr>
            <a:r>
              <a:rPr lang="en-US" sz="1550" b="1" dirty="0">
                <a:solidFill>
                  <a:srgbClr val="0F1B2D"/>
                </a:solidFill>
                <a:latin typeface="Malgun Gothic" pitchFamily="34" charset="0"/>
                <a:ea typeface="Malgun Gothic" pitchFamily="34" charset="-122"/>
                <a:cs typeface="Malgun Gothic" pitchFamily="34" charset="-120"/>
              </a:rPr>
              <a:t>공급자 팩토리</a:t>
            </a:r>
            <a:endParaRPr lang="en-US" sz="1550" dirty="0"/>
          </a:p>
        </p:txBody>
      </p:sp>
      <p:sp>
        <p:nvSpPr>
          <p:cNvPr id="18" name="Text 14"/>
          <p:cNvSpPr txBox="1"/>
          <p:nvPr/>
        </p:nvSpPr>
        <p:spPr>
          <a:xfrm>
            <a:off x="3630168" y="3136392"/>
            <a:ext cx="2057400" cy="274320"/>
          </a:xfrm>
          <a:prstGeom prst="rect">
            <a:avLst/>
          </a:prstGeom>
          <a:noFill/>
          <a:ln/>
        </p:spPr>
        <p:txBody>
          <a:bodyPr wrap="square" lIns="0" tIns="0" rIns="0" bIns="0" rtlCol="0" anchor="t"/>
          <a:lstStyle/>
          <a:p>
            <a:pPr indent="0" marL="0">
              <a:buNone/>
            </a:pPr>
            <a:r>
              <a:rPr lang="en-US" sz="1050" dirty="0">
                <a:solidFill>
                  <a:srgbClr val="0046F0"/>
                </a:solidFill>
                <a:latin typeface="Consolas" pitchFamily="34" charset="0"/>
                <a:ea typeface="Consolas" pitchFamily="34" charset="-122"/>
                <a:cs typeface="Consolas" pitchFamily="34" charset="-120"/>
              </a:rPr>
              <a:t>factory.create_provider()</a:t>
            </a:r>
            <a:endParaRPr lang="en-US" sz="1050" dirty="0"/>
          </a:p>
        </p:txBody>
      </p:sp>
      <p:sp>
        <p:nvSpPr>
          <p:cNvPr id="19" name="Text 15"/>
          <p:cNvSpPr txBox="1"/>
          <p:nvPr/>
        </p:nvSpPr>
        <p:spPr>
          <a:xfrm>
            <a:off x="3630168" y="3447288"/>
            <a:ext cx="2057400" cy="274320"/>
          </a:xfrm>
          <a:prstGeom prst="rect">
            <a:avLst/>
          </a:prstGeom>
          <a:noFill/>
          <a:ln/>
        </p:spPr>
        <p:txBody>
          <a:bodyPr wrap="square" lIns="0" tIns="0" rIns="0" bIns="0" rtlCol="0" anchor="t"/>
          <a:lstStyle/>
          <a:p>
            <a:pPr indent="0" marL="0">
              <a:buNone/>
            </a:pPr>
            <a:r>
              <a:rPr lang="en-US" sz="1100" dirty="0">
                <a:solidFill>
                  <a:srgbClr val="56657A"/>
                </a:solidFill>
                <a:latin typeface="Malgun Gothic" pitchFamily="34" charset="0"/>
                <a:ea typeface="Malgun Gothic" pitchFamily="34" charset="-122"/>
                <a:cs typeface="Malgun Gothic" pitchFamily="34" charset="-120"/>
              </a:rPr>
              <a:t>공급자 · 모델 설정 확인</a:t>
            </a:r>
            <a:endParaRPr lang="en-US" sz="1100" dirty="0"/>
          </a:p>
        </p:txBody>
      </p:sp>
      <p:sp>
        <p:nvSpPr>
          <p:cNvPr id="20" name="Shape 16"/>
          <p:cNvSpPr/>
          <p:nvPr/>
        </p:nvSpPr>
        <p:spPr>
          <a:xfrm>
            <a:off x="5961888" y="3017520"/>
            <a:ext cx="246888" cy="0"/>
          </a:xfrm>
          <a:prstGeom prst="line">
            <a:avLst/>
          </a:prstGeom>
          <a:noFill/>
          <a:ln w="19050">
            <a:solidFill>
              <a:srgbClr val="8A97A8"/>
            </a:solidFill>
            <a:prstDash val="solid"/>
            <a:tailEnd type="triangle"/>
          </a:ln>
        </p:spPr>
      </p:sp>
      <p:sp>
        <p:nvSpPr>
          <p:cNvPr id="21" name="Shape 17"/>
          <p:cNvSpPr/>
          <p:nvPr/>
        </p:nvSpPr>
        <p:spPr>
          <a:xfrm>
            <a:off x="6254496" y="2148840"/>
            <a:ext cx="2514600" cy="1737360"/>
          </a:xfrm>
          <a:prstGeom prst="roundRect">
            <a:avLst>
              <a:gd name="adj" fmla="val 9474"/>
            </a:avLst>
          </a:prstGeom>
          <a:solidFill>
            <a:srgbClr val="011F47"/>
          </a:solidFill>
          <a:ln/>
        </p:spPr>
      </p:sp>
      <p:sp>
        <p:nvSpPr>
          <p:cNvPr id="22" name="Text 18"/>
          <p:cNvSpPr txBox="1"/>
          <p:nvPr/>
        </p:nvSpPr>
        <p:spPr>
          <a:xfrm>
            <a:off x="6483096" y="2377440"/>
            <a:ext cx="548640" cy="274320"/>
          </a:xfrm>
          <a:prstGeom prst="rect">
            <a:avLst/>
          </a:prstGeom>
          <a:noFill/>
          <a:ln/>
        </p:spPr>
        <p:txBody>
          <a:bodyPr wrap="square" lIns="0" tIns="0" rIns="0" bIns="0" rtlCol="0" anchor="t"/>
          <a:lstStyle/>
          <a:p>
            <a:pPr indent="0" marL="0">
              <a:buNone/>
            </a:pPr>
            <a:r>
              <a:rPr lang="en-US" sz="1200" b="1" dirty="0">
                <a:solidFill>
                  <a:srgbClr val="00C98E"/>
                </a:solidFill>
                <a:latin typeface="Malgun Gothic" pitchFamily="34" charset="0"/>
                <a:ea typeface="Malgun Gothic" pitchFamily="34" charset="-122"/>
                <a:cs typeface="Malgun Gothic" pitchFamily="34" charset="-120"/>
              </a:rPr>
              <a:t>03</a:t>
            </a:r>
            <a:endParaRPr lang="en-US" sz="1200" dirty="0"/>
          </a:p>
        </p:txBody>
      </p:sp>
      <p:pic>
        <p:nvPicPr>
          <p:cNvPr id="23" name="Image 2" descr="preencoded.png">    </p:cNvPr>
          <p:cNvPicPr>
            <a:picLocks noChangeAspect="1"/>
          </p:cNvPicPr>
          <p:nvPr/>
        </p:nvPicPr>
        <p:blipFill>
          <a:blip r:embed="rId3"/>
          <a:stretch>
            <a:fillRect/>
          </a:stretch>
        </p:blipFill>
        <p:spPr>
          <a:xfrm>
            <a:off x="8202168" y="2350008"/>
            <a:ext cx="329184" cy="329184"/>
          </a:xfrm>
          <a:prstGeom prst="rect">
            <a:avLst/>
          </a:prstGeom>
        </p:spPr>
      </p:pic>
      <p:sp>
        <p:nvSpPr>
          <p:cNvPr id="24" name="Text 19"/>
          <p:cNvSpPr txBox="1"/>
          <p:nvPr/>
        </p:nvSpPr>
        <p:spPr>
          <a:xfrm>
            <a:off x="6483096" y="2788920"/>
            <a:ext cx="2057400" cy="329184"/>
          </a:xfrm>
          <a:prstGeom prst="rect">
            <a:avLst/>
          </a:prstGeom>
          <a:noFill/>
          <a:ln/>
        </p:spPr>
        <p:txBody>
          <a:bodyPr wrap="square" lIns="0" tIns="0" rIns="0" bIns="0" rtlCol="0" anchor="t"/>
          <a:lstStyle/>
          <a:p>
            <a:pPr indent="0" marL="0">
              <a:buNone/>
            </a:pPr>
            <a:r>
              <a:rPr lang="en-US" sz="1550" b="1" dirty="0">
                <a:solidFill>
                  <a:srgbClr val="FFFFFF"/>
                </a:solidFill>
                <a:latin typeface="Malgun Gothic" pitchFamily="34" charset="0"/>
                <a:ea typeface="Malgun Gothic" pitchFamily="34" charset="-122"/>
                <a:cs typeface="Malgun Gothic" pitchFamily="34" charset="-120"/>
              </a:rPr>
              <a:t>공급자 어댑터</a:t>
            </a:r>
            <a:endParaRPr lang="en-US" sz="1550" dirty="0"/>
          </a:p>
        </p:txBody>
      </p:sp>
      <p:sp>
        <p:nvSpPr>
          <p:cNvPr id="25" name="Text 20"/>
          <p:cNvSpPr txBox="1"/>
          <p:nvPr/>
        </p:nvSpPr>
        <p:spPr>
          <a:xfrm>
            <a:off x="6483096" y="3136392"/>
            <a:ext cx="2057400" cy="274320"/>
          </a:xfrm>
          <a:prstGeom prst="rect">
            <a:avLst/>
          </a:prstGeom>
          <a:noFill/>
          <a:ln/>
        </p:spPr>
        <p:txBody>
          <a:bodyPr wrap="square" lIns="0" tIns="0" rIns="0" bIns="0" rtlCol="0" anchor="t"/>
          <a:lstStyle/>
          <a:p>
            <a:pPr indent="0" marL="0">
              <a:buNone/>
            </a:pPr>
            <a:r>
              <a:rPr lang="en-US" sz="1050" dirty="0">
                <a:solidFill>
                  <a:srgbClr val="00C98E"/>
                </a:solidFill>
                <a:latin typeface="Consolas" pitchFamily="34" charset="0"/>
                <a:ea typeface="Consolas" pitchFamily="34" charset="-122"/>
                <a:cs typeface="Consolas" pitchFamily="34" charset="-120"/>
              </a:rPr>
              <a:t>AIProvider.generate()</a:t>
            </a:r>
            <a:endParaRPr lang="en-US" sz="1050" dirty="0"/>
          </a:p>
        </p:txBody>
      </p:sp>
      <p:sp>
        <p:nvSpPr>
          <p:cNvPr id="26" name="Text 21"/>
          <p:cNvSpPr txBox="1"/>
          <p:nvPr/>
        </p:nvSpPr>
        <p:spPr>
          <a:xfrm>
            <a:off x="6483096" y="3447288"/>
            <a:ext cx="2057400" cy="274320"/>
          </a:xfrm>
          <a:prstGeom prst="rect">
            <a:avLst/>
          </a:prstGeom>
          <a:noFill/>
          <a:ln/>
        </p:spPr>
        <p:txBody>
          <a:bodyPr wrap="square" lIns="0" tIns="0" rIns="0" bIns="0" rtlCol="0" anchor="t"/>
          <a:lstStyle/>
          <a:p>
            <a:pPr indent="0" marL="0">
              <a:buNone/>
            </a:pPr>
            <a:r>
              <a:rPr lang="en-US" sz="1100" dirty="0">
                <a:solidFill>
                  <a:srgbClr val="C9D6EA"/>
                </a:solidFill>
                <a:latin typeface="Malgun Gothic" pitchFamily="34" charset="0"/>
                <a:ea typeface="Malgun Gothic" pitchFamily="34" charset="-122"/>
                <a:cs typeface="Malgun Gothic" pitchFamily="34" charset="-120"/>
              </a:rPr>
              <a:t>Gemini · Dummy</a:t>
            </a:r>
            <a:endParaRPr lang="en-US" sz="1100" dirty="0"/>
          </a:p>
        </p:txBody>
      </p:sp>
      <p:sp>
        <p:nvSpPr>
          <p:cNvPr id="27" name="Shape 22"/>
          <p:cNvSpPr/>
          <p:nvPr/>
        </p:nvSpPr>
        <p:spPr>
          <a:xfrm>
            <a:off x="8814816" y="3017520"/>
            <a:ext cx="246888" cy="0"/>
          </a:xfrm>
          <a:prstGeom prst="line">
            <a:avLst/>
          </a:prstGeom>
          <a:noFill/>
          <a:ln w="19050">
            <a:solidFill>
              <a:srgbClr val="8A97A8"/>
            </a:solidFill>
            <a:prstDash val="solid"/>
            <a:tailEnd type="triangle"/>
          </a:ln>
        </p:spPr>
      </p:sp>
      <p:sp>
        <p:nvSpPr>
          <p:cNvPr id="28" name="Shape 23"/>
          <p:cNvSpPr/>
          <p:nvPr/>
        </p:nvSpPr>
        <p:spPr>
          <a:xfrm>
            <a:off x="9107424" y="2148840"/>
            <a:ext cx="2514600" cy="1737360"/>
          </a:xfrm>
          <a:prstGeom prst="roundRect">
            <a:avLst>
              <a:gd name="adj" fmla="val 9474"/>
            </a:avLst>
          </a:prstGeom>
          <a:solidFill>
            <a:srgbClr val="FFFFFF"/>
          </a:solidFill>
          <a:ln w="12700">
            <a:solidFill>
              <a:srgbClr val="DCE3EE"/>
            </a:solidFill>
            <a:prstDash val="solid"/>
          </a:ln>
        </p:spPr>
      </p:sp>
      <p:sp>
        <p:nvSpPr>
          <p:cNvPr id="29" name="Text 24"/>
          <p:cNvSpPr txBox="1"/>
          <p:nvPr/>
        </p:nvSpPr>
        <p:spPr>
          <a:xfrm>
            <a:off x="9336024" y="2377440"/>
            <a:ext cx="548640" cy="274320"/>
          </a:xfrm>
          <a:prstGeom prst="rect">
            <a:avLst/>
          </a:prstGeom>
          <a:noFill/>
          <a:ln/>
        </p:spPr>
        <p:txBody>
          <a:bodyPr wrap="square" lIns="0" tIns="0" rIns="0" bIns="0" rtlCol="0" anchor="t"/>
          <a:lstStyle/>
          <a:p>
            <a:pPr indent="0" marL="0">
              <a:buNone/>
            </a:pPr>
            <a:r>
              <a:rPr lang="en-US" sz="1200" b="1" dirty="0">
                <a:solidFill>
                  <a:srgbClr val="E8871E"/>
                </a:solidFill>
                <a:latin typeface="Malgun Gothic" pitchFamily="34" charset="0"/>
                <a:ea typeface="Malgun Gothic" pitchFamily="34" charset="-122"/>
                <a:cs typeface="Malgun Gothic" pitchFamily="34" charset="-120"/>
              </a:rPr>
              <a:t>04</a:t>
            </a:r>
            <a:endParaRPr lang="en-US" sz="1200" dirty="0"/>
          </a:p>
        </p:txBody>
      </p:sp>
      <p:pic>
        <p:nvPicPr>
          <p:cNvPr id="30" name="Image 3" descr="preencoded.png">    </p:cNvPr>
          <p:cNvPicPr>
            <a:picLocks noChangeAspect="1"/>
          </p:cNvPicPr>
          <p:nvPr/>
        </p:nvPicPr>
        <p:blipFill>
          <a:blip r:embed="rId4"/>
          <a:stretch>
            <a:fillRect/>
          </a:stretch>
        </p:blipFill>
        <p:spPr>
          <a:xfrm>
            <a:off x="11055096" y="2350008"/>
            <a:ext cx="329184" cy="329184"/>
          </a:xfrm>
          <a:prstGeom prst="rect">
            <a:avLst/>
          </a:prstGeom>
        </p:spPr>
      </p:pic>
      <p:sp>
        <p:nvSpPr>
          <p:cNvPr id="31" name="Text 25"/>
          <p:cNvSpPr txBox="1"/>
          <p:nvPr/>
        </p:nvSpPr>
        <p:spPr>
          <a:xfrm>
            <a:off x="9336024" y="2788920"/>
            <a:ext cx="2057400" cy="329184"/>
          </a:xfrm>
          <a:prstGeom prst="rect">
            <a:avLst/>
          </a:prstGeom>
          <a:noFill/>
          <a:ln/>
        </p:spPr>
        <p:txBody>
          <a:bodyPr wrap="square" lIns="0" tIns="0" rIns="0" bIns="0" rtlCol="0" anchor="t"/>
          <a:lstStyle/>
          <a:p>
            <a:pPr indent="0" marL="0">
              <a:buNone/>
            </a:pPr>
            <a:r>
              <a:rPr lang="en-US" sz="1550" b="1" dirty="0">
                <a:solidFill>
                  <a:srgbClr val="0F1B2D"/>
                </a:solidFill>
                <a:latin typeface="Malgun Gothic" pitchFamily="34" charset="0"/>
                <a:ea typeface="Malgun Gothic" pitchFamily="34" charset="-122"/>
                <a:cs typeface="Malgun Gothic" pitchFamily="34" charset="-120"/>
              </a:rPr>
              <a:t>공통 응답 검증</a:t>
            </a:r>
            <a:endParaRPr lang="en-US" sz="1550" dirty="0"/>
          </a:p>
        </p:txBody>
      </p:sp>
      <p:sp>
        <p:nvSpPr>
          <p:cNvPr id="32" name="Text 26"/>
          <p:cNvSpPr txBox="1"/>
          <p:nvPr/>
        </p:nvSpPr>
        <p:spPr>
          <a:xfrm>
            <a:off x="9336024" y="3136392"/>
            <a:ext cx="2057400" cy="274320"/>
          </a:xfrm>
          <a:prstGeom prst="rect">
            <a:avLst/>
          </a:prstGeom>
          <a:noFill/>
          <a:ln/>
        </p:spPr>
        <p:txBody>
          <a:bodyPr wrap="square" lIns="0" tIns="0" rIns="0" bIns="0" rtlCol="0" anchor="t"/>
          <a:lstStyle/>
          <a:p>
            <a:pPr indent="0" marL="0">
              <a:buNone/>
            </a:pPr>
            <a:r>
              <a:rPr lang="en-US" sz="1050" dirty="0">
                <a:solidFill>
                  <a:srgbClr val="0046F0"/>
                </a:solidFill>
                <a:latin typeface="Consolas" pitchFamily="34" charset="0"/>
                <a:ea typeface="Consolas" pitchFamily="34" charset="-122"/>
                <a:cs typeface="Consolas" pitchFamily="34" charset="-120"/>
              </a:rPr>
              <a:t>AIResponse</a:t>
            </a:r>
            <a:endParaRPr lang="en-US" sz="1050" dirty="0"/>
          </a:p>
        </p:txBody>
      </p:sp>
      <p:sp>
        <p:nvSpPr>
          <p:cNvPr id="33" name="Text 27"/>
          <p:cNvSpPr txBox="1"/>
          <p:nvPr/>
        </p:nvSpPr>
        <p:spPr>
          <a:xfrm>
            <a:off x="9336024" y="3447288"/>
            <a:ext cx="2057400" cy="274320"/>
          </a:xfrm>
          <a:prstGeom prst="rect">
            <a:avLst/>
          </a:prstGeom>
          <a:noFill/>
          <a:ln/>
        </p:spPr>
        <p:txBody>
          <a:bodyPr wrap="square" lIns="0" tIns="0" rIns="0" bIns="0" rtlCol="0" anchor="t"/>
          <a:lstStyle/>
          <a:p>
            <a:pPr indent="0" marL="0">
              <a:buNone/>
            </a:pPr>
            <a:r>
              <a:rPr lang="en-US" sz="1100" dirty="0">
                <a:solidFill>
                  <a:srgbClr val="56657A"/>
                </a:solidFill>
                <a:latin typeface="Malgun Gothic" pitchFamily="34" charset="0"/>
                <a:ea typeface="Malgun Gothic" pitchFamily="34" charset="-122"/>
                <a:cs typeface="Malgun Gothic" pitchFamily="34" charset="-120"/>
              </a:rPr>
              <a:t>JSON 구조 · 근거 키 · 점수</a:t>
            </a:r>
            <a:endParaRPr lang="en-US" sz="1100" dirty="0"/>
          </a:p>
        </p:txBody>
      </p:sp>
      <p:sp>
        <p:nvSpPr>
          <p:cNvPr id="34" name="Shape 28"/>
          <p:cNvSpPr/>
          <p:nvPr/>
        </p:nvSpPr>
        <p:spPr>
          <a:xfrm>
            <a:off x="548640" y="4206240"/>
            <a:ext cx="3515258" cy="2011680"/>
          </a:xfrm>
          <a:prstGeom prst="roundRect">
            <a:avLst>
              <a:gd name="adj" fmla="val 8182"/>
            </a:avLst>
          </a:prstGeom>
          <a:solidFill>
            <a:srgbClr val="E0F8EF"/>
          </a:solidFill>
          <a:ln/>
        </p:spPr>
      </p:sp>
      <p:sp>
        <p:nvSpPr>
          <p:cNvPr id="35" name="Text 29"/>
          <p:cNvSpPr txBox="1"/>
          <p:nvPr/>
        </p:nvSpPr>
        <p:spPr>
          <a:xfrm>
            <a:off x="822960" y="4407408"/>
            <a:ext cx="2966618" cy="329184"/>
          </a:xfrm>
          <a:prstGeom prst="rect">
            <a:avLst/>
          </a:prstGeom>
          <a:noFill/>
          <a:ln/>
        </p:spPr>
        <p:txBody>
          <a:bodyPr wrap="square" lIns="0" tIns="0" rIns="0" bIns="0" rtlCol="0" anchor="t"/>
          <a:lstStyle/>
          <a:p>
            <a:pPr indent="0" marL="0">
              <a:buNone/>
            </a:pPr>
            <a:r>
              <a:rPr lang="en-US" sz="1450" b="1" dirty="0">
                <a:solidFill>
                  <a:srgbClr val="00996C"/>
                </a:solidFill>
                <a:latin typeface="Malgun Gothic" pitchFamily="34" charset="0"/>
                <a:ea typeface="Malgun Gothic" pitchFamily="34" charset="-122"/>
                <a:cs typeface="Malgun Gothic" pitchFamily="34" charset="-120"/>
              </a:rPr>
              <a:t>현재 구현</a:t>
            </a:r>
            <a:endParaRPr lang="en-US" sz="1450" dirty="0"/>
          </a:p>
        </p:txBody>
      </p:sp>
      <p:sp>
        <p:nvSpPr>
          <p:cNvPr id="36" name="Text 30"/>
          <p:cNvSpPr txBox="1"/>
          <p:nvPr/>
        </p:nvSpPr>
        <p:spPr>
          <a:xfrm>
            <a:off x="822960" y="4892040"/>
            <a:ext cx="2966618" cy="274320"/>
          </a:xfrm>
          <a:prstGeom prst="rect">
            <a:avLst/>
          </a:prstGeom>
          <a:noFill/>
          <a:ln/>
        </p:spPr>
        <p:txBody>
          <a:bodyPr wrap="square" lIns="0" tIns="0" rIns="0" bIns="0" rtlCol="0" anchor="t"/>
          <a:lstStyle/>
          <a:p>
            <a:pPr indent="0" marL="0">
              <a:buNone/>
            </a:pPr>
            <a:r>
              <a:rPr lang="en-US" sz="1200" b="1" dirty="0">
                <a:solidFill>
                  <a:srgbClr val="0F1B2D"/>
                </a:solidFill>
                <a:latin typeface="Malgun Gothic" pitchFamily="34" charset="0"/>
                <a:ea typeface="Malgun Gothic" pitchFamily="34" charset="-122"/>
                <a:cs typeface="Malgun Gothic" pitchFamily="34" charset="-120"/>
              </a:rPr>
              <a:t>GeminiProvider</a:t>
            </a:r>
            <a:endParaRPr lang="en-US" sz="1200" dirty="0"/>
          </a:p>
        </p:txBody>
      </p:sp>
      <p:sp>
        <p:nvSpPr>
          <p:cNvPr id="37" name="Text 31"/>
          <p:cNvSpPr txBox="1"/>
          <p:nvPr/>
        </p:nvSpPr>
        <p:spPr>
          <a:xfrm>
            <a:off x="822960" y="5166360"/>
            <a:ext cx="2966618" cy="274320"/>
          </a:xfrm>
          <a:prstGeom prst="rect">
            <a:avLst/>
          </a:prstGeom>
          <a:noFill/>
          <a:ln/>
        </p:spPr>
        <p:txBody>
          <a:bodyPr wrap="square" lIns="0" tIns="0" rIns="0" bIns="0" rtlCol="0" anchor="t"/>
          <a:lstStyle/>
          <a:p>
            <a:pPr indent="0" marL="0">
              <a:buNone/>
            </a:pPr>
            <a:r>
              <a:rPr lang="en-US" sz="1050" dirty="0">
                <a:solidFill>
                  <a:srgbClr val="56657A"/>
                </a:solidFill>
                <a:latin typeface="Malgun Gothic" pitchFamily="34" charset="0"/>
                <a:ea typeface="Malgun Gothic" pitchFamily="34" charset="-122"/>
                <a:cs typeface="Malgun Gothic" pitchFamily="34" charset="-120"/>
              </a:rPr>
              <a:t>google-genai SDK로 외부 호출</a:t>
            </a:r>
            <a:endParaRPr lang="en-US" sz="1050" dirty="0"/>
          </a:p>
        </p:txBody>
      </p:sp>
      <p:sp>
        <p:nvSpPr>
          <p:cNvPr id="38" name="Text 32"/>
          <p:cNvSpPr txBox="1"/>
          <p:nvPr/>
        </p:nvSpPr>
        <p:spPr>
          <a:xfrm>
            <a:off x="822960" y="5532120"/>
            <a:ext cx="2966618" cy="274320"/>
          </a:xfrm>
          <a:prstGeom prst="rect">
            <a:avLst/>
          </a:prstGeom>
          <a:noFill/>
          <a:ln/>
        </p:spPr>
        <p:txBody>
          <a:bodyPr wrap="square" lIns="0" tIns="0" rIns="0" bIns="0" rtlCol="0" anchor="t"/>
          <a:lstStyle/>
          <a:p>
            <a:pPr indent="0" marL="0">
              <a:buNone/>
            </a:pPr>
            <a:r>
              <a:rPr lang="en-US" sz="1200" b="1" dirty="0">
                <a:solidFill>
                  <a:srgbClr val="0F1B2D"/>
                </a:solidFill>
                <a:latin typeface="Malgun Gothic" pitchFamily="34" charset="0"/>
                <a:ea typeface="Malgun Gothic" pitchFamily="34" charset="-122"/>
                <a:cs typeface="Malgun Gothic" pitchFamily="34" charset="-120"/>
              </a:rPr>
              <a:t>DummyProvider</a:t>
            </a:r>
            <a:endParaRPr lang="en-US" sz="1200" dirty="0"/>
          </a:p>
        </p:txBody>
      </p:sp>
      <p:sp>
        <p:nvSpPr>
          <p:cNvPr id="39" name="Text 33"/>
          <p:cNvSpPr txBox="1"/>
          <p:nvPr/>
        </p:nvSpPr>
        <p:spPr>
          <a:xfrm>
            <a:off x="822960" y="5806440"/>
            <a:ext cx="2966618" cy="274320"/>
          </a:xfrm>
          <a:prstGeom prst="rect">
            <a:avLst/>
          </a:prstGeom>
          <a:noFill/>
          <a:ln/>
        </p:spPr>
        <p:txBody>
          <a:bodyPr wrap="square" lIns="0" tIns="0" rIns="0" bIns="0" rtlCol="0" anchor="t"/>
          <a:lstStyle/>
          <a:p>
            <a:pPr indent="0" marL="0">
              <a:buNone/>
            </a:pPr>
            <a:r>
              <a:rPr lang="en-US" sz="1050" dirty="0">
                <a:solidFill>
                  <a:srgbClr val="56657A"/>
                </a:solidFill>
                <a:latin typeface="Malgun Gothic" pitchFamily="34" charset="0"/>
                <a:ea typeface="Malgun Gothic" pitchFamily="34" charset="-122"/>
                <a:cs typeface="Malgun Gothic" pitchFamily="34" charset="-120"/>
              </a:rPr>
              <a:t>AI_MODE=dummy · 외부 호출 없는 예시</a:t>
            </a:r>
            <a:endParaRPr lang="en-US" sz="1050" dirty="0"/>
          </a:p>
        </p:txBody>
      </p:sp>
      <p:sp>
        <p:nvSpPr>
          <p:cNvPr id="40" name="Shape 34"/>
          <p:cNvSpPr/>
          <p:nvPr/>
        </p:nvSpPr>
        <p:spPr>
          <a:xfrm>
            <a:off x="4338218" y="4206240"/>
            <a:ext cx="3515258" cy="2011680"/>
          </a:xfrm>
          <a:prstGeom prst="roundRect">
            <a:avLst>
              <a:gd name="adj" fmla="val 8182"/>
            </a:avLst>
          </a:prstGeom>
          <a:solidFill>
            <a:srgbClr val="E8EFFF"/>
          </a:solidFill>
          <a:ln/>
        </p:spPr>
      </p:sp>
      <p:sp>
        <p:nvSpPr>
          <p:cNvPr id="41" name="Text 35"/>
          <p:cNvSpPr txBox="1"/>
          <p:nvPr/>
        </p:nvSpPr>
        <p:spPr>
          <a:xfrm>
            <a:off x="4612538" y="4407408"/>
            <a:ext cx="2966618" cy="329184"/>
          </a:xfrm>
          <a:prstGeom prst="rect">
            <a:avLst/>
          </a:prstGeom>
          <a:noFill/>
          <a:ln/>
        </p:spPr>
        <p:txBody>
          <a:bodyPr wrap="square" lIns="0" tIns="0" rIns="0" bIns="0" rtlCol="0" anchor="t"/>
          <a:lstStyle/>
          <a:p>
            <a:pPr indent="0" marL="0">
              <a:buNone/>
            </a:pPr>
            <a:r>
              <a:rPr lang="en-US" sz="1450" b="1" dirty="0">
                <a:solidFill>
                  <a:srgbClr val="0046F0"/>
                </a:solidFill>
                <a:latin typeface="Malgun Gothic" pitchFamily="34" charset="0"/>
                <a:ea typeface="Malgun Gothic" pitchFamily="34" charset="-122"/>
                <a:cs typeface="Malgun Gothic" pitchFamily="34" charset="-120"/>
              </a:rPr>
              <a:t>설정 (.env)</a:t>
            </a:r>
            <a:endParaRPr lang="en-US" sz="1450" dirty="0"/>
          </a:p>
        </p:txBody>
      </p:sp>
      <p:sp>
        <p:nvSpPr>
          <p:cNvPr id="42" name="Text 36"/>
          <p:cNvSpPr txBox="1"/>
          <p:nvPr/>
        </p:nvSpPr>
        <p:spPr>
          <a:xfrm>
            <a:off x="4612538" y="4892040"/>
            <a:ext cx="2966618" cy="274320"/>
          </a:xfrm>
          <a:prstGeom prst="rect">
            <a:avLst/>
          </a:prstGeom>
          <a:noFill/>
          <a:ln/>
        </p:spPr>
        <p:txBody>
          <a:bodyPr wrap="square" lIns="0" tIns="0" rIns="0" bIns="0" rtlCol="0" anchor="t"/>
          <a:lstStyle/>
          <a:p>
            <a:pPr indent="0" marL="0">
              <a:buNone/>
            </a:pPr>
            <a:r>
              <a:rPr lang="en-US" sz="1200" b="1" dirty="0">
                <a:solidFill>
                  <a:srgbClr val="0F1B2D"/>
                </a:solidFill>
                <a:latin typeface="Malgun Gothic" pitchFamily="34" charset="0"/>
                <a:ea typeface="Malgun Gothic" pitchFamily="34" charset="-122"/>
                <a:cs typeface="Malgun Gothic" pitchFamily="34" charset="-120"/>
              </a:rPr>
              <a:t>AI_PROVIDER · AI_MODEL</a:t>
            </a:r>
            <a:endParaRPr lang="en-US" sz="1200" dirty="0"/>
          </a:p>
        </p:txBody>
      </p:sp>
      <p:sp>
        <p:nvSpPr>
          <p:cNvPr id="43" name="Text 37"/>
          <p:cNvSpPr txBox="1"/>
          <p:nvPr/>
        </p:nvSpPr>
        <p:spPr>
          <a:xfrm>
            <a:off x="4612538" y="5166360"/>
            <a:ext cx="2966618" cy="274320"/>
          </a:xfrm>
          <a:prstGeom prst="rect">
            <a:avLst/>
          </a:prstGeom>
          <a:noFill/>
          <a:ln/>
        </p:spPr>
        <p:txBody>
          <a:bodyPr wrap="square" lIns="0" tIns="0" rIns="0" bIns="0" rtlCol="0" anchor="t"/>
          <a:lstStyle/>
          <a:p>
            <a:pPr indent="0" marL="0">
              <a:buNone/>
            </a:pPr>
            <a:r>
              <a:rPr lang="en-US" sz="1050" dirty="0">
                <a:solidFill>
                  <a:srgbClr val="56657A"/>
                </a:solidFill>
                <a:latin typeface="Malgun Gothic" pitchFamily="34" charset="0"/>
                <a:ea typeface="Malgun Gothic" pitchFamily="34" charset="-122"/>
                <a:cs typeface="Malgun Gothic" pitchFamily="34" charset="-120"/>
              </a:rPr>
              <a:t>gemini · gemini-3.1-flash-lite</a:t>
            </a:r>
            <a:endParaRPr lang="en-US" sz="1050" dirty="0"/>
          </a:p>
        </p:txBody>
      </p:sp>
      <p:sp>
        <p:nvSpPr>
          <p:cNvPr id="44" name="Text 38"/>
          <p:cNvSpPr txBox="1"/>
          <p:nvPr/>
        </p:nvSpPr>
        <p:spPr>
          <a:xfrm>
            <a:off x="4612538" y="5532120"/>
            <a:ext cx="2966618" cy="274320"/>
          </a:xfrm>
          <a:prstGeom prst="rect">
            <a:avLst/>
          </a:prstGeom>
          <a:noFill/>
          <a:ln/>
        </p:spPr>
        <p:txBody>
          <a:bodyPr wrap="square" lIns="0" tIns="0" rIns="0" bIns="0" rtlCol="0" anchor="t"/>
          <a:lstStyle/>
          <a:p>
            <a:pPr indent="0" marL="0">
              <a:buNone/>
            </a:pPr>
            <a:r>
              <a:rPr lang="en-US" sz="1200" b="1" dirty="0">
                <a:solidFill>
                  <a:srgbClr val="0F1B2D"/>
                </a:solidFill>
                <a:latin typeface="Malgun Gothic" pitchFamily="34" charset="0"/>
                <a:ea typeface="Malgun Gothic" pitchFamily="34" charset="-122"/>
                <a:cs typeface="Malgun Gothic" pitchFamily="34" charset="-120"/>
              </a:rPr>
              <a:t>AI_TIMEOUT · AI_MAX_RETRIES</a:t>
            </a:r>
            <a:endParaRPr lang="en-US" sz="1200" dirty="0"/>
          </a:p>
        </p:txBody>
      </p:sp>
      <p:sp>
        <p:nvSpPr>
          <p:cNvPr id="45" name="Text 39"/>
          <p:cNvSpPr txBox="1"/>
          <p:nvPr/>
        </p:nvSpPr>
        <p:spPr>
          <a:xfrm>
            <a:off x="4612538" y="5806440"/>
            <a:ext cx="2966618" cy="274320"/>
          </a:xfrm>
          <a:prstGeom prst="rect">
            <a:avLst/>
          </a:prstGeom>
          <a:noFill/>
          <a:ln/>
        </p:spPr>
        <p:txBody>
          <a:bodyPr wrap="square" lIns="0" tIns="0" rIns="0" bIns="0" rtlCol="0" anchor="t"/>
          <a:lstStyle/>
          <a:p>
            <a:pPr indent="0" marL="0">
              <a:buNone/>
            </a:pPr>
            <a:r>
              <a:rPr lang="en-US" sz="1050" dirty="0">
                <a:solidFill>
                  <a:srgbClr val="56657A"/>
                </a:solidFill>
                <a:latin typeface="Malgun Gothic" pitchFamily="34" charset="0"/>
                <a:ea typeface="Malgun Gothic" pitchFamily="34" charset="-122"/>
                <a:cs typeface="Malgun Gothic" pitchFamily="34" charset="-120"/>
              </a:rPr>
              <a:t>25초 · 10회</a:t>
            </a:r>
            <a:endParaRPr lang="en-US" sz="1050" dirty="0"/>
          </a:p>
        </p:txBody>
      </p:sp>
      <p:sp>
        <p:nvSpPr>
          <p:cNvPr id="46" name="Shape 40"/>
          <p:cNvSpPr/>
          <p:nvPr/>
        </p:nvSpPr>
        <p:spPr>
          <a:xfrm>
            <a:off x="8127797" y="4206240"/>
            <a:ext cx="3515258" cy="2011680"/>
          </a:xfrm>
          <a:prstGeom prst="roundRect">
            <a:avLst>
              <a:gd name="adj" fmla="val 8182"/>
            </a:avLst>
          </a:prstGeom>
          <a:solidFill>
            <a:srgbClr val="FFF1E0"/>
          </a:solidFill>
          <a:ln/>
        </p:spPr>
      </p:sp>
      <p:sp>
        <p:nvSpPr>
          <p:cNvPr id="47" name="Text 41"/>
          <p:cNvSpPr txBox="1"/>
          <p:nvPr/>
        </p:nvSpPr>
        <p:spPr>
          <a:xfrm>
            <a:off x="8402117" y="4407408"/>
            <a:ext cx="2966618" cy="329184"/>
          </a:xfrm>
          <a:prstGeom prst="rect">
            <a:avLst/>
          </a:prstGeom>
          <a:noFill/>
          <a:ln/>
        </p:spPr>
        <p:txBody>
          <a:bodyPr wrap="square" lIns="0" tIns="0" rIns="0" bIns="0" rtlCol="0" anchor="t"/>
          <a:lstStyle/>
          <a:p>
            <a:pPr indent="0" marL="0">
              <a:buNone/>
            </a:pPr>
            <a:r>
              <a:rPr lang="en-US" sz="1450" b="1" dirty="0">
                <a:solidFill>
                  <a:srgbClr val="E8871E"/>
                </a:solidFill>
                <a:latin typeface="Malgun Gothic" pitchFamily="34" charset="0"/>
                <a:ea typeface="Malgun Gothic" pitchFamily="34" charset="-122"/>
                <a:cs typeface="Malgun Gothic" pitchFamily="34" charset="-120"/>
              </a:rPr>
              <a:t>확장 조건</a:t>
            </a:r>
            <a:endParaRPr lang="en-US" sz="1450" dirty="0"/>
          </a:p>
        </p:txBody>
      </p:sp>
      <p:sp>
        <p:nvSpPr>
          <p:cNvPr id="48" name="Text 42"/>
          <p:cNvSpPr txBox="1"/>
          <p:nvPr/>
        </p:nvSpPr>
        <p:spPr>
          <a:xfrm>
            <a:off x="8402117" y="4892040"/>
            <a:ext cx="2966618" cy="274320"/>
          </a:xfrm>
          <a:prstGeom prst="rect">
            <a:avLst/>
          </a:prstGeom>
          <a:noFill/>
          <a:ln/>
        </p:spPr>
        <p:txBody>
          <a:bodyPr wrap="square" lIns="0" tIns="0" rIns="0" bIns="0" rtlCol="0" anchor="t"/>
          <a:lstStyle/>
          <a:p>
            <a:pPr indent="0" marL="0">
              <a:buNone/>
            </a:pPr>
            <a:r>
              <a:rPr lang="en-US" sz="1200" b="1" dirty="0">
                <a:solidFill>
                  <a:srgbClr val="0F1B2D"/>
                </a:solidFill>
                <a:latin typeface="Malgun Gothic" pitchFamily="34" charset="0"/>
                <a:ea typeface="Malgun Gothic" pitchFamily="34" charset="-122"/>
                <a:cs typeface="Malgun Gothic" pitchFamily="34" charset="-120"/>
              </a:rPr>
              <a:t>GPT · Claude</a:t>
            </a:r>
            <a:endParaRPr lang="en-US" sz="1200" dirty="0"/>
          </a:p>
        </p:txBody>
      </p:sp>
      <p:sp>
        <p:nvSpPr>
          <p:cNvPr id="49" name="Text 43"/>
          <p:cNvSpPr txBox="1"/>
          <p:nvPr/>
        </p:nvSpPr>
        <p:spPr>
          <a:xfrm>
            <a:off x="8402117" y="5166360"/>
            <a:ext cx="2966618" cy="274320"/>
          </a:xfrm>
          <a:prstGeom prst="rect">
            <a:avLst/>
          </a:prstGeom>
          <a:noFill/>
          <a:ln/>
        </p:spPr>
        <p:txBody>
          <a:bodyPr wrap="square" lIns="0" tIns="0" rIns="0" bIns="0" rtlCol="0" anchor="t"/>
          <a:lstStyle/>
          <a:p>
            <a:pPr indent="0" marL="0">
              <a:buNone/>
            </a:pPr>
            <a:r>
              <a:rPr lang="en-US" sz="1050" dirty="0">
                <a:solidFill>
                  <a:srgbClr val="56657A"/>
                </a:solidFill>
                <a:latin typeface="Malgun Gothic" pitchFamily="34" charset="0"/>
                <a:ea typeface="Malgun Gothic" pitchFamily="34" charset="-122"/>
                <a:cs typeface="Malgun Gothic" pitchFamily="34" charset="-120"/>
              </a:rPr>
              <a:t>전용 어댑터 구현 · 등록 필요</a:t>
            </a:r>
            <a:endParaRPr lang="en-US" sz="1050" dirty="0"/>
          </a:p>
        </p:txBody>
      </p:sp>
      <p:sp>
        <p:nvSpPr>
          <p:cNvPr id="50" name="Text 44"/>
          <p:cNvSpPr txBox="1"/>
          <p:nvPr/>
        </p:nvSpPr>
        <p:spPr>
          <a:xfrm>
            <a:off x="8402117" y="5532120"/>
            <a:ext cx="2966618" cy="274320"/>
          </a:xfrm>
          <a:prstGeom prst="rect">
            <a:avLst/>
          </a:prstGeom>
          <a:noFill/>
          <a:ln/>
        </p:spPr>
        <p:txBody>
          <a:bodyPr wrap="square" lIns="0" tIns="0" rIns="0" bIns="0" rtlCol="0" anchor="t"/>
          <a:lstStyle/>
          <a:p>
            <a:pPr indent="0" marL="0">
              <a:buNone/>
            </a:pPr>
            <a:r>
              <a:rPr lang="en-US" sz="1200" b="1" dirty="0">
                <a:solidFill>
                  <a:srgbClr val="0F1B2D"/>
                </a:solidFill>
                <a:latin typeface="Malgun Gothic" pitchFamily="34" charset="0"/>
                <a:ea typeface="Malgun Gothic" pitchFamily="34" charset="-122"/>
                <a:cs typeface="Malgun Gothic" pitchFamily="34" charset="-120"/>
              </a:rPr>
              <a:t>자동 전환</a:t>
            </a:r>
            <a:endParaRPr lang="en-US" sz="1200" dirty="0"/>
          </a:p>
        </p:txBody>
      </p:sp>
      <p:sp>
        <p:nvSpPr>
          <p:cNvPr id="51" name="Text 45"/>
          <p:cNvSpPr txBox="1"/>
          <p:nvPr/>
        </p:nvSpPr>
        <p:spPr>
          <a:xfrm>
            <a:off x="8402117" y="5806440"/>
            <a:ext cx="2966618" cy="274320"/>
          </a:xfrm>
          <a:prstGeom prst="rect">
            <a:avLst/>
          </a:prstGeom>
          <a:noFill/>
          <a:ln/>
        </p:spPr>
        <p:txBody>
          <a:bodyPr wrap="square" lIns="0" tIns="0" rIns="0" bIns="0" rtlCol="0" anchor="t"/>
          <a:lstStyle/>
          <a:p>
            <a:pPr indent="0" marL="0">
              <a:buNone/>
            </a:pPr>
            <a:r>
              <a:rPr lang="en-US" sz="1050" dirty="0">
                <a:solidFill>
                  <a:srgbClr val="56657A"/>
                </a:solidFill>
                <a:latin typeface="Malgun Gothic" pitchFamily="34" charset="0"/>
                <a:ea typeface="Malgun Gothic" pitchFamily="34" charset="-122"/>
                <a:cs typeface="Malgun Gothic" pitchFamily="34" charset="-120"/>
              </a:rPr>
              <a:t>장애 시 다른 공급자로 자동 전환은 없음</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180015" y="6473952"/>
            <a:ext cx="1554480" cy="228600"/>
          </a:xfrm>
          <a:prstGeom prst="rect">
            <a:avLst/>
          </a:prstGeom>
          <a:noFill/>
          <a:ln/>
        </p:spPr>
        <p:txBody>
          <a:bodyPr wrap="square" lIns="0" tIns="0" rIns="0" bIns="0" rtlCol="0" anchor="t"/>
          <a:lstStyle/>
          <a:p>
            <a:pPr algn="r" indent="0" marL="0">
              <a:buNone/>
            </a:pPr>
            <a:r>
              <a:rPr lang="en-US" sz="900" b="1" dirty="0">
                <a:solidFill>
                  <a:srgbClr val="011F47"/>
                </a:solidFill>
                <a:latin typeface="Malgun Gothic" pitchFamily="34" charset="0"/>
                <a:ea typeface="Malgun Gothic" pitchFamily="34" charset="-122"/>
                <a:cs typeface="Malgun Gothic" pitchFamily="34" charset="-120"/>
              </a:rPr>
              <a:t>Hi스포링</a:t>
            </a:r>
            <a:pPr algn="r" indent="0" marL="0">
              <a:buNone/>
            </a:pPr>
            <a:r>
              <a:rPr lang="en-US" sz="900" dirty="0">
                <a:solidFill>
                  <a:srgbClr val="8A97A8"/>
                </a:solidFill>
                <a:latin typeface="Malgun Gothic" pitchFamily="34" charset="0"/>
                <a:ea typeface="Malgun Gothic" pitchFamily="34" charset="-122"/>
                <a:cs typeface="Malgun Gothic" pitchFamily="34" charset="-120"/>
              </a:rPr>
              <a:t>   20</a:t>
            </a:r>
            <a:endParaRPr lang="en-US" sz="900" dirty="0"/>
          </a:p>
        </p:txBody>
      </p:sp>
      <p:sp>
        <p:nvSpPr>
          <p:cNvPr id="3" name="Shape 1"/>
          <p:cNvSpPr/>
          <p:nvPr/>
        </p:nvSpPr>
        <p:spPr>
          <a:xfrm>
            <a:off x="548640" y="457200"/>
            <a:ext cx="2043684" cy="310896"/>
          </a:xfrm>
          <a:prstGeom prst="roundRect">
            <a:avLst>
              <a:gd name="adj" fmla="val 50000"/>
            </a:avLst>
          </a:prstGeom>
          <a:solidFill>
            <a:srgbClr val="E8EFFF"/>
          </a:solidFill>
          <a:ln/>
        </p:spPr>
      </p:sp>
      <p:sp>
        <p:nvSpPr>
          <p:cNvPr id="4" name="Text 2"/>
          <p:cNvSpPr txBox="1"/>
          <p:nvPr/>
        </p:nvSpPr>
        <p:spPr>
          <a:xfrm>
            <a:off x="548640" y="457200"/>
            <a:ext cx="2043684" cy="310896"/>
          </a:xfrm>
          <a:prstGeom prst="rect">
            <a:avLst/>
          </a:prstGeom>
          <a:noFill/>
          <a:ln/>
        </p:spPr>
        <p:txBody>
          <a:bodyPr wrap="square" lIns="0" tIns="0" rIns="0" bIns="0" rtlCol="0" anchor="ctr"/>
          <a:lstStyle/>
          <a:p>
            <a:pPr algn="ctr" indent="0" marL="0">
              <a:buNone/>
            </a:pPr>
            <a:r>
              <a:rPr lang="en-US" sz="1100" b="1" dirty="0">
                <a:solidFill>
                  <a:srgbClr val="0046F0"/>
                </a:solidFill>
                <a:latin typeface="Malgun Gothic" pitchFamily="34" charset="0"/>
                <a:ea typeface="Malgun Gothic" pitchFamily="34" charset="-122"/>
                <a:cs typeface="Malgun Gothic" pitchFamily="34" charset="-120"/>
              </a:rPr>
              <a:t>04 · 예외처리 ① 전체 구조</a:t>
            </a:r>
            <a:endParaRPr lang="en-US" sz="1100" dirty="0"/>
          </a:p>
        </p:txBody>
      </p:sp>
      <p:sp>
        <p:nvSpPr>
          <p:cNvPr id="5" name="Text 3"/>
          <p:cNvSpPr txBox="1"/>
          <p:nvPr/>
        </p:nvSpPr>
        <p:spPr>
          <a:xfrm>
            <a:off x="548640" y="896112"/>
            <a:ext cx="11094415" cy="566928"/>
          </a:xfrm>
          <a:prstGeom prst="rect">
            <a:avLst/>
          </a:prstGeom>
          <a:noFill/>
          <a:ln/>
        </p:spPr>
        <p:txBody>
          <a:bodyPr wrap="square" lIns="0" tIns="0" rIns="0" bIns="0" rtlCol="0" anchor="t"/>
          <a:lstStyle/>
          <a:p>
            <a:pPr indent="0" marL="0">
              <a:buNone/>
            </a:pPr>
            <a:r>
              <a:rPr lang="en-US" sz="2800" b="1" dirty="0">
                <a:solidFill>
                  <a:srgbClr val="0F1B2D"/>
                </a:solidFill>
                <a:latin typeface="Malgun Gothic" pitchFamily="34" charset="0"/>
                <a:ea typeface="Malgun Gothic" pitchFamily="34" charset="-122"/>
                <a:cs typeface="Malgun Gothic" pitchFamily="34" charset="-120"/>
              </a:rPr>
              <a:t>6개 연결 지점마다 실패를 대비했습니다</a:t>
            </a:r>
            <a:endParaRPr lang="en-US" sz="2800" dirty="0"/>
          </a:p>
        </p:txBody>
      </p:sp>
      <p:sp>
        <p:nvSpPr>
          <p:cNvPr id="6" name="Shape 4"/>
          <p:cNvSpPr/>
          <p:nvPr/>
        </p:nvSpPr>
        <p:spPr>
          <a:xfrm>
            <a:off x="566928" y="1572768"/>
            <a:ext cx="5888736" cy="4901184"/>
          </a:xfrm>
          <a:prstGeom prst="roundRect">
            <a:avLst>
              <a:gd name="adj" fmla="val 1866"/>
            </a:avLst>
          </a:prstGeom>
          <a:solidFill>
            <a:srgbClr val="FFFFFF"/>
          </a:solidFill>
          <a:ln/>
          <a:effectLst>
            <a:outerShdw sx="100000" sy="100000" kx="0" ky="0" algn="bl" rotWithShape="0" blurRad="177800" dist="38100" dir="5400000">
              <a:srgbClr val="1B3A6B">
                <a:alpha val="10000"/>
              </a:srgbClr>
            </a:outerShdw>
          </a:effectLst>
        </p:spPr>
      </p:sp>
      <p:pic>
        <p:nvPicPr>
          <p:cNvPr id="7" name="Image 0" descr="/home/claude/deck/a/d_exception-handling.png">    </p:cNvPr>
          <p:cNvPicPr>
            <a:picLocks noChangeAspect="1"/>
          </p:cNvPicPr>
          <p:nvPr/>
        </p:nvPicPr>
        <p:blipFill>
          <a:blip r:embed="rId1"/>
          <a:stretch>
            <a:fillRect/>
          </a:stretch>
        </p:blipFill>
        <p:spPr>
          <a:xfrm>
            <a:off x="548640" y="1554480"/>
            <a:ext cx="5925312" cy="4937760"/>
          </a:xfrm>
          <a:prstGeom prst="rect">
            <a:avLst/>
          </a:prstGeom>
        </p:spPr>
      </p:pic>
      <p:sp>
        <p:nvSpPr>
          <p:cNvPr id="8" name="Shape 5"/>
          <p:cNvSpPr/>
          <p:nvPr/>
        </p:nvSpPr>
        <p:spPr>
          <a:xfrm>
            <a:off x="7894015" y="1691640"/>
            <a:ext cx="566928" cy="384048"/>
          </a:xfrm>
          <a:prstGeom prst="roundRect">
            <a:avLst>
              <a:gd name="adj" fmla="val 23810"/>
            </a:avLst>
          </a:prstGeom>
          <a:solidFill>
            <a:srgbClr val="0046F0"/>
          </a:solidFill>
          <a:ln/>
        </p:spPr>
      </p:sp>
      <p:sp>
        <p:nvSpPr>
          <p:cNvPr id="9" name="Text 6"/>
          <p:cNvSpPr txBox="1"/>
          <p:nvPr/>
        </p:nvSpPr>
        <p:spPr>
          <a:xfrm>
            <a:off x="7894015" y="1691640"/>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01</a:t>
            </a:r>
            <a:endParaRPr lang="en-US" sz="1200" dirty="0"/>
          </a:p>
        </p:txBody>
      </p:sp>
      <p:sp>
        <p:nvSpPr>
          <p:cNvPr id="10" name="Text 7"/>
          <p:cNvSpPr txBox="1"/>
          <p:nvPr/>
        </p:nvSpPr>
        <p:spPr>
          <a:xfrm>
            <a:off x="8625535" y="1691640"/>
            <a:ext cx="3017520" cy="384048"/>
          </a:xfrm>
          <a:prstGeom prst="rect">
            <a:avLst/>
          </a:prstGeom>
          <a:noFill/>
          <a:ln/>
        </p:spPr>
        <p:txBody>
          <a:bodyPr wrap="square" lIns="0" tIns="0" rIns="0" bIns="0" rtlCol="0" anchor="ctr"/>
          <a:lstStyle/>
          <a:p>
            <a:pPr indent="0" marL="0">
              <a:buNone/>
            </a:pPr>
            <a:r>
              <a:rPr lang="en-US" sz="1300" b="1" dirty="0">
                <a:solidFill>
                  <a:srgbClr val="0F1B2D"/>
                </a:solidFill>
                <a:latin typeface="Malgun Gothic" pitchFamily="34" charset="0"/>
                <a:ea typeface="Malgun Gothic" pitchFamily="34" charset="-122"/>
                <a:cs typeface="Malgun Gothic" pitchFamily="34" charset="-120"/>
              </a:rPr>
              <a:t>요청  </a:t>
            </a:r>
            <a:pPr indent="0" marL="0">
              <a:buNone/>
            </a:pPr>
            <a:r>
              <a:rPr lang="en-US" sz="1100" dirty="0">
                <a:solidFill>
                  <a:srgbClr val="56657A"/>
                </a:solidFill>
                <a:latin typeface="Malgun Gothic" pitchFamily="34" charset="0"/>
                <a:ea typeface="Malgun Gothic" pitchFamily="34" charset="-122"/>
                <a:cs typeface="Malgun Gothic" pitchFamily="34" charset="-120"/>
              </a:rPr>
              <a:t>프론트엔드 ↔ Django</a:t>
            </a:r>
            <a:endParaRPr lang="en-US" sz="1300" dirty="0"/>
          </a:p>
        </p:txBody>
      </p:sp>
      <p:sp>
        <p:nvSpPr>
          <p:cNvPr id="11" name="Shape 8"/>
          <p:cNvSpPr/>
          <p:nvPr/>
        </p:nvSpPr>
        <p:spPr>
          <a:xfrm>
            <a:off x="7894015" y="2221992"/>
            <a:ext cx="566928" cy="384048"/>
          </a:xfrm>
          <a:prstGeom prst="roundRect">
            <a:avLst>
              <a:gd name="adj" fmla="val 23810"/>
            </a:avLst>
          </a:prstGeom>
          <a:solidFill>
            <a:srgbClr val="7A5AF0"/>
          </a:solidFill>
          <a:ln/>
        </p:spPr>
      </p:sp>
      <p:sp>
        <p:nvSpPr>
          <p:cNvPr id="12" name="Text 9"/>
          <p:cNvSpPr txBox="1"/>
          <p:nvPr/>
        </p:nvSpPr>
        <p:spPr>
          <a:xfrm>
            <a:off x="7894015" y="222199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02</a:t>
            </a:r>
            <a:endParaRPr lang="en-US" sz="1200" dirty="0"/>
          </a:p>
        </p:txBody>
      </p:sp>
      <p:sp>
        <p:nvSpPr>
          <p:cNvPr id="13" name="Text 10"/>
          <p:cNvSpPr txBox="1"/>
          <p:nvPr/>
        </p:nvSpPr>
        <p:spPr>
          <a:xfrm>
            <a:off x="8625535" y="2221992"/>
            <a:ext cx="3017520" cy="384048"/>
          </a:xfrm>
          <a:prstGeom prst="rect">
            <a:avLst/>
          </a:prstGeom>
          <a:noFill/>
          <a:ln/>
        </p:spPr>
        <p:txBody>
          <a:bodyPr wrap="square" lIns="0" tIns="0" rIns="0" bIns="0" rtlCol="0" anchor="ctr"/>
          <a:lstStyle/>
          <a:p>
            <a:pPr indent="0" marL="0">
              <a:buNone/>
            </a:pPr>
            <a:r>
              <a:rPr lang="en-US" sz="1300" b="1" dirty="0">
                <a:solidFill>
                  <a:srgbClr val="0F1B2D"/>
                </a:solidFill>
                <a:latin typeface="Malgun Gothic" pitchFamily="34" charset="0"/>
                <a:ea typeface="Malgun Gothic" pitchFamily="34" charset="-122"/>
                <a:cs typeface="Malgun Gothic" pitchFamily="34" charset="-120"/>
              </a:rPr>
              <a:t>캐시  </a:t>
            </a:r>
            <a:pPr indent="0" marL="0">
              <a:buNone/>
            </a:pPr>
            <a:r>
              <a:rPr lang="en-US" sz="1100" dirty="0">
                <a:solidFill>
                  <a:srgbClr val="56657A"/>
                </a:solidFill>
                <a:latin typeface="Malgun Gothic" pitchFamily="34" charset="0"/>
                <a:ea typeface="Malgun Gothic" pitchFamily="34" charset="-122"/>
                <a:cs typeface="Malgun Gothic" pitchFamily="34" charset="-120"/>
              </a:rPr>
              <a:t>Django ↔ 서비스 CSV · 메모리 캐시</a:t>
            </a:r>
            <a:endParaRPr lang="en-US" sz="1300" dirty="0"/>
          </a:p>
        </p:txBody>
      </p:sp>
      <p:sp>
        <p:nvSpPr>
          <p:cNvPr id="14" name="Shape 11"/>
          <p:cNvSpPr/>
          <p:nvPr/>
        </p:nvSpPr>
        <p:spPr>
          <a:xfrm>
            <a:off x="7894015" y="2752344"/>
            <a:ext cx="566928" cy="384048"/>
          </a:xfrm>
          <a:prstGeom prst="roundRect">
            <a:avLst>
              <a:gd name="adj" fmla="val 23810"/>
            </a:avLst>
          </a:prstGeom>
          <a:solidFill>
            <a:srgbClr val="7A5AF0"/>
          </a:solidFill>
          <a:ln/>
        </p:spPr>
      </p:sp>
      <p:sp>
        <p:nvSpPr>
          <p:cNvPr id="15" name="Text 12"/>
          <p:cNvSpPr txBox="1"/>
          <p:nvPr/>
        </p:nvSpPr>
        <p:spPr>
          <a:xfrm>
            <a:off x="7894015" y="2752344"/>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03</a:t>
            </a:r>
            <a:endParaRPr lang="en-US" sz="1200" dirty="0"/>
          </a:p>
        </p:txBody>
      </p:sp>
      <p:sp>
        <p:nvSpPr>
          <p:cNvPr id="16" name="Text 13"/>
          <p:cNvSpPr txBox="1"/>
          <p:nvPr/>
        </p:nvSpPr>
        <p:spPr>
          <a:xfrm>
            <a:off x="8625535" y="2752344"/>
            <a:ext cx="3017520" cy="384048"/>
          </a:xfrm>
          <a:prstGeom prst="rect">
            <a:avLst/>
          </a:prstGeom>
          <a:noFill/>
          <a:ln/>
        </p:spPr>
        <p:txBody>
          <a:bodyPr wrap="square" lIns="0" tIns="0" rIns="0" bIns="0" rtlCol="0" anchor="ctr"/>
          <a:lstStyle/>
          <a:p>
            <a:pPr indent="0" marL="0">
              <a:buNone/>
            </a:pPr>
            <a:r>
              <a:rPr lang="en-US" sz="1300" b="1" dirty="0">
                <a:solidFill>
                  <a:srgbClr val="0F1B2D"/>
                </a:solidFill>
                <a:latin typeface="Malgun Gothic" pitchFamily="34" charset="0"/>
                <a:ea typeface="Malgun Gothic" pitchFamily="34" charset="-122"/>
                <a:cs typeface="Malgun Gothic" pitchFamily="34" charset="-120"/>
              </a:rPr>
              <a:t>배치  </a:t>
            </a:r>
            <a:pPr indent="0" marL="0">
              <a:buNone/>
            </a:pPr>
            <a:r>
              <a:rPr lang="en-US" sz="1100" dirty="0">
                <a:solidFill>
                  <a:srgbClr val="56657A"/>
                </a:solidFill>
                <a:latin typeface="Malgun Gothic" pitchFamily="34" charset="0"/>
                <a:ea typeface="Malgun Gothic" pitchFamily="34" charset="-122"/>
                <a:cs typeface="Malgun Gothic" pitchFamily="34" charset="-120"/>
              </a:rPr>
              <a:t>원본 CSV → 정제 배치</a:t>
            </a:r>
            <a:endParaRPr lang="en-US" sz="1300" dirty="0"/>
          </a:p>
        </p:txBody>
      </p:sp>
      <p:sp>
        <p:nvSpPr>
          <p:cNvPr id="17" name="Shape 14"/>
          <p:cNvSpPr/>
          <p:nvPr/>
        </p:nvSpPr>
        <p:spPr>
          <a:xfrm>
            <a:off x="7894015" y="3282696"/>
            <a:ext cx="566928" cy="384048"/>
          </a:xfrm>
          <a:prstGeom prst="roundRect">
            <a:avLst>
              <a:gd name="adj" fmla="val 23810"/>
            </a:avLst>
          </a:prstGeom>
          <a:solidFill>
            <a:srgbClr val="E8871E"/>
          </a:solidFill>
          <a:ln/>
        </p:spPr>
      </p:sp>
      <p:sp>
        <p:nvSpPr>
          <p:cNvPr id="18" name="Text 15"/>
          <p:cNvSpPr txBox="1"/>
          <p:nvPr/>
        </p:nvSpPr>
        <p:spPr>
          <a:xfrm>
            <a:off x="7894015" y="3282696"/>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04</a:t>
            </a:r>
            <a:endParaRPr lang="en-US" sz="1200" dirty="0"/>
          </a:p>
        </p:txBody>
      </p:sp>
      <p:sp>
        <p:nvSpPr>
          <p:cNvPr id="19" name="Text 16"/>
          <p:cNvSpPr txBox="1"/>
          <p:nvPr/>
        </p:nvSpPr>
        <p:spPr>
          <a:xfrm>
            <a:off x="8625535" y="3282696"/>
            <a:ext cx="3017520" cy="384048"/>
          </a:xfrm>
          <a:prstGeom prst="rect">
            <a:avLst/>
          </a:prstGeom>
          <a:noFill/>
          <a:ln/>
        </p:spPr>
        <p:txBody>
          <a:bodyPr wrap="square" lIns="0" tIns="0" rIns="0" bIns="0" rtlCol="0" anchor="ctr"/>
          <a:lstStyle/>
          <a:p>
            <a:pPr indent="0" marL="0">
              <a:buNone/>
            </a:pPr>
            <a:r>
              <a:rPr lang="en-US" sz="1300" b="1" dirty="0">
                <a:solidFill>
                  <a:srgbClr val="0F1B2D"/>
                </a:solidFill>
                <a:latin typeface="Malgun Gothic" pitchFamily="34" charset="0"/>
                <a:ea typeface="Malgun Gothic" pitchFamily="34" charset="-122"/>
                <a:cs typeface="Malgun Gothic" pitchFamily="34" charset="-120"/>
              </a:rPr>
              <a:t>AI  </a:t>
            </a:r>
            <a:pPr indent="0" marL="0">
              <a:buNone/>
            </a:pPr>
            <a:r>
              <a:rPr lang="en-US" sz="1100" dirty="0">
                <a:solidFill>
                  <a:srgbClr val="56657A"/>
                </a:solidFill>
                <a:latin typeface="Malgun Gothic" pitchFamily="34" charset="0"/>
                <a:ea typeface="Malgun Gothic" pitchFamily="34" charset="-122"/>
                <a:cs typeface="Malgun Gothic" pitchFamily="34" charset="-120"/>
              </a:rPr>
              <a:t>Django ↔ Gemini API</a:t>
            </a:r>
            <a:endParaRPr lang="en-US" sz="1300" dirty="0"/>
          </a:p>
        </p:txBody>
      </p:sp>
      <p:sp>
        <p:nvSpPr>
          <p:cNvPr id="20" name="Shape 17"/>
          <p:cNvSpPr/>
          <p:nvPr/>
        </p:nvSpPr>
        <p:spPr>
          <a:xfrm>
            <a:off x="7894015" y="3813048"/>
            <a:ext cx="566928" cy="384048"/>
          </a:xfrm>
          <a:prstGeom prst="roundRect">
            <a:avLst>
              <a:gd name="adj" fmla="val 23810"/>
            </a:avLst>
          </a:prstGeom>
          <a:solidFill>
            <a:srgbClr val="0046F0"/>
          </a:solidFill>
          <a:ln/>
        </p:spPr>
      </p:sp>
      <p:sp>
        <p:nvSpPr>
          <p:cNvPr id="21" name="Text 18"/>
          <p:cNvSpPr txBox="1"/>
          <p:nvPr/>
        </p:nvSpPr>
        <p:spPr>
          <a:xfrm>
            <a:off x="7894015" y="3813048"/>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05</a:t>
            </a:r>
            <a:endParaRPr lang="en-US" sz="1200" dirty="0"/>
          </a:p>
        </p:txBody>
      </p:sp>
      <p:sp>
        <p:nvSpPr>
          <p:cNvPr id="22" name="Text 19"/>
          <p:cNvSpPr txBox="1"/>
          <p:nvPr/>
        </p:nvSpPr>
        <p:spPr>
          <a:xfrm>
            <a:off x="8625535" y="3813048"/>
            <a:ext cx="3017520" cy="384048"/>
          </a:xfrm>
          <a:prstGeom prst="rect">
            <a:avLst/>
          </a:prstGeom>
          <a:noFill/>
          <a:ln/>
        </p:spPr>
        <p:txBody>
          <a:bodyPr wrap="square" lIns="0" tIns="0" rIns="0" bIns="0" rtlCol="0" anchor="ctr"/>
          <a:lstStyle/>
          <a:p>
            <a:pPr indent="0" marL="0">
              <a:buNone/>
            </a:pPr>
            <a:r>
              <a:rPr lang="en-US" sz="1300" b="1" dirty="0">
                <a:solidFill>
                  <a:srgbClr val="0F1B2D"/>
                </a:solidFill>
                <a:latin typeface="Malgun Gothic" pitchFamily="34" charset="0"/>
                <a:ea typeface="Malgun Gothic" pitchFamily="34" charset="-122"/>
                <a:cs typeface="Malgun Gothic" pitchFamily="34" charset="-120"/>
              </a:rPr>
              <a:t>정책  </a:t>
            </a:r>
            <a:pPr indent="0" marL="0">
              <a:buNone/>
            </a:pPr>
            <a:r>
              <a:rPr lang="en-US" sz="1100" dirty="0">
                <a:solidFill>
                  <a:srgbClr val="56657A"/>
                </a:solidFill>
                <a:latin typeface="Malgun Gothic" pitchFamily="34" charset="0"/>
                <a:ea typeface="Malgun Gothic" pitchFamily="34" charset="-122"/>
                <a:cs typeface="Malgun Gothic" pitchFamily="34" charset="-120"/>
              </a:rPr>
              <a:t>Django ↔ 문화체육관광부</a:t>
            </a:r>
            <a:endParaRPr lang="en-US" sz="1300" dirty="0"/>
          </a:p>
        </p:txBody>
      </p:sp>
      <p:sp>
        <p:nvSpPr>
          <p:cNvPr id="23" name="Shape 20"/>
          <p:cNvSpPr/>
          <p:nvPr/>
        </p:nvSpPr>
        <p:spPr>
          <a:xfrm>
            <a:off x="7894015" y="4343400"/>
            <a:ext cx="566928" cy="384048"/>
          </a:xfrm>
          <a:prstGeom prst="roundRect">
            <a:avLst>
              <a:gd name="adj" fmla="val 23810"/>
            </a:avLst>
          </a:prstGeom>
          <a:solidFill>
            <a:srgbClr val="00996C"/>
          </a:solidFill>
          <a:ln/>
        </p:spPr>
      </p:sp>
      <p:sp>
        <p:nvSpPr>
          <p:cNvPr id="24" name="Text 21"/>
          <p:cNvSpPr txBox="1"/>
          <p:nvPr/>
        </p:nvSpPr>
        <p:spPr>
          <a:xfrm>
            <a:off x="7894015" y="4343400"/>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06</a:t>
            </a:r>
            <a:endParaRPr lang="en-US" sz="1200" dirty="0"/>
          </a:p>
        </p:txBody>
      </p:sp>
      <p:sp>
        <p:nvSpPr>
          <p:cNvPr id="25" name="Text 22"/>
          <p:cNvSpPr txBox="1"/>
          <p:nvPr/>
        </p:nvSpPr>
        <p:spPr>
          <a:xfrm>
            <a:off x="8625535" y="4343400"/>
            <a:ext cx="3017520" cy="384048"/>
          </a:xfrm>
          <a:prstGeom prst="rect">
            <a:avLst/>
          </a:prstGeom>
          <a:noFill/>
          <a:ln/>
        </p:spPr>
        <p:txBody>
          <a:bodyPr wrap="square" lIns="0" tIns="0" rIns="0" bIns="0" rtlCol="0" anchor="ctr"/>
          <a:lstStyle/>
          <a:p>
            <a:pPr indent="0" marL="0">
              <a:buNone/>
            </a:pPr>
            <a:r>
              <a:rPr lang="en-US" sz="1300" b="1" dirty="0">
                <a:solidFill>
                  <a:srgbClr val="0F1B2D"/>
                </a:solidFill>
                <a:latin typeface="Malgun Gothic" pitchFamily="34" charset="0"/>
                <a:ea typeface="Malgun Gothic" pitchFamily="34" charset="-122"/>
                <a:cs typeface="Malgun Gothic" pitchFamily="34" charset="-120"/>
              </a:rPr>
              <a:t>Excel  </a:t>
            </a:r>
            <a:pPr indent="0" marL="0">
              <a:buNone/>
            </a:pPr>
            <a:r>
              <a:rPr lang="en-US" sz="1100" dirty="0">
                <a:solidFill>
                  <a:srgbClr val="56657A"/>
                </a:solidFill>
                <a:latin typeface="Malgun Gothic" pitchFamily="34" charset="0"/>
                <a:ea typeface="Malgun Gothic" pitchFamily="34" charset="-122"/>
                <a:cs typeface="Malgun Gothic" pitchFamily="34" charset="-120"/>
              </a:rPr>
              <a:t>조회 결과 → 파일 다운로드</a:t>
            </a:r>
            <a:endParaRPr lang="en-US" sz="1300" dirty="0"/>
          </a:p>
        </p:txBody>
      </p:sp>
      <p:sp>
        <p:nvSpPr>
          <p:cNvPr id="26" name="Shape 23"/>
          <p:cNvSpPr/>
          <p:nvPr/>
        </p:nvSpPr>
        <p:spPr>
          <a:xfrm>
            <a:off x="7894015" y="4983480"/>
            <a:ext cx="3749040" cy="1234440"/>
          </a:xfrm>
          <a:prstGeom prst="roundRect">
            <a:avLst>
              <a:gd name="adj" fmla="val 13333"/>
            </a:avLst>
          </a:prstGeom>
          <a:solidFill>
            <a:srgbClr val="011F47"/>
          </a:solidFill>
          <a:ln/>
        </p:spPr>
      </p:sp>
      <p:sp>
        <p:nvSpPr>
          <p:cNvPr id="27" name="Text 24"/>
          <p:cNvSpPr txBox="1"/>
          <p:nvPr/>
        </p:nvSpPr>
        <p:spPr>
          <a:xfrm>
            <a:off x="8168335" y="5102352"/>
            <a:ext cx="3200400" cy="292608"/>
          </a:xfrm>
          <a:prstGeom prst="rect">
            <a:avLst/>
          </a:prstGeom>
          <a:noFill/>
          <a:ln/>
        </p:spPr>
        <p:txBody>
          <a:bodyPr wrap="square" lIns="0" tIns="0" rIns="0" bIns="0" rtlCol="0" anchor="t"/>
          <a:lstStyle/>
          <a:p>
            <a:pPr indent="0" marL="0">
              <a:buNone/>
            </a:pPr>
            <a:r>
              <a:rPr lang="en-US" sz="1300" b="1" dirty="0">
                <a:solidFill>
                  <a:srgbClr val="00C98E"/>
                </a:solidFill>
                <a:latin typeface="Malgun Gothic" pitchFamily="34" charset="0"/>
                <a:ea typeface="Malgun Gothic" pitchFamily="34" charset="-122"/>
                <a:cs typeface="Malgun Gothic" pitchFamily="34" charset="-120"/>
              </a:rPr>
              <a:t>설계 원칙</a:t>
            </a:r>
            <a:endParaRPr lang="en-US" sz="1300" dirty="0"/>
          </a:p>
        </p:txBody>
      </p:sp>
      <p:sp>
        <p:nvSpPr>
          <p:cNvPr id="28" name="Text 25"/>
          <p:cNvSpPr txBox="1"/>
          <p:nvPr/>
        </p:nvSpPr>
        <p:spPr>
          <a:xfrm>
            <a:off x="8168335" y="5422392"/>
            <a:ext cx="3200400" cy="731520"/>
          </a:xfrm>
          <a:prstGeom prst="rect">
            <a:avLst/>
          </a:prstGeom>
          <a:noFill/>
          <a:ln/>
        </p:spPr>
        <p:txBody>
          <a:bodyPr wrap="square" lIns="0" tIns="0" rIns="0" bIns="0" rtlCol="0" anchor="t"/>
          <a:lstStyle/>
          <a:p>
            <a:pPr indent="0" marL="0">
              <a:lnSpc>
                <a:spcPct val="115000"/>
              </a:lnSpc>
              <a:buNone/>
            </a:pPr>
            <a:r>
              <a:rPr lang="en-US" sz="1150" dirty="0">
                <a:solidFill>
                  <a:srgbClr val="DCE6F5"/>
                </a:solidFill>
                <a:latin typeface="Malgun Gothic" pitchFamily="34" charset="0"/>
                <a:ea typeface="Malgun Gothic" pitchFamily="34" charset="-122"/>
                <a:cs typeface="Malgun Gothic" pitchFamily="34" charset="-120"/>
              </a:rPr>
              <a:t>장애 구간을 사용자에게 알리고, 기존 정상 데이터와 가능한 기능은 계속 제공합니다. (모든 장애의 자동 복구를 뜻하지는 않음)</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180015" y="6473952"/>
            <a:ext cx="1554480" cy="228600"/>
          </a:xfrm>
          <a:prstGeom prst="rect">
            <a:avLst/>
          </a:prstGeom>
          <a:noFill/>
          <a:ln/>
        </p:spPr>
        <p:txBody>
          <a:bodyPr wrap="square" lIns="0" tIns="0" rIns="0" bIns="0" rtlCol="0" anchor="t"/>
          <a:lstStyle/>
          <a:p>
            <a:pPr algn="r" indent="0" marL="0">
              <a:buNone/>
            </a:pPr>
            <a:r>
              <a:rPr lang="en-US" sz="900" b="1" dirty="0">
                <a:solidFill>
                  <a:srgbClr val="011F47"/>
                </a:solidFill>
                <a:latin typeface="Malgun Gothic" pitchFamily="34" charset="0"/>
                <a:ea typeface="Malgun Gothic" pitchFamily="34" charset="-122"/>
                <a:cs typeface="Malgun Gothic" pitchFamily="34" charset="-120"/>
              </a:rPr>
              <a:t>Hi스포링</a:t>
            </a:r>
            <a:pPr algn="r" indent="0" marL="0">
              <a:buNone/>
            </a:pPr>
            <a:r>
              <a:rPr lang="en-US" sz="900" dirty="0">
                <a:solidFill>
                  <a:srgbClr val="8A97A8"/>
                </a:solidFill>
                <a:latin typeface="Malgun Gothic" pitchFamily="34" charset="0"/>
                <a:ea typeface="Malgun Gothic" pitchFamily="34" charset="-122"/>
                <a:cs typeface="Malgun Gothic" pitchFamily="34" charset="-120"/>
              </a:rPr>
              <a:t>   21</a:t>
            </a:r>
            <a:endParaRPr lang="en-US" sz="900" dirty="0"/>
          </a:p>
        </p:txBody>
      </p:sp>
      <p:sp>
        <p:nvSpPr>
          <p:cNvPr id="3" name="Shape 1"/>
          <p:cNvSpPr/>
          <p:nvPr/>
        </p:nvSpPr>
        <p:spPr>
          <a:xfrm>
            <a:off x="548640" y="457200"/>
            <a:ext cx="2148840" cy="310896"/>
          </a:xfrm>
          <a:prstGeom prst="roundRect">
            <a:avLst>
              <a:gd name="adj" fmla="val 50000"/>
            </a:avLst>
          </a:prstGeom>
          <a:solidFill>
            <a:srgbClr val="E8EFFF"/>
          </a:solidFill>
          <a:ln/>
        </p:spPr>
      </p:sp>
      <p:sp>
        <p:nvSpPr>
          <p:cNvPr id="4" name="Text 2"/>
          <p:cNvSpPr txBox="1"/>
          <p:nvPr/>
        </p:nvSpPr>
        <p:spPr>
          <a:xfrm>
            <a:off x="548640" y="457200"/>
            <a:ext cx="2148840" cy="310896"/>
          </a:xfrm>
          <a:prstGeom prst="rect">
            <a:avLst/>
          </a:prstGeom>
          <a:noFill/>
          <a:ln/>
        </p:spPr>
        <p:txBody>
          <a:bodyPr wrap="square" lIns="0" tIns="0" rIns="0" bIns="0" rtlCol="0" anchor="ctr"/>
          <a:lstStyle/>
          <a:p>
            <a:pPr algn="ctr" indent="0" marL="0">
              <a:buNone/>
            </a:pPr>
            <a:r>
              <a:rPr lang="en-US" sz="1100" b="1" dirty="0">
                <a:solidFill>
                  <a:srgbClr val="0046F0"/>
                </a:solidFill>
                <a:latin typeface="Malgun Gothic" pitchFamily="34" charset="0"/>
                <a:ea typeface="Malgun Gothic" pitchFamily="34" charset="-122"/>
                <a:cs typeface="Malgun Gothic" pitchFamily="34" charset="-120"/>
              </a:rPr>
              <a:t>04 · 예외처리 ② 계층별 처리</a:t>
            </a:r>
            <a:endParaRPr lang="en-US" sz="1100" dirty="0"/>
          </a:p>
        </p:txBody>
      </p:sp>
      <p:sp>
        <p:nvSpPr>
          <p:cNvPr id="5" name="Text 3"/>
          <p:cNvSpPr txBox="1"/>
          <p:nvPr/>
        </p:nvSpPr>
        <p:spPr>
          <a:xfrm>
            <a:off x="548640" y="896112"/>
            <a:ext cx="11094415" cy="566928"/>
          </a:xfrm>
          <a:prstGeom prst="rect">
            <a:avLst/>
          </a:prstGeom>
          <a:noFill/>
          <a:ln/>
        </p:spPr>
        <p:txBody>
          <a:bodyPr wrap="square" lIns="0" tIns="0" rIns="0" bIns="0" rtlCol="0" anchor="t"/>
          <a:lstStyle/>
          <a:p>
            <a:pPr indent="0" marL="0">
              <a:buNone/>
            </a:pPr>
            <a:r>
              <a:rPr lang="en-US" sz="2800" b="1" dirty="0">
                <a:solidFill>
                  <a:srgbClr val="0F1B2D"/>
                </a:solidFill>
                <a:latin typeface="Malgun Gothic" pitchFamily="34" charset="0"/>
                <a:ea typeface="Malgun Gothic" pitchFamily="34" charset="-122"/>
                <a:cs typeface="Malgun Gothic" pitchFamily="34" charset="-120"/>
              </a:rPr>
              <a:t>계층마다 자기 구간의 오류를 책임집니다</a:t>
            </a:r>
            <a:endParaRPr lang="en-US" sz="2800" dirty="0"/>
          </a:p>
        </p:txBody>
      </p:sp>
      <p:sp>
        <p:nvSpPr>
          <p:cNvPr id="6" name="Shape 4"/>
          <p:cNvSpPr/>
          <p:nvPr/>
        </p:nvSpPr>
        <p:spPr>
          <a:xfrm>
            <a:off x="548640" y="1691640"/>
            <a:ext cx="6492240" cy="621792"/>
          </a:xfrm>
          <a:prstGeom prst="roundRect">
            <a:avLst>
              <a:gd name="adj" fmla="val 20588"/>
            </a:avLst>
          </a:prstGeom>
          <a:solidFill>
            <a:srgbClr val="E8EFFF"/>
          </a:solidFill>
          <a:ln/>
        </p:spPr>
      </p:sp>
      <p:sp>
        <p:nvSpPr>
          <p:cNvPr id="7" name="Text 5"/>
          <p:cNvSpPr txBox="1"/>
          <p:nvPr/>
        </p:nvSpPr>
        <p:spPr>
          <a:xfrm>
            <a:off x="822960" y="1691640"/>
            <a:ext cx="1554480" cy="621792"/>
          </a:xfrm>
          <a:prstGeom prst="rect">
            <a:avLst/>
          </a:prstGeom>
          <a:noFill/>
          <a:ln/>
        </p:spPr>
        <p:txBody>
          <a:bodyPr wrap="square" lIns="0" tIns="0" rIns="0" bIns="0" rtlCol="0" anchor="ctr"/>
          <a:lstStyle/>
          <a:p>
            <a:pPr indent="0" marL="0">
              <a:buNone/>
            </a:pPr>
            <a:r>
              <a:rPr lang="en-US" sz="1400" b="1" dirty="0">
                <a:solidFill>
                  <a:srgbClr val="0046F0"/>
                </a:solidFill>
                <a:latin typeface="Malgun Gothic" pitchFamily="34" charset="0"/>
                <a:ea typeface="Malgun Gothic" pitchFamily="34" charset="-122"/>
                <a:cs typeface="Malgun Gothic" pitchFamily="34" charset="-120"/>
              </a:rPr>
              <a:t>프론트엔드</a:t>
            </a:r>
            <a:endParaRPr lang="en-US" sz="1400" dirty="0"/>
          </a:p>
        </p:txBody>
      </p:sp>
      <p:sp>
        <p:nvSpPr>
          <p:cNvPr id="8" name="Text 6"/>
          <p:cNvSpPr txBox="1"/>
          <p:nvPr/>
        </p:nvSpPr>
        <p:spPr>
          <a:xfrm>
            <a:off x="2423160" y="1691640"/>
            <a:ext cx="4389120" cy="621792"/>
          </a:xfrm>
          <a:prstGeom prst="rect">
            <a:avLst/>
          </a:prstGeom>
          <a:noFill/>
          <a:ln/>
        </p:spPr>
        <p:txBody>
          <a:bodyPr wrap="square" lIns="0" tIns="0" rIns="0" bIns="0" rtlCol="0" anchor="ctr"/>
          <a:lstStyle/>
          <a:p>
            <a:pPr indent="0" marL="0">
              <a:buNone/>
            </a:pPr>
            <a:r>
              <a:rPr lang="en-US" sz="1250" dirty="0">
                <a:solidFill>
                  <a:srgbClr val="0F1B2D"/>
                </a:solidFill>
                <a:latin typeface="Malgun Gothic" pitchFamily="34" charset="0"/>
                <a:ea typeface="Malgun Gothic" pitchFamily="34" charset="-122"/>
                <a:cs typeface="Malgun Gothic" pitchFamily="34" charset="-120"/>
              </a:rPr>
              <a:t>로딩 · 중복 요청 · 과거 응답 무시</a:t>
            </a:r>
            <a:endParaRPr lang="en-US" sz="1250" dirty="0"/>
          </a:p>
        </p:txBody>
      </p:sp>
      <p:sp>
        <p:nvSpPr>
          <p:cNvPr id="9" name="Shape 7"/>
          <p:cNvSpPr/>
          <p:nvPr/>
        </p:nvSpPr>
        <p:spPr>
          <a:xfrm>
            <a:off x="548640" y="2423160"/>
            <a:ext cx="6492240" cy="621792"/>
          </a:xfrm>
          <a:prstGeom prst="roundRect">
            <a:avLst>
              <a:gd name="adj" fmla="val 20588"/>
            </a:avLst>
          </a:prstGeom>
          <a:solidFill>
            <a:srgbClr val="E0F8EF"/>
          </a:solidFill>
          <a:ln/>
        </p:spPr>
      </p:sp>
      <p:sp>
        <p:nvSpPr>
          <p:cNvPr id="10" name="Text 8"/>
          <p:cNvSpPr txBox="1"/>
          <p:nvPr/>
        </p:nvSpPr>
        <p:spPr>
          <a:xfrm>
            <a:off x="822960" y="2423160"/>
            <a:ext cx="1554480" cy="621792"/>
          </a:xfrm>
          <a:prstGeom prst="rect">
            <a:avLst/>
          </a:prstGeom>
          <a:noFill/>
          <a:ln/>
        </p:spPr>
        <p:txBody>
          <a:bodyPr wrap="square" lIns="0" tIns="0" rIns="0" bIns="0" rtlCol="0" anchor="ctr"/>
          <a:lstStyle/>
          <a:p>
            <a:pPr indent="0" marL="0">
              <a:buNone/>
            </a:pPr>
            <a:r>
              <a:rPr lang="en-US" sz="1400" b="1" dirty="0">
                <a:solidFill>
                  <a:srgbClr val="00996C"/>
                </a:solidFill>
                <a:latin typeface="Malgun Gothic" pitchFamily="34" charset="0"/>
                <a:ea typeface="Malgun Gothic" pitchFamily="34" charset="-122"/>
                <a:cs typeface="Malgun Gothic" pitchFamily="34" charset="-120"/>
              </a:rPr>
              <a:t>진입 계층</a:t>
            </a:r>
            <a:endParaRPr lang="en-US" sz="1400" dirty="0"/>
          </a:p>
        </p:txBody>
      </p:sp>
      <p:sp>
        <p:nvSpPr>
          <p:cNvPr id="11" name="Text 9"/>
          <p:cNvSpPr txBox="1"/>
          <p:nvPr/>
        </p:nvSpPr>
        <p:spPr>
          <a:xfrm>
            <a:off x="2423160" y="2423160"/>
            <a:ext cx="4389120" cy="621792"/>
          </a:xfrm>
          <a:prstGeom prst="rect">
            <a:avLst/>
          </a:prstGeom>
          <a:noFill/>
          <a:ln/>
        </p:spPr>
        <p:txBody>
          <a:bodyPr wrap="square" lIns="0" tIns="0" rIns="0" bIns="0" rtlCol="0" anchor="ctr"/>
          <a:lstStyle/>
          <a:p>
            <a:pPr indent="0" marL="0">
              <a:buNone/>
            </a:pPr>
            <a:r>
              <a:rPr lang="en-US" sz="1250" dirty="0">
                <a:solidFill>
                  <a:srgbClr val="0F1B2D"/>
                </a:solidFill>
                <a:latin typeface="Malgun Gothic" pitchFamily="34" charset="0"/>
                <a:ea typeface="Malgun Gothic" pitchFamily="34" charset="-122"/>
                <a:cs typeface="Malgun Gothic" pitchFamily="34" charset="-120"/>
              </a:rPr>
              <a:t>CSV 준비 상태 확인 · 형식별 503 + Retry-After</a:t>
            </a:r>
            <a:endParaRPr lang="en-US" sz="1250" dirty="0"/>
          </a:p>
        </p:txBody>
      </p:sp>
      <p:sp>
        <p:nvSpPr>
          <p:cNvPr id="12" name="Shape 10"/>
          <p:cNvSpPr/>
          <p:nvPr/>
        </p:nvSpPr>
        <p:spPr>
          <a:xfrm>
            <a:off x="548640" y="3154680"/>
            <a:ext cx="6492240" cy="621792"/>
          </a:xfrm>
          <a:prstGeom prst="roundRect">
            <a:avLst>
              <a:gd name="adj" fmla="val 20588"/>
            </a:avLst>
          </a:prstGeom>
          <a:solidFill>
            <a:srgbClr val="E0F8EF"/>
          </a:solidFill>
          <a:ln/>
        </p:spPr>
      </p:sp>
      <p:sp>
        <p:nvSpPr>
          <p:cNvPr id="13" name="Text 11"/>
          <p:cNvSpPr txBox="1"/>
          <p:nvPr/>
        </p:nvSpPr>
        <p:spPr>
          <a:xfrm>
            <a:off x="822960" y="3154680"/>
            <a:ext cx="1554480" cy="621792"/>
          </a:xfrm>
          <a:prstGeom prst="rect">
            <a:avLst/>
          </a:prstGeom>
          <a:noFill/>
          <a:ln/>
        </p:spPr>
        <p:txBody>
          <a:bodyPr wrap="square" lIns="0" tIns="0" rIns="0" bIns="0" rtlCol="0" anchor="ctr"/>
          <a:lstStyle/>
          <a:p>
            <a:pPr indent="0" marL="0">
              <a:buNone/>
            </a:pPr>
            <a:r>
              <a:rPr lang="en-US" sz="1400" b="1" dirty="0">
                <a:solidFill>
                  <a:srgbClr val="00996C"/>
                </a:solidFill>
                <a:latin typeface="Malgun Gothic" pitchFamily="34" charset="0"/>
                <a:ea typeface="Malgun Gothic" pitchFamily="34" charset="-122"/>
                <a:cs typeface="Malgun Gothic" pitchFamily="34" charset="-120"/>
              </a:rPr>
              <a:t>업무 계층</a:t>
            </a:r>
            <a:endParaRPr lang="en-US" sz="1400" dirty="0"/>
          </a:p>
        </p:txBody>
      </p:sp>
      <p:sp>
        <p:nvSpPr>
          <p:cNvPr id="14" name="Text 12"/>
          <p:cNvSpPr txBox="1"/>
          <p:nvPr/>
        </p:nvSpPr>
        <p:spPr>
          <a:xfrm>
            <a:off x="2423160" y="3154680"/>
            <a:ext cx="4389120" cy="621792"/>
          </a:xfrm>
          <a:prstGeom prst="rect">
            <a:avLst/>
          </a:prstGeom>
          <a:noFill/>
          <a:ln/>
        </p:spPr>
        <p:txBody>
          <a:bodyPr wrap="square" lIns="0" tIns="0" rIns="0" bIns="0" rtlCol="0" anchor="ctr"/>
          <a:lstStyle/>
          <a:p>
            <a:pPr indent="0" marL="0">
              <a:buNone/>
            </a:pPr>
            <a:r>
              <a:rPr lang="en-US" sz="1250" dirty="0">
                <a:solidFill>
                  <a:srgbClr val="0F1B2D"/>
                </a:solidFill>
                <a:latin typeface="Malgun Gothic" pitchFamily="34" charset="0"/>
                <a:ea typeface="Malgun Gothic" pitchFamily="34" charset="-122"/>
                <a:cs typeface="Malgun Gothic" pitchFamily="34" charset="-120"/>
              </a:rPr>
              <a:t>입력값 · 시설 서명 토큰 · 만료 검증</a:t>
            </a:r>
            <a:endParaRPr lang="en-US" sz="1250" dirty="0"/>
          </a:p>
        </p:txBody>
      </p:sp>
      <p:sp>
        <p:nvSpPr>
          <p:cNvPr id="15" name="Shape 13"/>
          <p:cNvSpPr/>
          <p:nvPr/>
        </p:nvSpPr>
        <p:spPr>
          <a:xfrm>
            <a:off x="548640" y="3886200"/>
            <a:ext cx="6492240" cy="621792"/>
          </a:xfrm>
          <a:prstGeom prst="roundRect">
            <a:avLst>
              <a:gd name="adj" fmla="val 20588"/>
            </a:avLst>
          </a:prstGeom>
          <a:solidFill>
            <a:srgbClr val="FFF1E0"/>
          </a:solidFill>
          <a:ln/>
        </p:spPr>
      </p:sp>
      <p:sp>
        <p:nvSpPr>
          <p:cNvPr id="16" name="Text 14"/>
          <p:cNvSpPr txBox="1"/>
          <p:nvPr/>
        </p:nvSpPr>
        <p:spPr>
          <a:xfrm>
            <a:off x="822960" y="3886200"/>
            <a:ext cx="1554480" cy="621792"/>
          </a:xfrm>
          <a:prstGeom prst="rect">
            <a:avLst/>
          </a:prstGeom>
          <a:noFill/>
          <a:ln/>
        </p:spPr>
        <p:txBody>
          <a:bodyPr wrap="square" lIns="0" tIns="0" rIns="0" bIns="0" rtlCol="0" anchor="ctr"/>
          <a:lstStyle/>
          <a:p>
            <a:pPr indent="0" marL="0">
              <a:buNone/>
            </a:pPr>
            <a:r>
              <a:rPr lang="en-US" sz="1400" b="1" dirty="0">
                <a:solidFill>
                  <a:srgbClr val="E8871E"/>
                </a:solidFill>
                <a:latin typeface="Malgun Gothic" pitchFamily="34" charset="0"/>
                <a:ea typeface="Malgun Gothic" pitchFamily="34" charset="-122"/>
                <a:cs typeface="Malgun Gothic" pitchFamily="34" charset="-120"/>
              </a:rPr>
              <a:t>AI 계층</a:t>
            </a:r>
            <a:endParaRPr lang="en-US" sz="1400" dirty="0"/>
          </a:p>
        </p:txBody>
      </p:sp>
      <p:sp>
        <p:nvSpPr>
          <p:cNvPr id="17" name="Text 15"/>
          <p:cNvSpPr txBox="1"/>
          <p:nvPr/>
        </p:nvSpPr>
        <p:spPr>
          <a:xfrm>
            <a:off x="2423160" y="3886200"/>
            <a:ext cx="4389120" cy="621792"/>
          </a:xfrm>
          <a:prstGeom prst="rect">
            <a:avLst/>
          </a:prstGeom>
          <a:noFill/>
          <a:ln/>
        </p:spPr>
        <p:txBody>
          <a:bodyPr wrap="square" lIns="0" tIns="0" rIns="0" bIns="0" rtlCol="0" anchor="ctr"/>
          <a:lstStyle/>
          <a:p>
            <a:pPr indent="0" marL="0">
              <a:buNone/>
            </a:pPr>
            <a:r>
              <a:rPr lang="en-US" sz="1250" dirty="0">
                <a:solidFill>
                  <a:srgbClr val="0F1B2D"/>
                </a:solidFill>
                <a:latin typeface="Malgun Gothic" pitchFamily="34" charset="0"/>
                <a:ea typeface="Malgun Gothic" pitchFamily="34" charset="-122"/>
                <a:cs typeface="Malgun Gothic" pitchFamily="34" charset="-120"/>
              </a:rPr>
              <a:t>키 · 통신 · 시간초과 · JSON · 근거 · 점수 검증</a:t>
            </a:r>
            <a:endParaRPr lang="en-US" sz="1250" dirty="0"/>
          </a:p>
        </p:txBody>
      </p:sp>
      <p:sp>
        <p:nvSpPr>
          <p:cNvPr id="18" name="Shape 16"/>
          <p:cNvSpPr/>
          <p:nvPr/>
        </p:nvSpPr>
        <p:spPr>
          <a:xfrm>
            <a:off x="548640" y="4617720"/>
            <a:ext cx="6492240" cy="621792"/>
          </a:xfrm>
          <a:prstGeom prst="roundRect">
            <a:avLst>
              <a:gd name="adj" fmla="val 20588"/>
            </a:avLst>
          </a:prstGeom>
          <a:solidFill>
            <a:srgbClr val="EFEBFF"/>
          </a:solidFill>
          <a:ln/>
        </p:spPr>
      </p:sp>
      <p:sp>
        <p:nvSpPr>
          <p:cNvPr id="19" name="Text 17"/>
          <p:cNvSpPr txBox="1"/>
          <p:nvPr/>
        </p:nvSpPr>
        <p:spPr>
          <a:xfrm>
            <a:off x="822960" y="4617720"/>
            <a:ext cx="1554480" cy="621792"/>
          </a:xfrm>
          <a:prstGeom prst="rect">
            <a:avLst/>
          </a:prstGeom>
          <a:noFill/>
          <a:ln/>
        </p:spPr>
        <p:txBody>
          <a:bodyPr wrap="square" lIns="0" tIns="0" rIns="0" bIns="0" rtlCol="0" anchor="ctr"/>
          <a:lstStyle/>
          <a:p>
            <a:pPr indent="0" marL="0">
              <a:buNone/>
            </a:pPr>
            <a:r>
              <a:rPr lang="en-US" sz="1400" b="1" dirty="0">
                <a:solidFill>
                  <a:srgbClr val="7A5AF0"/>
                </a:solidFill>
                <a:latin typeface="Malgun Gothic" pitchFamily="34" charset="0"/>
                <a:ea typeface="Malgun Gothic" pitchFamily="34" charset="-122"/>
                <a:cs typeface="Malgun Gothic" pitchFamily="34" charset="-120"/>
              </a:rPr>
              <a:t>데이터 계층</a:t>
            </a:r>
            <a:endParaRPr lang="en-US" sz="1400" dirty="0"/>
          </a:p>
        </p:txBody>
      </p:sp>
      <p:sp>
        <p:nvSpPr>
          <p:cNvPr id="20" name="Text 18"/>
          <p:cNvSpPr txBox="1"/>
          <p:nvPr/>
        </p:nvSpPr>
        <p:spPr>
          <a:xfrm>
            <a:off x="2423160" y="4617720"/>
            <a:ext cx="4389120" cy="621792"/>
          </a:xfrm>
          <a:prstGeom prst="rect">
            <a:avLst/>
          </a:prstGeom>
          <a:noFill/>
          <a:ln/>
        </p:spPr>
        <p:txBody>
          <a:bodyPr wrap="square" lIns="0" tIns="0" rIns="0" bIns="0" rtlCol="0" anchor="ctr"/>
          <a:lstStyle/>
          <a:p>
            <a:pPr indent="0" marL="0">
              <a:buNone/>
            </a:pPr>
            <a:r>
              <a:rPr lang="en-US" sz="1250" dirty="0">
                <a:solidFill>
                  <a:srgbClr val="0F1B2D"/>
                </a:solidFill>
                <a:latin typeface="Malgun Gothic" pitchFamily="34" charset="0"/>
                <a:ea typeface="Malgun Gothic" pitchFamily="34" charset="-122"/>
                <a:cs typeface="Malgun Gothic" pitchFamily="34" charset="-120"/>
              </a:rPr>
              <a:t>세대 · 파일 검증, 실패 시 기존 캐시 유지</a:t>
            </a:r>
            <a:endParaRPr lang="en-US" sz="1250" dirty="0"/>
          </a:p>
        </p:txBody>
      </p:sp>
      <p:sp>
        <p:nvSpPr>
          <p:cNvPr id="21" name="Shape 19"/>
          <p:cNvSpPr/>
          <p:nvPr/>
        </p:nvSpPr>
        <p:spPr>
          <a:xfrm>
            <a:off x="548640" y="5349240"/>
            <a:ext cx="6492240" cy="621792"/>
          </a:xfrm>
          <a:prstGeom prst="roundRect">
            <a:avLst>
              <a:gd name="adj" fmla="val 20588"/>
            </a:avLst>
          </a:prstGeom>
          <a:solidFill>
            <a:srgbClr val="EFEBFF"/>
          </a:solidFill>
          <a:ln/>
        </p:spPr>
      </p:sp>
      <p:sp>
        <p:nvSpPr>
          <p:cNvPr id="22" name="Text 20"/>
          <p:cNvSpPr txBox="1"/>
          <p:nvPr/>
        </p:nvSpPr>
        <p:spPr>
          <a:xfrm>
            <a:off x="822960" y="5349240"/>
            <a:ext cx="1554480" cy="621792"/>
          </a:xfrm>
          <a:prstGeom prst="rect">
            <a:avLst/>
          </a:prstGeom>
          <a:noFill/>
          <a:ln/>
        </p:spPr>
        <p:txBody>
          <a:bodyPr wrap="square" lIns="0" tIns="0" rIns="0" bIns="0" rtlCol="0" anchor="ctr"/>
          <a:lstStyle/>
          <a:p>
            <a:pPr indent="0" marL="0">
              <a:buNone/>
            </a:pPr>
            <a:r>
              <a:rPr lang="en-US" sz="1400" b="1" dirty="0">
                <a:solidFill>
                  <a:srgbClr val="7A5AF0"/>
                </a:solidFill>
                <a:latin typeface="Malgun Gothic" pitchFamily="34" charset="0"/>
                <a:ea typeface="Malgun Gothic" pitchFamily="34" charset="-122"/>
                <a:cs typeface="Malgun Gothic" pitchFamily="34" charset="-120"/>
              </a:rPr>
              <a:t>배치 계층</a:t>
            </a:r>
            <a:endParaRPr lang="en-US" sz="1400" dirty="0"/>
          </a:p>
        </p:txBody>
      </p:sp>
      <p:sp>
        <p:nvSpPr>
          <p:cNvPr id="23" name="Text 21"/>
          <p:cNvSpPr txBox="1"/>
          <p:nvPr/>
        </p:nvSpPr>
        <p:spPr>
          <a:xfrm>
            <a:off x="2423160" y="5349240"/>
            <a:ext cx="4389120" cy="621792"/>
          </a:xfrm>
          <a:prstGeom prst="rect">
            <a:avLst/>
          </a:prstGeom>
          <a:noFill/>
          <a:ln/>
        </p:spPr>
        <p:txBody>
          <a:bodyPr wrap="square" lIns="0" tIns="0" rIns="0" bIns="0" rtlCol="0" anchor="ctr"/>
          <a:lstStyle/>
          <a:p>
            <a:pPr indent="0" marL="0">
              <a:buNone/>
            </a:pPr>
            <a:r>
              <a:rPr lang="en-US" sz="1250" dirty="0">
                <a:solidFill>
                  <a:srgbClr val="0F1B2D"/>
                </a:solidFill>
                <a:latin typeface="Malgun Gothic" pitchFamily="34" charset="0"/>
                <a:ea typeface="Malgun Gothic" pitchFamily="34" charset="-122"/>
                <a:cs typeface="Malgun Gothic" pitchFamily="34" charset="-120"/>
              </a:rPr>
              <a:t>실행 잠금 · 필수 열 · 지역 코드 · 0건 검사</a:t>
            </a:r>
            <a:endParaRPr lang="en-US" sz="1250" dirty="0"/>
          </a:p>
        </p:txBody>
      </p:sp>
      <p:sp>
        <p:nvSpPr>
          <p:cNvPr id="24" name="Shape 22"/>
          <p:cNvSpPr/>
          <p:nvPr/>
        </p:nvSpPr>
        <p:spPr>
          <a:xfrm>
            <a:off x="7452360" y="1691640"/>
            <a:ext cx="4190695" cy="2148840"/>
          </a:xfrm>
          <a:prstGeom prst="roundRect">
            <a:avLst>
              <a:gd name="adj" fmla="val 8511"/>
            </a:avLst>
          </a:prstGeom>
          <a:solidFill>
            <a:srgbClr val="011F47"/>
          </a:solidFill>
          <a:ln/>
        </p:spPr>
      </p:sp>
      <p:sp>
        <p:nvSpPr>
          <p:cNvPr id="25" name="Shape 23"/>
          <p:cNvSpPr/>
          <p:nvPr/>
        </p:nvSpPr>
        <p:spPr>
          <a:xfrm>
            <a:off x="7726680" y="1920240"/>
            <a:ext cx="548640" cy="548640"/>
          </a:xfrm>
          <a:prstGeom prst="ellipse">
            <a:avLst>
              <a:gd name="adj" fmla="val 20000"/>
            </a:avLst>
          </a:prstGeom>
          <a:solidFill>
            <a:srgbClr val="00C98E"/>
          </a:solidFill>
          <a:ln/>
        </p:spPr>
      </p:sp>
      <p:pic>
        <p:nvPicPr>
          <p:cNvPr id="26" name="Image 0" descr="preencoded.png">    </p:cNvPr>
          <p:cNvPicPr>
            <a:picLocks noChangeAspect="1"/>
          </p:cNvPicPr>
          <p:nvPr/>
        </p:nvPicPr>
        <p:blipFill>
          <a:blip r:embed="rId1"/>
          <a:stretch>
            <a:fillRect/>
          </a:stretch>
        </p:blipFill>
        <p:spPr>
          <a:xfrm>
            <a:off x="7869326" y="2062886"/>
            <a:ext cx="263347" cy="263347"/>
          </a:xfrm>
          <a:prstGeom prst="rect">
            <a:avLst/>
          </a:prstGeom>
        </p:spPr>
      </p:pic>
      <p:sp>
        <p:nvSpPr>
          <p:cNvPr id="27" name="Text 24"/>
          <p:cNvSpPr txBox="1"/>
          <p:nvPr/>
        </p:nvSpPr>
        <p:spPr>
          <a:xfrm>
            <a:off x="8412480" y="1993392"/>
            <a:ext cx="3093415" cy="411480"/>
          </a:xfrm>
          <a:prstGeom prst="rect">
            <a:avLst/>
          </a:prstGeom>
          <a:noFill/>
          <a:ln/>
        </p:spPr>
        <p:txBody>
          <a:bodyPr wrap="square" lIns="0" tIns="0" rIns="0" bIns="0" rtlCol="0" anchor="t"/>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트러블슈팅 · 기동 대기 문제</a:t>
            </a:r>
            <a:endParaRPr lang="en-US" sz="1500" dirty="0"/>
          </a:p>
        </p:txBody>
      </p:sp>
      <p:sp>
        <p:nvSpPr>
          <p:cNvPr id="28" name="Text 25"/>
          <p:cNvSpPr txBox="1"/>
          <p:nvPr/>
        </p:nvSpPr>
        <p:spPr>
          <a:xfrm>
            <a:off x="7726680" y="2560320"/>
            <a:ext cx="3642055" cy="1188720"/>
          </a:xfrm>
          <a:prstGeom prst="rect">
            <a:avLst/>
          </a:prstGeom>
          <a:noFill/>
          <a:ln/>
        </p:spPr>
        <p:txBody>
          <a:bodyPr wrap="square" lIns="0" tIns="0" rIns="0" bIns="0" rtlCol="0" anchor="t"/>
          <a:lstStyle/>
          <a:p>
            <a:pPr indent="0" marL="0">
              <a:lnSpc>
                <a:spcPct val="120000"/>
              </a:lnSpc>
              <a:spcAft>
                <a:spcPts val="600"/>
              </a:spcAft>
              <a:buNone/>
            </a:pPr>
            <a:r>
              <a:rPr lang="en-US" sz="1150" b="1" dirty="0">
                <a:solidFill>
                  <a:srgbClr val="00C98E"/>
                </a:solidFill>
                <a:latin typeface="Malgun Gothic" pitchFamily="34" charset="0"/>
                <a:ea typeface="Malgun Gothic" pitchFamily="34" charset="-122"/>
                <a:cs typeface="Malgun Gothic" pitchFamily="34" charset="-120"/>
              </a:rPr>
              <a:t>문제  </a:t>
            </a:r>
            <a:pPr indent="0" marL="0">
              <a:lnSpc>
                <a:spcPct val="120000"/>
              </a:lnSpc>
              <a:spcAft>
                <a:spcPts val="600"/>
              </a:spcAft>
              <a:buNone/>
            </a:pPr>
            <a:r>
              <a:rPr lang="en-US" sz="1150" dirty="0">
                <a:solidFill>
                  <a:srgbClr val="DCE6F5"/>
                </a:solidFill>
                <a:latin typeface="Malgun Gothic" pitchFamily="34" charset="0"/>
                <a:ea typeface="Malgun Gothic" pitchFamily="34" charset="-122"/>
                <a:cs typeface="Malgun Gothic" pitchFamily="34" charset="-120"/>
              </a:rPr>
              <a:t>Gunicorn master에서 CSV 갱신 스레드 시작 → fork 후 잠금 · 스레드 상태 불일치</a:t>
            </a:r>
            <a:endParaRPr lang="en-US" sz="1150" dirty="0"/>
          </a:p>
          <a:p>
            <a:pPr indent="0" marL="0">
              <a:lnSpc>
                <a:spcPct val="120000"/>
              </a:lnSpc>
              <a:spcAft>
                <a:spcPts val="600"/>
              </a:spcAft>
              <a:buNone/>
            </a:pPr>
            <a:r>
              <a:rPr lang="en-US" sz="1150" b="1" dirty="0">
                <a:solidFill>
                  <a:srgbClr val="00C98E"/>
                </a:solidFill>
                <a:latin typeface="Malgun Gothic" pitchFamily="34" charset="0"/>
                <a:ea typeface="Malgun Gothic" pitchFamily="34" charset="-122"/>
                <a:cs typeface="Malgun Gothic" pitchFamily="34" charset="-120"/>
              </a:rPr>
              <a:t>해결  </a:t>
            </a:r>
            <a:pPr indent="0" marL="0">
              <a:lnSpc>
                <a:spcPct val="120000"/>
              </a:lnSpc>
              <a:spcAft>
                <a:spcPts val="600"/>
              </a:spcAft>
              <a:buNone/>
            </a:pPr>
            <a:r>
              <a:rPr lang="en-US" sz="1150" dirty="0">
                <a:solidFill>
                  <a:srgbClr val="DCE6F5"/>
                </a:solidFill>
                <a:latin typeface="Malgun Gothic" pitchFamily="34" charset="0"/>
                <a:ea typeface="Malgun Gothic" pitchFamily="34" charset="-122"/>
                <a:cs typeface="Malgun Gothic" pitchFamily="34" charset="-120"/>
              </a:rPr>
              <a:t>워커 초기화 이후 적재 · 스케줄러 시작으로 분리, PID별 CSV_DIAG 로그로 추적</a:t>
            </a:r>
            <a:endParaRPr lang="en-US" sz="1150" dirty="0"/>
          </a:p>
        </p:txBody>
      </p:sp>
      <p:sp>
        <p:nvSpPr>
          <p:cNvPr id="29" name="Shape 26"/>
          <p:cNvSpPr/>
          <p:nvPr/>
        </p:nvSpPr>
        <p:spPr>
          <a:xfrm>
            <a:off x="7452360" y="4069080"/>
            <a:ext cx="512064" cy="512064"/>
          </a:xfrm>
          <a:prstGeom prst="roundRect">
            <a:avLst>
              <a:gd name="adj" fmla="val 21429"/>
            </a:avLst>
          </a:prstGeom>
          <a:solidFill>
            <a:srgbClr val="F4F7FC"/>
          </a:solidFill>
          <a:ln/>
        </p:spPr>
      </p:sp>
      <p:pic>
        <p:nvPicPr>
          <p:cNvPr id="30" name="Image 1" descr="preencoded.png">    </p:cNvPr>
          <p:cNvPicPr>
            <a:picLocks noChangeAspect="1"/>
          </p:cNvPicPr>
          <p:nvPr/>
        </p:nvPicPr>
        <p:blipFill>
          <a:blip r:embed="rId2"/>
          <a:stretch>
            <a:fillRect/>
          </a:stretch>
        </p:blipFill>
        <p:spPr>
          <a:xfrm>
            <a:off x="7585497" y="4202217"/>
            <a:ext cx="245791" cy="245791"/>
          </a:xfrm>
          <a:prstGeom prst="rect">
            <a:avLst/>
          </a:prstGeom>
        </p:spPr>
      </p:pic>
      <p:sp>
        <p:nvSpPr>
          <p:cNvPr id="31" name="Text 27"/>
          <p:cNvSpPr txBox="1"/>
          <p:nvPr/>
        </p:nvSpPr>
        <p:spPr>
          <a:xfrm>
            <a:off x="8138160" y="4069080"/>
            <a:ext cx="3504895" cy="274320"/>
          </a:xfrm>
          <a:prstGeom prst="rect">
            <a:avLst/>
          </a:prstGeom>
          <a:noFill/>
          <a:ln/>
        </p:spPr>
        <p:txBody>
          <a:bodyPr wrap="square" lIns="0" tIns="0" rIns="0" bIns="0" rtlCol="0" anchor="t"/>
          <a:lstStyle/>
          <a:p>
            <a:pPr indent="0" marL="0">
              <a:buNone/>
            </a:pPr>
            <a:r>
              <a:rPr lang="en-US" sz="1300" b="1" dirty="0">
                <a:solidFill>
                  <a:srgbClr val="0F1B2D"/>
                </a:solidFill>
                <a:latin typeface="Malgun Gothic" pitchFamily="34" charset="0"/>
                <a:ea typeface="Malgun Gothic" pitchFamily="34" charset="-122"/>
                <a:cs typeface="Malgun Gothic" pitchFamily="34" charset="-120"/>
              </a:rPr>
              <a:t>AI 진단 로그</a:t>
            </a:r>
            <a:endParaRPr lang="en-US" sz="1300" dirty="0"/>
          </a:p>
        </p:txBody>
      </p:sp>
      <p:sp>
        <p:nvSpPr>
          <p:cNvPr id="32" name="Text 28"/>
          <p:cNvSpPr txBox="1"/>
          <p:nvPr/>
        </p:nvSpPr>
        <p:spPr>
          <a:xfrm>
            <a:off x="8138160" y="4343400"/>
            <a:ext cx="3504895" cy="256032"/>
          </a:xfrm>
          <a:prstGeom prst="rect">
            <a:avLst/>
          </a:prstGeom>
          <a:noFill/>
          <a:ln/>
        </p:spPr>
        <p:txBody>
          <a:bodyPr wrap="square" lIns="0" tIns="0" rIns="0" bIns="0" rtlCol="0" anchor="t"/>
          <a:lstStyle/>
          <a:p>
            <a:pPr indent="0" marL="0">
              <a:buNone/>
            </a:pPr>
            <a:r>
              <a:rPr lang="en-US" sz="1100" dirty="0">
                <a:solidFill>
                  <a:srgbClr val="56657A"/>
                </a:solidFill>
                <a:latin typeface="Malgun Gothic" pitchFamily="34" charset="0"/>
                <a:ea typeface="Malgun Gothic" pitchFamily="34" charset="-122"/>
                <a:cs typeface="Malgun Gothic" pitchFamily="34" charset="-120"/>
              </a:rPr>
              <a:t>요청 ID로 처리 단계 · 오류 분류 기록</a:t>
            </a:r>
            <a:endParaRPr lang="en-US" sz="1100" dirty="0"/>
          </a:p>
        </p:txBody>
      </p:sp>
      <p:sp>
        <p:nvSpPr>
          <p:cNvPr id="33" name="Shape 29"/>
          <p:cNvSpPr/>
          <p:nvPr/>
        </p:nvSpPr>
        <p:spPr>
          <a:xfrm>
            <a:off x="7452360" y="4800600"/>
            <a:ext cx="512064" cy="512064"/>
          </a:xfrm>
          <a:prstGeom prst="roundRect">
            <a:avLst>
              <a:gd name="adj" fmla="val 21429"/>
            </a:avLst>
          </a:prstGeom>
          <a:solidFill>
            <a:srgbClr val="F4F7FC"/>
          </a:solidFill>
          <a:ln/>
        </p:spPr>
      </p:sp>
      <p:pic>
        <p:nvPicPr>
          <p:cNvPr id="34" name="Image 2" descr="preencoded.png">    </p:cNvPr>
          <p:cNvPicPr>
            <a:picLocks noChangeAspect="1"/>
          </p:cNvPicPr>
          <p:nvPr/>
        </p:nvPicPr>
        <p:blipFill>
          <a:blip r:embed="rId3"/>
          <a:stretch>
            <a:fillRect/>
          </a:stretch>
        </p:blipFill>
        <p:spPr>
          <a:xfrm>
            <a:off x="7585497" y="4933737"/>
            <a:ext cx="245791" cy="245791"/>
          </a:xfrm>
          <a:prstGeom prst="rect">
            <a:avLst/>
          </a:prstGeom>
        </p:spPr>
      </p:pic>
      <p:sp>
        <p:nvSpPr>
          <p:cNvPr id="35" name="Text 30"/>
          <p:cNvSpPr txBox="1"/>
          <p:nvPr/>
        </p:nvSpPr>
        <p:spPr>
          <a:xfrm>
            <a:off x="8138160" y="4800600"/>
            <a:ext cx="3504895" cy="274320"/>
          </a:xfrm>
          <a:prstGeom prst="rect">
            <a:avLst/>
          </a:prstGeom>
          <a:noFill/>
          <a:ln/>
        </p:spPr>
        <p:txBody>
          <a:bodyPr wrap="square" lIns="0" tIns="0" rIns="0" bIns="0" rtlCol="0" anchor="t"/>
          <a:lstStyle/>
          <a:p>
            <a:pPr indent="0" marL="0">
              <a:buNone/>
            </a:pPr>
            <a:r>
              <a:rPr lang="en-US" sz="1300" b="1" dirty="0">
                <a:solidFill>
                  <a:srgbClr val="0F1B2D"/>
                </a:solidFill>
                <a:latin typeface="Malgun Gothic" pitchFamily="34" charset="0"/>
                <a:ea typeface="Malgun Gothic" pitchFamily="34" charset="-122"/>
                <a:cs typeface="Malgun Gothic" pitchFamily="34" charset="-120"/>
              </a:rPr>
              <a:t>민감 정보 미기록</a:t>
            </a:r>
            <a:endParaRPr lang="en-US" sz="1300" dirty="0"/>
          </a:p>
        </p:txBody>
      </p:sp>
      <p:sp>
        <p:nvSpPr>
          <p:cNvPr id="36" name="Text 31"/>
          <p:cNvSpPr txBox="1"/>
          <p:nvPr/>
        </p:nvSpPr>
        <p:spPr>
          <a:xfrm>
            <a:off x="8138160" y="5074920"/>
            <a:ext cx="3504895" cy="256032"/>
          </a:xfrm>
          <a:prstGeom prst="rect">
            <a:avLst/>
          </a:prstGeom>
          <a:noFill/>
          <a:ln/>
        </p:spPr>
        <p:txBody>
          <a:bodyPr wrap="square" lIns="0" tIns="0" rIns="0" bIns="0" rtlCol="0" anchor="t"/>
          <a:lstStyle/>
          <a:p>
            <a:pPr indent="0" marL="0">
              <a:buNone/>
            </a:pPr>
            <a:r>
              <a:rPr lang="en-US" sz="1100" dirty="0">
                <a:solidFill>
                  <a:srgbClr val="56657A"/>
                </a:solidFill>
                <a:latin typeface="Malgun Gothic" pitchFamily="34" charset="0"/>
                <a:ea typeface="Malgun Gothic" pitchFamily="34" charset="-122"/>
                <a:cs typeface="Malgun Gothic" pitchFamily="34" charset="-120"/>
              </a:rPr>
              <a:t>API 키 · 작성 내용 · 응답 본문 제외</a:t>
            </a:r>
            <a:endParaRPr lang="en-US" sz="1100" dirty="0"/>
          </a:p>
        </p:txBody>
      </p:sp>
      <p:sp>
        <p:nvSpPr>
          <p:cNvPr id="37" name="Shape 32"/>
          <p:cNvSpPr/>
          <p:nvPr/>
        </p:nvSpPr>
        <p:spPr>
          <a:xfrm>
            <a:off x="7452360" y="5532120"/>
            <a:ext cx="512064" cy="512064"/>
          </a:xfrm>
          <a:prstGeom prst="roundRect">
            <a:avLst>
              <a:gd name="adj" fmla="val 21429"/>
            </a:avLst>
          </a:prstGeom>
          <a:solidFill>
            <a:srgbClr val="F4F7FC"/>
          </a:solidFill>
          <a:ln/>
        </p:spPr>
      </p:sp>
      <p:pic>
        <p:nvPicPr>
          <p:cNvPr id="38" name="Image 3" descr="preencoded.png">    </p:cNvPr>
          <p:cNvPicPr>
            <a:picLocks noChangeAspect="1"/>
          </p:cNvPicPr>
          <p:nvPr/>
        </p:nvPicPr>
        <p:blipFill>
          <a:blip r:embed="rId4"/>
          <a:stretch>
            <a:fillRect/>
          </a:stretch>
        </p:blipFill>
        <p:spPr>
          <a:xfrm>
            <a:off x="7585497" y="5665257"/>
            <a:ext cx="245791" cy="245791"/>
          </a:xfrm>
          <a:prstGeom prst="rect">
            <a:avLst/>
          </a:prstGeom>
        </p:spPr>
      </p:pic>
      <p:sp>
        <p:nvSpPr>
          <p:cNvPr id="39" name="Text 33"/>
          <p:cNvSpPr txBox="1"/>
          <p:nvPr/>
        </p:nvSpPr>
        <p:spPr>
          <a:xfrm>
            <a:off x="8138160" y="5532120"/>
            <a:ext cx="3504895" cy="274320"/>
          </a:xfrm>
          <a:prstGeom prst="rect">
            <a:avLst/>
          </a:prstGeom>
          <a:noFill/>
          <a:ln/>
        </p:spPr>
        <p:txBody>
          <a:bodyPr wrap="square" lIns="0" tIns="0" rIns="0" bIns="0" rtlCol="0" anchor="t"/>
          <a:lstStyle/>
          <a:p>
            <a:pPr indent="0" marL="0">
              <a:buNone/>
            </a:pPr>
            <a:r>
              <a:rPr lang="en-US" sz="1300" b="1" dirty="0">
                <a:solidFill>
                  <a:srgbClr val="0F1B2D"/>
                </a:solidFill>
                <a:latin typeface="Malgun Gothic" pitchFamily="34" charset="0"/>
                <a:ea typeface="Malgun Gothic" pitchFamily="34" charset="-122"/>
                <a:cs typeface="Malgun Gothic" pitchFamily="34" charset="-120"/>
              </a:rPr>
              <a:t>결과 복원 검사</a:t>
            </a:r>
            <a:endParaRPr lang="en-US" sz="1300" dirty="0"/>
          </a:p>
        </p:txBody>
      </p:sp>
      <p:sp>
        <p:nvSpPr>
          <p:cNvPr id="40" name="Text 34"/>
          <p:cNvSpPr txBox="1"/>
          <p:nvPr/>
        </p:nvSpPr>
        <p:spPr>
          <a:xfrm>
            <a:off x="8138160" y="5806440"/>
            <a:ext cx="3504895" cy="256032"/>
          </a:xfrm>
          <a:prstGeom prst="rect">
            <a:avLst/>
          </a:prstGeom>
          <a:noFill/>
          <a:ln/>
        </p:spPr>
        <p:txBody>
          <a:bodyPr wrap="square" lIns="0" tIns="0" rIns="0" bIns="0" rtlCol="0" anchor="t"/>
          <a:lstStyle/>
          <a:p>
            <a:pPr indent="0" marL="0">
              <a:buNone/>
            </a:pPr>
            <a:r>
              <a:rPr lang="en-US" sz="1100" dirty="0">
                <a:solidFill>
                  <a:srgbClr val="56657A"/>
                </a:solidFill>
                <a:latin typeface="Malgun Gothic" pitchFamily="34" charset="0"/>
                <a:ea typeface="Malgun Gothic" pitchFamily="34" charset="-122"/>
                <a:cs typeface="Malgun Gothic" pitchFamily="34" charset="-120"/>
              </a:rPr>
              <a:t>서명 · 구조 · 크기 불일치 시 복원 거부</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180015" y="6473952"/>
            <a:ext cx="1554480" cy="228600"/>
          </a:xfrm>
          <a:prstGeom prst="rect">
            <a:avLst/>
          </a:prstGeom>
          <a:noFill/>
          <a:ln/>
        </p:spPr>
        <p:txBody>
          <a:bodyPr wrap="square" lIns="0" tIns="0" rIns="0" bIns="0" rtlCol="0" anchor="t"/>
          <a:lstStyle/>
          <a:p>
            <a:pPr algn="r" indent="0" marL="0">
              <a:buNone/>
            </a:pPr>
            <a:r>
              <a:rPr lang="en-US" sz="900" b="1" dirty="0">
                <a:solidFill>
                  <a:srgbClr val="011F47"/>
                </a:solidFill>
                <a:latin typeface="Malgun Gothic" pitchFamily="34" charset="0"/>
                <a:ea typeface="Malgun Gothic" pitchFamily="34" charset="-122"/>
                <a:cs typeface="Malgun Gothic" pitchFamily="34" charset="-120"/>
              </a:rPr>
              <a:t>Hi스포링</a:t>
            </a:r>
            <a:pPr algn="r" indent="0" marL="0">
              <a:buNone/>
            </a:pPr>
            <a:r>
              <a:rPr lang="en-US" sz="900" dirty="0">
                <a:solidFill>
                  <a:srgbClr val="8A97A8"/>
                </a:solidFill>
                <a:latin typeface="Malgun Gothic" pitchFamily="34" charset="0"/>
                <a:ea typeface="Malgun Gothic" pitchFamily="34" charset="-122"/>
                <a:cs typeface="Malgun Gothic" pitchFamily="34" charset="-120"/>
              </a:rPr>
              <a:t>   22</a:t>
            </a:r>
            <a:endParaRPr lang="en-US" sz="900" dirty="0"/>
          </a:p>
        </p:txBody>
      </p:sp>
      <p:sp>
        <p:nvSpPr>
          <p:cNvPr id="3" name="Shape 1"/>
          <p:cNvSpPr/>
          <p:nvPr/>
        </p:nvSpPr>
        <p:spPr>
          <a:xfrm>
            <a:off x="548640" y="457200"/>
            <a:ext cx="2148840" cy="310896"/>
          </a:xfrm>
          <a:prstGeom prst="roundRect">
            <a:avLst>
              <a:gd name="adj" fmla="val 50000"/>
            </a:avLst>
          </a:prstGeom>
          <a:solidFill>
            <a:srgbClr val="E8EFFF"/>
          </a:solidFill>
          <a:ln/>
        </p:spPr>
      </p:sp>
      <p:sp>
        <p:nvSpPr>
          <p:cNvPr id="4" name="Text 2"/>
          <p:cNvSpPr txBox="1"/>
          <p:nvPr/>
        </p:nvSpPr>
        <p:spPr>
          <a:xfrm>
            <a:off x="548640" y="457200"/>
            <a:ext cx="2148840" cy="310896"/>
          </a:xfrm>
          <a:prstGeom prst="rect">
            <a:avLst/>
          </a:prstGeom>
          <a:noFill/>
          <a:ln/>
        </p:spPr>
        <p:txBody>
          <a:bodyPr wrap="square" lIns="0" tIns="0" rIns="0" bIns="0" rtlCol="0" anchor="ctr"/>
          <a:lstStyle/>
          <a:p>
            <a:pPr algn="ctr" indent="0" marL="0">
              <a:buNone/>
            </a:pPr>
            <a:r>
              <a:rPr lang="en-US" sz="1100" b="1" dirty="0">
                <a:solidFill>
                  <a:srgbClr val="0046F0"/>
                </a:solidFill>
                <a:latin typeface="Malgun Gothic" pitchFamily="34" charset="0"/>
                <a:ea typeface="Malgun Gothic" pitchFamily="34" charset="-122"/>
                <a:cs typeface="Malgun Gothic" pitchFamily="34" charset="-120"/>
              </a:rPr>
              <a:t>04 · 예외처리 ③ 상황별 대응</a:t>
            </a:r>
            <a:endParaRPr lang="en-US" sz="1100" dirty="0"/>
          </a:p>
        </p:txBody>
      </p:sp>
      <p:sp>
        <p:nvSpPr>
          <p:cNvPr id="5" name="Text 3"/>
          <p:cNvSpPr txBox="1"/>
          <p:nvPr/>
        </p:nvSpPr>
        <p:spPr>
          <a:xfrm>
            <a:off x="548640" y="896112"/>
            <a:ext cx="11094415" cy="566928"/>
          </a:xfrm>
          <a:prstGeom prst="rect">
            <a:avLst/>
          </a:prstGeom>
          <a:noFill/>
          <a:ln/>
        </p:spPr>
        <p:txBody>
          <a:bodyPr wrap="square" lIns="0" tIns="0" rIns="0" bIns="0" rtlCol="0" anchor="t"/>
          <a:lstStyle/>
          <a:p>
            <a:pPr indent="0" marL="0">
              <a:buNone/>
            </a:pPr>
            <a:r>
              <a:rPr lang="en-US" sz="2800" b="1" dirty="0">
                <a:solidFill>
                  <a:srgbClr val="0F1B2D"/>
                </a:solidFill>
                <a:latin typeface="Malgun Gothic" pitchFamily="34" charset="0"/>
                <a:ea typeface="Malgun Gothic" pitchFamily="34" charset="-122"/>
                <a:cs typeface="Malgun Gothic" pitchFamily="34" charset="-120"/>
              </a:rPr>
              <a:t>실패해도 서비스는 멈추지 않습니다</a:t>
            </a:r>
            <a:endParaRPr lang="en-US" sz="2800" dirty="0"/>
          </a:p>
        </p:txBody>
      </p:sp>
      <p:sp>
        <p:nvSpPr>
          <p:cNvPr id="6" name="Shape 4"/>
          <p:cNvSpPr/>
          <p:nvPr/>
        </p:nvSpPr>
        <p:spPr>
          <a:xfrm>
            <a:off x="548640" y="1691640"/>
            <a:ext cx="3520440" cy="4572000"/>
          </a:xfrm>
          <a:prstGeom prst="roundRect">
            <a:avLst>
              <a:gd name="adj" fmla="val 5195"/>
            </a:avLst>
          </a:prstGeom>
          <a:solidFill>
            <a:srgbClr val="FFFFFF"/>
          </a:solidFill>
          <a:ln w="12700">
            <a:solidFill>
              <a:srgbClr val="DCE3EE"/>
            </a:solidFill>
            <a:prstDash val="solid"/>
          </a:ln>
        </p:spPr>
      </p:sp>
      <p:sp>
        <p:nvSpPr>
          <p:cNvPr id="7" name="Shape 5"/>
          <p:cNvSpPr/>
          <p:nvPr/>
        </p:nvSpPr>
        <p:spPr>
          <a:xfrm>
            <a:off x="548640" y="1691640"/>
            <a:ext cx="3520440" cy="658368"/>
          </a:xfrm>
          <a:prstGeom prst="roundRect">
            <a:avLst>
              <a:gd name="adj" fmla="val 27778"/>
            </a:avLst>
          </a:prstGeom>
          <a:solidFill>
            <a:srgbClr val="EFEBFF"/>
          </a:solidFill>
          <a:ln/>
        </p:spPr>
      </p:sp>
      <p:sp>
        <p:nvSpPr>
          <p:cNvPr id="8" name="Shape 6"/>
          <p:cNvSpPr/>
          <p:nvPr/>
        </p:nvSpPr>
        <p:spPr>
          <a:xfrm>
            <a:off x="548640" y="2148840"/>
            <a:ext cx="3520440" cy="201168"/>
          </a:xfrm>
          <a:prstGeom prst="rect">
            <a:avLst/>
          </a:prstGeom>
          <a:solidFill>
            <a:srgbClr val="EFEBFF"/>
          </a:solidFill>
          <a:ln/>
        </p:spPr>
      </p:sp>
      <p:pic>
        <p:nvPicPr>
          <p:cNvPr id="9" name="Image 0" descr="preencoded.png">    </p:cNvPr>
          <p:cNvPicPr>
            <a:picLocks noChangeAspect="1"/>
          </p:cNvPicPr>
          <p:nvPr/>
        </p:nvPicPr>
        <p:blipFill>
          <a:blip r:embed="rId1"/>
          <a:stretch>
            <a:fillRect/>
          </a:stretch>
        </p:blipFill>
        <p:spPr>
          <a:xfrm>
            <a:off x="804672" y="1865376"/>
            <a:ext cx="310896" cy="310896"/>
          </a:xfrm>
          <a:prstGeom prst="rect">
            <a:avLst/>
          </a:prstGeom>
        </p:spPr>
      </p:pic>
      <p:sp>
        <p:nvSpPr>
          <p:cNvPr id="10" name="Text 7"/>
          <p:cNvSpPr txBox="1"/>
          <p:nvPr/>
        </p:nvSpPr>
        <p:spPr>
          <a:xfrm>
            <a:off x="1234440" y="1691640"/>
            <a:ext cx="2606040" cy="658368"/>
          </a:xfrm>
          <a:prstGeom prst="rect">
            <a:avLst/>
          </a:prstGeom>
          <a:noFill/>
          <a:ln/>
        </p:spPr>
        <p:txBody>
          <a:bodyPr wrap="square" lIns="0" tIns="0" rIns="0" bIns="0" rtlCol="0" anchor="ctr"/>
          <a:lstStyle/>
          <a:p>
            <a:pPr indent="0" marL="0">
              <a:buNone/>
            </a:pPr>
            <a:r>
              <a:rPr lang="en-US" sz="1500" b="1" dirty="0">
                <a:solidFill>
                  <a:srgbClr val="7A5AF0"/>
                </a:solidFill>
                <a:latin typeface="Malgun Gothic" pitchFamily="34" charset="0"/>
                <a:ea typeface="Malgun Gothic" pitchFamily="34" charset="-122"/>
                <a:cs typeface="Malgun Gothic" pitchFamily="34" charset="-120"/>
              </a:rPr>
              <a:t>데이터 · 배치</a:t>
            </a:r>
            <a:endParaRPr lang="en-US" sz="1500" dirty="0"/>
          </a:p>
        </p:txBody>
      </p:sp>
      <p:sp>
        <p:nvSpPr>
          <p:cNvPr id="11" name="Text 8"/>
          <p:cNvSpPr txBox="1"/>
          <p:nvPr/>
        </p:nvSpPr>
        <p:spPr>
          <a:xfrm>
            <a:off x="804672" y="2478024"/>
            <a:ext cx="3008376" cy="274320"/>
          </a:xfrm>
          <a:prstGeom prst="rect">
            <a:avLst/>
          </a:prstGeom>
          <a:noFill/>
          <a:ln/>
        </p:spPr>
        <p:txBody>
          <a:bodyPr wrap="square" lIns="0" tIns="0" rIns="0" bIns="0" rtlCol="0" anchor="t"/>
          <a:lstStyle/>
          <a:p>
            <a:pPr indent="0" marL="0">
              <a:buNone/>
            </a:pPr>
            <a:r>
              <a:rPr lang="en-US" sz="1200" b="1" dirty="0">
                <a:solidFill>
                  <a:srgbClr val="0F1B2D"/>
                </a:solidFill>
                <a:latin typeface="Malgun Gothic" pitchFamily="34" charset="0"/>
                <a:ea typeface="Malgun Gothic" pitchFamily="34" charset="-122"/>
                <a:cs typeface="Malgun Gothic" pitchFamily="34" charset="-120"/>
              </a:rPr>
              <a:t>CSV 초기 준비 중</a:t>
            </a:r>
            <a:endParaRPr lang="en-US" sz="1200" dirty="0"/>
          </a:p>
        </p:txBody>
      </p:sp>
      <p:sp>
        <p:nvSpPr>
          <p:cNvPr id="12" name="Text 9"/>
          <p:cNvSpPr txBox="1"/>
          <p:nvPr/>
        </p:nvSpPr>
        <p:spPr>
          <a:xfrm>
            <a:off x="804672" y="2770632"/>
            <a:ext cx="3008376" cy="411480"/>
          </a:xfrm>
          <a:prstGeom prst="rect">
            <a:avLst/>
          </a:prstGeom>
          <a:noFill/>
          <a:ln/>
        </p:spPr>
        <p:txBody>
          <a:bodyPr wrap="square" lIns="0" tIns="0" rIns="0" bIns="0" rtlCol="0" anchor="t"/>
          <a:lstStyle/>
          <a:p>
            <a:pPr indent="0" marL="0">
              <a:buNone/>
            </a:pPr>
            <a:r>
              <a:rPr lang="en-US" sz="1050" dirty="0">
                <a:solidFill>
                  <a:srgbClr val="56657A"/>
                </a:solidFill>
                <a:latin typeface="Malgun Gothic" pitchFamily="34" charset="0"/>
                <a:ea typeface="Malgun Gothic" pitchFamily="34" charset="-122"/>
                <a:cs typeface="Malgun Gothic" pitchFamily="34" charset="-120"/>
              </a:rPr>
              <a:t>형식별 503 + Retry-After 안내</a:t>
            </a:r>
            <a:endParaRPr lang="en-US" sz="1050" dirty="0"/>
          </a:p>
        </p:txBody>
      </p:sp>
      <p:sp>
        <p:nvSpPr>
          <p:cNvPr id="13" name="Shape 10"/>
          <p:cNvSpPr/>
          <p:nvPr/>
        </p:nvSpPr>
        <p:spPr>
          <a:xfrm>
            <a:off x="804672" y="3163824"/>
            <a:ext cx="3008376" cy="0"/>
          </a:xfrm>
          <a:prstGeom prst="line">
            <a:avLst/>
          </a:prstGeom>
          <a:noFill/>
          <a:ln w="9525">
            <a:solidFill>
              <a:srgbClr val="EEF2F7"/>
            </a:solidFill>
            <a:prstDash val="solid"/>
          </a:ln>
        </p:spPr>
      </p:sp>
      <p:sp>
        <p:nvSpPr>
          <p:cNvPr id="14" name="Text 11"/>
          <p:cNvSpPr txBox="1"/>
          <p:nvPr/>
        </p:nvSpPr>
        <p:spPr>
          <a:xfrm>
            <a:off x="804672" y="3227832"/>
            <a:ext cx="3008376" cy="274320"/>
          </a:xfrm>
          <a:prstGeom prst="rect">
            <a:avLst/>
          </a:prstGeom>
          <a:noFill/>
          <a:ln/>
        </p:spPr>
        <p:txBody>
          <a:bodyPr wrap="square" lIns="0" tIns="0" rIns="0" bIns="0" rtlCol="0" anchor="t"/>
          <a:lstStyle/>
          <a:p>
            <a:pPr indent="0" marL="0">
              <a:buNone/>
            </a:pPr>
            <a:r>
              <a:rPr lang="en-US" sz="1200" b="1" dirty="0">
                <a:solidFill>
                  <a:srgbClr val="0F1B2D"/>
                </a:solidFill>
                <a:latin typeface="Malgun Gothic" pitchFamily="34" charset="0"/>
                <a:ea typeface="Malgun Gothic" pitchFamily="34" charset="-122"/>
                <a:cs typeface="Malgun Gothic" pitchFamily="34" charset="-120"/>
              </a:rPr>
              <a:t>배치 원본 누락</a:t>
            </a:r>
            <a:endParaRPr lang="en-US" sz="1200" dirty="0"/>
          </a:p>
        </p:txBody>
      </p:sp>
      <p:sp>
        <p:nvSpPr>
          <p:cNvPr id="15" name="Text 12"/>
          <p:cNvSpPr txBox="1"/>
          <p:nvPr/>
        </p:nvSpPr>
        <p:spPr>
          <a:xfrm>
            <a:off x="804672" y="3520440"/>
            <a:ext cx="3008376" cy="411480"/>
          </a:xfrm>
          <a:prstGeom prst="rect">
            <a:avLst/>
          </a:prstGeom>
          <a:noFill/>
          <a:ln/>
        </p:spPr>
        <p:txBody>
          <a:bodyPr wrap="square" lIns="0" tIns="0" rIns="0" bIns="0" rtlCol="0" anchor="t"/>
          <a:lstStyle/>
          <a:p>
            <a:pPr indent="0" marL="0">
              <a:buNone/>
            </a:pPr>
            <a:r>
              <a:rPr lang="en-US" sz="1050" dirty="0">
                <a:solidFill>
                  <a:srgbClr val="56657A"/>
                </a:solidFill>
                <a:latin typeface="Malgun Gothic" pitchFamily="34" charset="0"/>
                <a:ea typeface="Malgun Gothic" pitchFamily="34" charset="-122"/>
                <a:cs typeface="Malgun Gothic" pitchFamily="34" charset="-120"/>
              </a:rPr>
              <a:t>실패 기록 · 기존 서비스 파일 유지 · 누락 파일 안내</a:t>
            </a:r>
            <a:endParaRPr lang="en-US" sz="1050" dirty="0"/>
          </a:p>
        </p:txBody>
      </p:sp>
      <p:sp>
        <p:nvSpPr>
          <p:cNvPr id="16" name="Shape 13"/>
          <p:cNvSpPr/>
          <p:nvPr/>
        </p:nvSpPr>
        <p:spPr>
          <a:xfrm>
            <a:off x="804672" y="3913632"/>
            <a:ext cx="3008376" cy="0"/>
          </a:xfrm>
          <a:prstGeom prst="line">
            <a:avLst/>
          </a:prstGeom>
          <a:noFill/>
          <a:ln w="9525">
            <a:solidFill>
              <a:srgbClr val="EEF2F7"/>
            </a:solidFill>
            <a:prstDash val="solid"/>
          </a:ln>
        </p:spPr>
      </p:sp>
      <p:sp>
        <p:nvSpPr>
          <p:cNvPr id="17" name="Text 14"/>
          <p:cNvSpPr txBox="1"/>
          <p:nvPr/>
        </p:nvSpPr>
        <p:spPr>
          <a:xfrm>
            <a:off x="804672" y="3977640"/>
            <a:ext cx="3008376" cy="274320"/>
          </a:xfrm>
          <a:prstGeom prst="rect">
            <a:avLst/>
          </a:prstGeom>
          <a:noFill/>
          <a:ln/>
        </p:spPr>
        <p:txBody>
          <a:bodyPr wrap="square" lIns="0" tIns="0" rIns="0" bIns="0" rtlCol="0" anchor="t"/>
          <a:lstStyle/>
          <a:p>
            <a:pPr indent="0" marL="0">
              <a:buNone/>
            </a:pPr>
            <a:r>
              <a:rPr lang="en-US" sz="1200" b="1" dirty="0">
                <a:solidFill>
                  <a:srgbClr val="0F1B2D"/>
                </a:solidFill>
                <a:latin typeface="Malgun Gothic" pitchFamily="34" charset="0"/>
                <a:ea typeface="Malgun Gothic" pitchFamily="34" charset="-122"/>
                <a:cs typeface="Malgun Gothic" pitchFamily="34" charset="-120"/>
              </a:rPr>
              <a:t>추출 · 검증 실패</a:t>
            </a:r>
            <a:endParaRPr lang="en-US" sz="1200" dirty="0"/>
          </a:p>
        </p:txBody>
      </p:sp>
      <p:sp>
        <p:nvSpPr>
          <p:cNvPr id="18" name="Text 15"/>
          <p:cNvSpPr txBox="1"/>
          <p:nvPr/>
        </p:nvSpPr>
        <p:spPr>
          <a:xfrm>
            <a:off x="804672" y="4270248"/>
            <a:ext cx="3008376" cy="411480"/>
          </a:xfrm>
          <a:prstGeom prst="rect">
            <a:avLst/>
          </a:prstGeom>
          <a:noFill/>
          <a:ln/>
        </p:spPr>
        <p:txBody>
          <a:bodyPr wrap="square" lIns="0" tIns="0" rIns="0" bIns="0" rtlCol="0" anchor="t"/>
          <a:lstStyle/>
          <a:p>
            <a:pPr indent="0" marL="0">
              <a:buNone/>
            </a:pPr>
            <a:r>
              <a:rPr lang="en-US" sz="1050" dirty="0">
                <a:solidFill>
                  <a:srgbClr val="56657A"/>
                </a:solidFill>
                <a:latin typeface="Malgun Gothic" pitchFamily="34" charset="0"/>
                <a:ea typeface="Malgun Gothic" pitchFamily="34" charset="-122"/>
                <a:cs typeface="Malgun Gothic" pitchFamily="34" charset="-120"/>
              </a:rPr>
              <a:t>임시 파일 정리, 교체 전 실패 시 기존 파일 유지</a:t>
            </a:r>
            <a:endParaRPr lang="en-US" sz="1050" dirty="0"/>
          </a:p>
        </p:txBody>
      </p:sp>
      <p:sp>
        <p:nvSpPr>
          <p:cNvPr id="19" name="Shape 16"/>
          <p:cNvSpPr/>
          <p:nvPr/>
        </p:nvSpPr>
        <p:spPr>
          <a:xfrm>
            <a:off x="804672" y="4663440"/>
            <a:ext cx="3008376" cy="0"/>
          </a:xfrm>
          <a:prstGeom prst="line">
            <a:avLst/>
          </a:prstGeom>
          <a:noFill/>
          <a:ln w="9525">
            <a:solidFill>
              <a:srgbClr val="EEF2F7"/>
            </a:solidFill>
            <a:prstDash val="solid"/>
          </a:ln>
        </p:spPr>
      </p:sp>
      <p:sp>
        <p:nvSpPr>
          <p:cNvPr id="20" name="Text 17"/>
          <p:cNvSpPr txBox="1"/>
          <p:nvPr/>
        </p:nvSpPr>
        <p:spPr>
          <a:xfrm>
            <a:off x="804672" y="4727448"/>
            <a:ext cx="3008376" cy="274320"/>
          </a:xfrm>
          <a:prstGeom prst="rect">
            <a:avLst/>
          </a:prstGeom>
          <a:noFill/>
          <a:ln/>
        </p:spPr>
        <p:txBody>
          <a:bodyPr wrap="square" lIns="0" tIns="0" rIns="0" bIns="0" rtlCol="0" anchor="t"/>
          <a:lstStyle/>
          <a:p>
            <a:pPr indent="0" marL="0">
              <a:buNone/>
            </a:pPr>
            <a:r>
              <a:rPr lang="en-US" sz="1200" b="1" dirty="0">
                <a:solidFill>
                  <a:srgbClr val="0F1B2D"/>
                </a:solidFill>
                <a:latin typeface="Malgun Gothic" pitchFamily="34" charset="0"/>
                <a:ea typeface="Malgun Gothic" pitchFamily="34" charset="-122"/>
                <a:cs typeface="Malgun Gothic" pitchFamily="34" charset="-120"/>
              </a:rPr>
              <a:t>CSV 재적재 실패</a:t>
            </a:r>
            <a:endParaRPr lang="en-US" sz="1200" dirty="0"/>
          </a:p>
        </p:txBody>
      </p:sp>
      <p:sp>
        <p:nvSpPr>
          <p:cNvPr id="21" name="Text 18"/>
          <p:cNvSpPr txBox="1"/>
          <p:nvPr/>
        </p:nvSpPr>
        <p:spPr>
          <a:xfrm>
            <a:off x="804672" y="5020056"/>
            <a:ext cx="3008376" cy="411480"/>
          </a:xfrm>
          <a:prstGeom prst="rect">
            <a:avLst/>
          </a:prstGeom>
          <a:noFill/>
          <a:ln/>
        </p:spPr>
        <p:txBody>
          <a:bodyPr wrap="square" lIns="0" tIns="0" rIns="0" bIns="0" rtlCol="0" anchor="t"/>
          <a:lstStyle/>
          <a:p>
            <a:pPr indent="0" marL="0">
              <a:buNone/>
            </a:pPr>
            <a:r>
              <a:rPr lang="en-US" sz="1050" dirty="0">
                <a:solidFill>
                  <a:srgbClr val="56657A"/>
                </a:solidFill>
                <a:latin typeface="Malgun Gothic" pitchFamily="34" charset="0"/>
                <a:ea typeface="Malgun Gothic" pitchFamily="34" charset="-122"/>
                <a:cs typeface="Malgun Gothic" pitchFamily="34" charset="-120"/>
              </a:rPr>
              <a:t>기존 정상 캐시가 있으면 그대로 유지</a:t>
            </a:r>
            <a:endParaRPr lang="en-US" sz="1050" dirty="0"/>
          </a:p>
        </p:txBody>
      </p:sp>
      <p:sp>
        <p:nvSpPr>
          <p:cNvPr id="22" name="Shape 19"/>
          <p:cNvSpPr/>
          <p:nvPr/>
        </p:nvSpPr>
        <p:spPr>
          <a:xfrm>
            <a:off x="804672" y="5413248"/>
            <a:ext cx="3008376" cy="0"/>
          </a:xfrm>
          <a:prstGeom prst="line">
            <a:avLst/>
          </a:prstGeom>
          <a:noFill/>
          <a:ln w="9525">
            <a:solidFill>
              <a:srgbClr val="EEF2F7"/>
            </a:solidFill>
            <a:prstDash val="solid"/>
          </a:ln>
        </p:spPr>
      </p:sp>
      <p:sp>
        <p:nvSpPr>
          <p:cNvPr id="23" name="Text 20"/>
          <p:cNvSpPr txBox="1"/>
          <p:nvPr/>
        </p:nvSpPr>
        <p:spPr>
          <a:xfrm>
            <a:off x="804672" y="5477256"/>
            <a:ext cx="3008376" cy="274320"/>
          </a:xfrm>
          <a:prstGeom prst="rect">
            <a:avLst/>
          </a:prstGeom>
          <a:noFill/>
          <a:ln/>
        </p:spPr>
        <p:txBody>
          <a:bodyPr wrap="square" lIns="0" tIns="0" rIns="0" bIns="0" rtlCol="0" anchor="t"/>
          <a:lstStyle/>
          <a:p>
            <a:pPr indent="0" marL="0">
              <a:buNone/>
            </a:pPr>
            <a:r>
              <a:rPr lang="en-US" sz="1200" b="1" dirty="0">
                <a:solidFill>
                  <a:srgbClr val="0F1B2D"/>
                </a:solidFill>
                <a:latin typeface="Malgun Gothic" pitchFamily="34" charset="0"/>
                <a:ea typeface="Malgun Gothic" pitchFamily="34" charset="-122"/>
                <a:cs typeface="Malgun Gothic" pitchFamily="34" charset="-120"/>
              </a:rPr>
              <a:t>시설 · 교통 파일 오류</a:t>
            </a:r>
            <a:endParaRPr lang="en-US" sz="1200" dirty="0"/>
          </a:p>
        </p:txBody>
      </p:sp>
      <p:sp>
        <p:nvSpPr>
          <p:cNvPr id="24" name="Text 21"/>
          <p:cNvSpPr txBox="1"/>
          <p:nvPr/>
        </p:nvSpPr>
        <p:spPr>
          <a:xfrm>
            <a:off x="804672" y="5769864"/>
            <a:ext cx="3008376" cy="411480"/>
          </a:xfrm>
          <a:prstGeom prst="rect">
            <a:avLst/>
          </a:prstGeom>
          <a:noFill/>
          <a:ln/>
        </p:spPr>
        <p:txBody>
          <a:bodyPr wrap="square" lIns="0" tIns="0" rIns="0" bIns="0" rtlCol="0" anchor="t"/>
          <a:lstStyle/>
          <a:p>
            <a:pPr indent="0" marL="0">
              <a:buNone/>
            </a:pPr>
            <a:r>
              <a:rPr lang="en-US" sz="1050" dirty="0">
                <a:solidFill>
                  <a:srgbClr val="56657A"/>
                </a:solidFill>
                <a:latin typeface="Malgun Gothic" pitchFamily="34" charset="0"/>
                <a:ea typeface="Malgun Gothic" pitchFamily="34" charset="-122"/>
                <a:cs typeface="Malgun Gothic" pitchFamily="34" charset="-120"/>
              </a:rPr>
              <a:t>누락 · 읽기 실패 · 좌표 없음을 구분해 안내</a:t>
            </a:r>
            <a:endParaRPr lang="en-US" sz="1050" dirty="0"/>
          </a:p>
        </p:txBody>
      </p:sp>
      <p:sp>
        <p:nvSpPr>
          <p:cNvPr id="25" name="Shape 22"/>
          <p:cNvSpPr/>
          <p:nvPr/>
        </p:nvSpPr>
        <p:spPr>
          <a:xfrm>
            <a:off x="4379976" y="1691640"/>
            <a:ext cx="3520440" cy="4572000"/>
          </a:xfrm>
          <a:prstGeom prst="roundRect">
            <a:avLst>
              <a:gd name="adj" fmla="val 5195"/>
            </a:avLst>
          </a:prstGeom>
          <a:solidFill>
            <a:srgbClr val="FFFFFF"/>
          </a:solidFill>
          <a:ln w="12700">
            <a:solidFill>
              <a:srgbClr val="DCE3EE"/>
            </a:solidFill>
            <a:prstDash val="solid"/>
          </a:ln>
        </p:spPr>
      </p:sp>
      <p:sp>
        <p:nvSpPr>
          <p:cNvPr id="26" name="Shape 23"/>
          <p:cNvSpPr/>
          <p:nvPr/>
        </p:nvSpPr>
        <p:spPr>
          <a:xfrm>
            <a:off x="4379976" y="1691640"/>
            <a:ext cx="3520440" cy="658368"/>
          </a:xfrm>
          <a:prstGeom prst="roundRect">
            <a:avLst>
              <a:gd name="adj" fmla="val 27778"/>
            </a:avLst>
          </a:prstGeom>
          <a:solidFill>
            <a:srgbClr val="FFF1E0"/>
          </a:solidFill>
          <a:ln/>
        </p:spPr>
      </p:sp>
      <p:sp>
        <p:nvSpPr>
          <p:cNvPr id="27" name="Shape 24"/>
          <p:cNvSpPr/>
          <p:nvPr/>
        </p:nvSpPr>
        <p:spPr>
          <a:xfrm>
            <a:off x="4379976" y="2148840"/>
            <a:ext cx="3520440" cy="201168"/>
          </a:xfrm>
          <a:prstGeom prst="rect">
            <a:avLst/>
          </a:prstGeom>
          <a:solidFill>
            <a:srgbClr val="FFF1E0"/>
          </a:solidFill>
          <a:ln/>
        </p:spPr>
      </p:sp>
      <p:pic>
        <p:nvPicPr>
          <p:cNvPr id="28" name="Image 1" descr="preencoded.png">    </p:cNvPr>
          <p:cNvPicPr>
            <a:picLocks noChangeAspect="1"/>
          </p:cNvPicPr>
          <p:nvPr/>
        </p:nvPicPr>
        <p:blipFill>
          <a:blip r:embed="rId2"/>
          <a:stretch>
            <a:fillRect/>
          </a:stretch>
        </p:blipFill>
        <p:spPr>
          <a:xfrm>
            <a:off x="4636008" y="1865376"/>
            <a:ext cx="310896" cy="310896"/>
          </a:xfrm>
          <a:prstGeom prst="rect">
            <a:avLst/>
          </a:prstGeom>
        </p:spPr>
      </p:pic>
      <p:sp>
        <p:nvSpPr>
          <p:cNvPr id="29" name="Text 25"/>
          <p:cNvSpPr txBox="1"/>
          <p:nvPr/>
        </p:nvSpPr>
        <p:spPr>
          <a:xfrm>
            <a:off x="5065776" y="1691640"/>
            <a:ext cx="2606040" cy="658368"/>
          </a:xfrm>
          <a:prstGeom prst="rect">
            <a:avLst/>
          </a:prstGeom>
          <a:noFill/>
          <a:ln/>
        </p:spPr>
        <p:txBody>
          <a:bodyPr wrap="square" lIns="0" tIns="0" rIns="0" bIns="0" rtlCol="0" anchor="ctr"/>
          <a:lstStyle/>
          <a:p>
            <a:pPr indent="0" marL="0">
              <a:buNone/>
            </a:pPr>
            <a:r>
              <a:rPr lang="en-US" sz="1500" b="1" dirty="0">
                <a:solidFill>
                  <a:srgbClr val="E8871E"/>
                </a:solidFill>
                <a:latin typeface="Malgun Gothic" pitchFamily="34" charset="0"/>
                <a:ea typeface="Malgun Gothic" pitchFamily="34" charset="-122"/>
                <a:cs typeface="Malgun Gothic" pitchFamily="34" charset="-120"/>
              </a:rPr>
              <a:t>AI 연동</a:t>
            </a:r>
            <a:endParaRPr lang="en-US" sz="1500" dirty="0"/>
          </a:p>
        </p:txBody>
      </p:sp>
      <p:sp>
        <p:nvSpPr>
          <p:cNvPr id="30" name="Text 26"/>
          <p:cNvSpPr txBox="1"/>
          <p:nvPr/>
        </p:nvSpPr>
        <p:spPr>
          <a:xfrm>
            <a:off x="4636008" y="2478024"/>
            <a:ext cx="3008376" cy="274320"/>
          </a:xfrm>
          <a:prstGeom prst="rect">
            <a:avLst/>
          </a:prstGeom>
          <a:noFill/>
          <a:ln/>
        </p:spPr>
        <p:txBody>
          <a:bodyPr wrap="square" lIns="0" tIns="0" rIns="0" bIns="0" rtlCol="0" anchor="t"/>
          <a:lstStyle/>
          <a:p>
            <a:pPr indent="0" marL="0">
              <a:buNone/>
            </a:pPr>
            <a:r>
              <a:rPr lang="en-US" sz="1200" b="1" dirty="0">
                <a:solidFill>
                  <a:srgbClr val="0F1B2D"/>
                </a:solidFill>
                <a:latin typeface="Malgun Gothic" pitchFamily="34" charset="0"/>
                <a:ea typeface="Malgun Gothic" pitchFamily="34" charset="-122"/>
                <a:cs typeface="Malgun Gothic" pitchFamily="34" charset="-120"/>
              </a:rPr>
              <a:t>키 · SDK · 통신 · 시간초과</a:t>
            </a:r>
            <a:endParaRPr lang="en-US" sz="1200" dirty="0"/>
          </a:p>
        </p:txBody>
      </p:sp>
      <p:sp>
        <p:nvSpPr>
          <p:cNvPr id="31" name="Text 27"/>
          <p:cNvSpPr txBox="1"/>
          <p:nvPr/>
        </p:nvSpPr>
        <p:spPr>
          <a:xfrm>
            <a:off x="4636008" y="2770632"/>
            <a:ext cx="3008376" cy="411480"/>
          </a:xfrm>
          <a:prstGeom prst="rect">
            <a:avLst/>
          </a:prstGeom>
          <a:noFill/>
          <a:ln/>
        </p:spPr>
        <p:txBody>
          <a:bodyPr wrap="square" lIns="0" tIns="0" rIns="0" bIns="0" rtlCol="0" anchor="t"/>
          <a:lstStyle/>
          <a:p>
            <a:pPr indent="0" marL="0">
              <a:buNone/>
            </a:pPr>
            <a:r>
              <a:rPr lang="en-US" sz="1050" dirty="0">
                <a:solidFill>
                  <a:srgbClr val="56657A"/>
                </a:solidFill>
                <a:latin typeface="Malgun Gothic" pitchFamily="34" charset="0"/>
                <a:ea typeface="Malgun Gothic" pitchFamily="34" charset="-122"/>
                <a:cs typeface="Malgun Gothic" pitchFamily="34" charset="-120"/>
              </a:rPr>
              <a:t>실패 안내 후 AI 없이 기본 계획서 생성 가능</a:t>
            </a:r>
            <a:endParaRPr lang="en-US" sz="1050" dirty="0"/>
          </a:p>
        </p:txBody>
      </p:sp>
      <p:sp>
        <p:nvSpPr>
          <p:cNvPr id="32" name="Shape 28"/>
          <p:cNvSpPr/>
          <p:nvPr/>
        </p:nvSpPr>
        <p:spPr>
          <a:xfrm>
            <a:off x="4636008" y="3163824"/>
            <a:ext cx="3008376" cy="0"/>
          </a:xfrm>
          <a:prstGeom prst="line">
            <a:avLst/>
          </a:prstGeom>
          <a:noFill/>
          <a:ln w="9525">
            <a:solidFill>
              <a:srgbClr val="EEF2F7"/>
            </a:solidFill>
            <a:prstDash val="solid"/>
          </a:ln>
        </p:spPr>
      </p:sp>
      <p:sp>
        <p:nvSpPr>
          <p:cNvPr id="33" name="Text 29"/>
          <p:cNvSpPr txBox="1"/>
          <p:nvPr/>
        </p:nvSpPr>
        <p:spPr>
          <a:xfrm>
            <a:off x="4636008" y="3227832"/>
            <a:ext cx="3008376" cy="274320"/>
          </a:xfrm>
          <a:prstGeom prst="rect">
            <a:avLst/>
          </a:prstGeom>
          <a:noFill/>
          <a:ln/>
        </p:spPr>
        <p:txBody>
          <a:bodyPr wrap="square" lIns="0" tIns="0" rIns="0" bIns="0" rtlCol="0" anchor="t"/>
          <a:lstStyle/>
          <a:p>
            <a:pPr indent="0" marL="0">
              <a:buNone/>
            </a:pPr>
            <a:r>
              <a:rPr lang="en-US" sz="1200" b="1" dirty="0">
                <a:solidFill>
                  <a:srgbClr val="0F1B2D"/>
                </a:solidFill>
                <a:latin typeface="Malgun Gothic" pitchFamily="34" charset="0"/>
                <a:ea typeface="Malgun Gothic" pitchFamily="34" charset="-122"/>
                <a:cs typeface="Malgun Gothic" pitchFamily="34" charset="-120"/>
              </a:rPr>
              <a:t>429 · 500 · 502 · 503 · 504</a:t>
            </a:r>
            <a:endParaRPr lang="en-US" sz="1200" dirty="0"/>
          </a:p>
        </p:txBody>
      </p:sp>
      <p:sp>
        <p:nvSpPr>
          <p:cNvPr id="34" name="Text 30"/>
          <p:cNvSpPr txBox="1"/>
          <p:nvPr/>
        </p:nvSpPr>
        <p:spPr>
          <a:xfrm>
            <a:off x="4636008" y="3520440"/>
            <a:ext cx="3008376" cy="411480"/>
          </a:xfrm>
          <a:prstGeom prst="rect">
            <a:avLst/>
          </a:prstGeom>
          <a:noFill/>
          <a:ln/>
        </p:spPr>
        <p:txBody>
          <a:bodyPr wrap="square" lIns="0" tIns="0" rIns="0" bIns="0" rtlCol="0" anchor="t"/>
          <a:lstStyle/>
          <a:p>
            <a:pPr indent="0" marL="0">
              <a:buNone/>
            </a:pPr>
            <a:r>
              <a:rPr lang="en-US" sz="1050" dirty="0">
                <a:solidFill>
                  <a:srgbClr val="56657A"/>
                </a:solidFill>
                <a:latin typeface="Malgun Gothic" pitchFamily="34" charset="0"/>
                <a:ea typeface="Malgun Gothic" pitchFamily="34" charset="-122"/>
                <a:cs typeface="Malgun Gothic" pitchFamily="34" charset="-120"/>
              </a:rPr>
              <a:t>해당 오류만 최대 10회 제한적 재시도</a:t>
            </a:r>
            <a:endParaRPr lang="en-US" sz="1050" dirty="0"/>
          </a:p>
        </p:txBody>
      </p:sp>
      <p:sp>
        <p:nvSpPr>
          <p:cNvPr id="35" name="Shape 31"/>
          <p:cNvSpPr/>
          <p:nvPr/>
        </p:nvSpPr>
        <p:spPr>
          <a:xfrm>
            <a:off x="4636008" y="3913632"/>
            <a:ext cx="3008376" cy="0"/>
          </a:xfrm>
          <a:prstGeom prst="line">
            <a:avLst/>
          </a:prstGeom>
          <a:noFill/>
          <a:ln w="9525">
            <a:solidFill>
              <a:srgbClr val="EEF2F7"/>
            </a:solidFill>
            <a:prstDash val="solid"/>
          </a:ln>
        </p:spPr>
      </p:sp>
      <p:sp>
        <p:nvSpPr>
          <p:cNvPr id="36" name="Text 32"/>
          <p:cNvSpPr txBox="1"/>
          <p:nvPr/>
        </p:nvSpPr>
        <p:spPr>
          <a:xfrm>
            <a:off x="4636008" y="3977640"/>
            <a:ext cx="3008376" cy="274320"/>
          </a:xfrm>
          <a:prstGeom prst="rect">
            <a:avLst/>
          </a:prstGeom>
          <a:noFill/>
          <a:ln/>
        </p:spPr>
        <p:txBody>
          <a:bodyPr wrap="square" lIns="0" tIns="0" rIns="0" bIns="0" rtlCol="0" anchor="t"/>
          <a:lstStyle/>
          <a:p>
            <a:pPr indent="0" marL="0">
              <a:buNone/>
            </a:pPr>
            <a:r>
              <a:rPr lang="en-US" sz="1200" b="1" dirty="0">
                <a:solidFill>
                  <a:srgbClr val="0F1B2D"/>
                </a:solidFill>
                <a:latin typeface="Malgun Gothic" pitchFamily="34" charset="0"/>
                <a:ea typeface="Malgun Gothic" pitchFamily="34" charset="-122"/>
                <a:cs typeface="Malgun Gothic" pitchFamily="34" charset="-120"/>
              </a:rPr>
              <a:t>JSON · 근거 · 점수 오류</a:t>
            </a:r>
            <a:endParaRPr lang="en-US" sz="1200" dirty="0"/>
          </a:p>
        </p:txBody>
      </p:sp>
      <p:sp>
        <p:nvSpPr>
          <p:cNvPr id="37" name="Text 33"/>
          <p:cNvSpPr txBox="1"/>
          <p:nvPr/>
        </p:nvSpPr>
        <p:spPr>
          <a:xfrm>
            <a:off x="4636008" y="4270248"/>
            <a:ext cx="3008376" cy="411480"/>
          </a:xfrm>
          <a:prstGeom prst="rect">
            <a:avLst/>
          </a:prstGeom>
          <a:noFill/>
          <a:ln/>
        </p:spPr>
        <p:txBody>
          <a:bodyPr wrap="square" lIns="0" tIns="0" rIns="0" bIns="0" rtlCol="0" anchor="t"/>
          <a:lstStyle/>
          <a:p>
            <a:pPr indent="0" marL="0">
              <a:buNone/>
            </a:pPr>
            <a:r>
              <a:rPr lang="en-US" sz="1050" dirty="0">
                <a:solidFill>
                  <a:srgbClr val="56657A"/>
                </a:solidFill>
                <a:latin typeface="Malgun Gothic" pitchFamily="34" charset="0"/>
                <a:ea typeface="Malgun Gothic" pitchFamily="34" charset="-122"/>
                <a:cs typeface="Malgun Gothic" pitchFamily="34" charset="-120"/>
              </a:rPr>
              <a:t>검증 실패 처리, 점수 없으면 ‘판단 자료 부족’</a:t>
            </a:r>
            <a:endParaRPr lang="en-US" sz="1050" dirty="0"/>
          </a:p>
        </p:txBody>
      </p:sp>
      <p:sp>
        <p:nvSpPr>
          <p:cNvPr id="38" name="Shape 34"/>
          <p:cNvSpPr/>
          <p:nvPr/>
        </p:nvSpPr>
        <p:spPr>
          <a:xfrm>
            <a:off x="4636008" y="4663440"/>
            <a:ext cx="3008376" cy="0"/>
          </a:xfrm>
          <a:prstGeom prst="line">
            <a:avLst/>
          </a:prstGeom>
          <a:noFill/>
          <a:ln w="9525">
            <a:solidFill>
              <a:srgbClr val="EEF2F7"/>
            </a:solidFill>
            <a:prstDash val="solid"/>
          </a:ln>
        </p:spPr>
      </p:sp>
      <p:sp>
        <p:nvSpPr>
          <p:cNvPr id="39" name="Text 35"/>
          <p:cNvSpPr txBox="1"/>
          <p:nvPr/>
        </p:nvSpPr>
        <p:spPr>
          <a:xfrm>
            <a:off x="4636008" y="4727448"/>
            <a:ext cx="3008376" cy="274320"/>
          </a:xfrm>
          <a:prstGeom prst="rect">
            <a:avLst/>
          </a:prstGeom>
          <a:noFill/>
          <a:ln/>
        </p:spPr>
        <p:txBody>
          <a:bodyPr wrap="square" lIns="0" tIns="0" rIns="0" bIns="0" rtlCol="0" anchor="t"/>
          <a:lstStyle/>
          <a:p>
            <a:pPr indent="0" marL="0">
              <a:buNone/>
            </a:pPr>
            <a:r>
              <a:rPr lang="en-US" sz="1200" b="1" dirty="0">
                <a:solidFill>
                  <a:srgbClr val="0F1B2D"/>
                </a:solidFill>
                <a:latin typeface="Malgun Gothic" pitchFamily="34" charset="0"/>
                <a:ea typeface="Malgun Gothic" pitchFamily="34" charset="-122"/>
                <a:cs typeface="Malgun Gothic" pitchFamily="34" charset="-120"/>
              </a:rPr>
              <a:t>지역 AI 캐시 손상</a:t>
            </a:r>
            <a:endParaRPr lang="en-US" sz="1200" dirty="0"/>
          </a:p>
        </p:txBody>
      </p:sp>
      <p:sp>
        <p:nvSpPr>
          <p:cNvPr id="40" name="Text 36"/>
          <p:cNvSpPr txBox="1"/>
          <p:nvPr/>
        </p:nvSpPr>
        <p:spPr>
          <a:xfrm>
            <a:off x="4636008" y="5020056"/>
            <a:ext cx="3008376" cy="411480"/>
          </a:xfrm>
          <a:prstGeom prst="rect">
            <a:avLst/>
          </a:prstGeom>
          <a:noFill/>
          <a:ln/>
        </p:spPr>
        <p:txBody>
          <a:bodyPr wrap="square" lIns="0" tIns="0" rIns="0" bIns="0" rtlCol="0" anchor="t"/>
          <a:lstStyle/>
          <a:p>
            <a:pPr indent="0" marL="0">
              <a:buNone/>
            </a:pPr>
            <a:r>
              <a:rPr lang="en-US" sz="1050" dirty="0">
                <a:solidFill>
                  <a:srgbClr val="56657A"/>
                </a:solidFill>
                <a:latin typeface="Malgun Gothic" pitchFamily="34" charset="0"/>
                <a:ea typeface="Malgun Gothic" pitchFamily="34" charset="-122"/>
                <a:cs typeface="Malgun Gothic" pitchFamily="34" charset="-120"/>
              </a:rPr>
              <a:t>재분석, 분석 중 CSV 세대 변경 시 저장 안 함</a:t>
            </a:r>
            <a:endParaRPr lang="en-US" sz="1050" dirty="0"/>
          </a:p>
        </p:txBody>
      </p:sp>
      <p:sp>
        <p:nvSpPr>
          <p:cNvPr id="41" name="Shape 37"/>
          <p:cNvSpPr/>
          <p:nvPr/>
        </p:nvSpPr>
        <p:spPr>
          <a:xfrm>
            <a:off x="4636008" y="5413248"/>
            <a:ext cx="3008376" cy="0"/>
          </a:xfrm>
          <a:prstGeom prst="line">
            <a:avLst/>
          </a:prstGeom>
          <a:noFill/>
          <a:ln w="9525">
            <a:solidFill>
              <a:srgbClr val="EEF2F7"/>
            </a:solidFill>
            <a:prstDash val="solid"/>
          </a:ln>
        </p:spPr>
      </p:sp>
      <p:sp>
        <p:nvSpPr>
          <p:cNvPr id="42" name="Text 38"/>
          <p:cNvSpPr txBox="1"/>
          <p:nvPr/>
        </p:nvSpPr>
        <p:spPr>
          <a:xfrm>
            <a:off x="4636008" y="5477256"/>
            <a:ext cx="3008376" cy="274320"/>
          </a:xfrm>
          <a:prstGeom prst="rect">
            <a:avLst/>
          </a:prstGeom>
          <a:noFill/>
          <a:ln/>
        </p:spPr>
        <p:txBody>
          <a:bodyPr wrap="square" lIns="0" tIns="0" rIns="0" bIns="0" rtlCol="0" anchor="t"/>
          <a:lstStyle/>
          <a:p>
            <a:pPr indent="0" marL="0">
              <a:buNone/>
            </a:pPr>
            <a:r>
              <a:rPr lang="en-US" sz="1200" b="1" dirty="0">
                <a:solidFill>
                  <a:srgbClr val="0F1B2D"/>
                </a:solidFill>
                <a:latin typeface="Malgun Gothic" pitchFamily="34" charset="0"/>
                <a:ea typeface="Malgun Gothic" pitchFamily="34" charset="-122"/>
                <a:cs typeface="Malgun Gothic" pitchFamily="34" charset="-120"/>
              </a:rPr>
              <a:t>검토 토큰 만료 · 입력 변경</a:t>
            </a:r>
            <a:endParaRPr lang="en-US" sz="1200" dirty="0"/>
          </a:p>
        </p:txBody>
      </p:sp>
      <p:sp>
        <p:nvSpPr>
          <p:cNvPr id="43" name="Text 39"/>
          <p:cNvSpPr txBox="1"/>
          <p:nvPr/>
        </p:nvSpPr>
        <p:spPr>
          <a:xfrm>
            <a:off x="4636008" y="5769864"/>
            <a:ext cx="3008376" cy="411480"/>
          </a:xfrm>
          <a:prstGeom prst="rect">
            <a:avLst/>
          </a:prstGeom>
          <a:noFill/>
          <a:ln/>
        </p:spPr>
        <p:txBody>
          <a:bodyPr wrap="square" lIns="0" tIns="0" rIns="0" bIns="0" rtlCol="0" anchor="t"/>
          <a:lstStyle/>
          <a:p>
            <a:pPr indent="0" marL="0">
              <a:buNone/>
            </a:pPr>
            <a:r>
              <a:rPr lang="en-US" sz="1050" dirty="0">
                <a:solidFill>
                  <a:srgbClr val="56657A"/>
                </a:solidFill>
                <a:latin typeface="Malgun Gothic" pitchFamily="34" charset="0"/>
                <a:ea typeface="Malgun Gothic" pitchFamily="34" charset="-122"/>
                <a:cs typeface="Malgun Gothic" pitchFamily="34" charset="-120"/>
              </a:rPr>
              <a:t>1시간 서명 토큰 대조 → 재검토 또는 포함 해제</a:t>
            </a:r>
            <a:endParaRPr lang="en-US" sz="1050" dirty="0"/>
          </a:p>
        </p:txBody>
      </p:sp>
      <p:sp>
        <p:nvSpPr>
          <p:cNvPr id="44" name="Shape 40"/>
          <p:cNvSpPr/>
          <p:nvPr/>
        </p:nvSpPr>
        <p:spPr>
          <a:xfrm>
            <a:off x="8211312" y="1691640"/>
            <a:ext cx="3520440" cy="4572000"/>
          </a:xfrm>
          <a:prstGeom prst="roundRect">
            <a:avLst>
              <a:gd name="adj" fmla="val 5195"/>
            </a:avLst>
          </a:prstGeom>
          <a:solidFill>
            <a:srgbClr val="FFFFFF"/>
          </a:solidFill>
          <a:ln w="12700">
            <a:solidFill>
              <a:srgbClr val="DCE3EE"/>
            </a:solidFill>
            <a:prstDash val="solid"/>
          </a:ln>
        </p:spPr>
      </p:sp>
      <p:sp>
        <p:nvSpPr>
          <p:cNvPr id="45" name="Shape 41"/>
          <p:cNvSpPr/>
          <p:nvPr/>
        </p:nvSpPr>
        <p:spPr>
          <a:xfrm>
            <a:off x="8211312" y="1691640"/>
            <a:ext cx="3520440" cy="658368"/>
          </a:xfrm>
          <a:prstGeom prst="roundRect">
            <a:avLst>
              <a:gd name="adj" fmla="val 27778"/>
            </a:avLst>
          </a:prstGeom>
          <a:solidFill>
            <a:srgbClr val="E8EFFF"/>
          </a:solidFill>
          <a:ln/>
        </p:spPr>
      </p:sp>
      <p:sp>
        <p:nvSpPr>
          <p:cNvPr id="46" name="Shape 42"/>
          <p:cNvSpPr/>
          <p:nvPr/>
        </p:nvSpPr>
        <p:spPr>
          <a:xfrm>
            <a:off x="8211312" y="2148840"/>
            <a:ext cx="3520440" cy="201168"/>
          </a:xfrm>
          <a:prstGeom prst="rect">
            <a:avLst/>
          </a:prstGeom>
          <a:solidFill>
            <a:srgbClr val="E8EFFF"/>
          </a:solidFill>
          <a:ln/>
        </p:spPr>
      </p:sp>
      <p:pic>
        <p:nvPicPr>
          <p:cNvPr id="47" name="Image 2" descr="preencoded.png">    </p:cNvPr>
          <p:cNvPicPr>
            <a:picLocks noChangeAspect="1"/>
          </p:cNvPicPr>
          <p:nvPr/>
        </p:nvPicPr>
        <p:blipFill>
          <a:blip r:embed="rId3"/>
          <a:stretch>
            <a:fillRect/>
          </a:stretch>
        </p:blipFill>
        <p:spPr>
          <a:xfrm>
            <a:off x="8467344" y="1865376"/>
            <a:ext cx="310896" cy="310896"/>
          </a:xfrm>
          <a:prstGeom prst="rect">
            <a:avLst/>
          </a:prstGeom>
        </p:spPr>
      </p:pic>
      <p:sp>
        <p:nvSpPr>
          <p:cNvPr id="48" name="Text 43"/>
          <p:cNvSpPr txBox="1"/>
          <p:nvPr/>
        </p:nvSpPr>
        <p:spPr>
          <a:xfrm>
            <a:off x="8897112" y="1691640"/>
            <a:ext cx="2606040" cy="658368"/>
          </a:xfrm>
          <a:prstGeom prst="rect">
            <a:avLst/>
          </a:prstGeom>
          <a:noFill/>
          <a:ln/>
        </p:spPr>
        <p:txBody>
          <a:bodyPr wrap="square" lIns="0" tIns="0" rIns="0" bIns="0" rtlCol="0" anchor="ctr"/>
          <a:lstStyle/>
          <a:p>
            <a:pPr indent="0" marL="0">
              <a:buNone/>
            </a:pPr>
            <a:r>
              <a:rPr lang="en-US" sz="1500" b="1" dirty="0">
                <a:solidFill>
                  <a:srgbClr val="0046F0"/>
                </a:solidFill>
                <a:latin typeface="Malgun Gothic" pitchFamily="34" charset="0"/>
                <a:ea typeface="Malgun Gothic" pitchFamily="34" charset="-122"/>
                <a:cs typeface="Malgun Gothic" pitchFamily="34" charset="-120"/>
              </a:rPr>
              <a:t>화면 · 입력 · 저장</a:t>
            </a:r>
            <a:endParaRPr lang="en-US" sz="1500" dirty="0"/>
          </a:p>
        </p:txBody>
      </p:sp>
      <p:sp>
        <p:nvSpPr>
          <p:cNvPr id="49" name="Text 44"/>
          <p:cNvSpPr txBox="1"/>
          <p:nvPr/>
        </p:nvSpPr>
        <p:spPr>
          <a:xfrm>
            <a:off x="8467344" y="2478024"/>
            <a:ext cx="3008376" cy="274320"/>
          </a:xfrm>
          <a:prstGeom prst="rect">
            <a:avLst/>
          </a:prstGeom>
          <a:noFill/>
          <a:ln/>
        </p:spPr>
        <p:txBody>
          <a:bodyPr wrap="square" lIns="0" tIns="0" rIns="0" bIns="0" rtlCol="0" anchor="t"/>
          <a:lstStyle/>
          <a:p>
            <a:pPr indent="0" marL="0">
              <a:buNone/>
            </a:pPr>
            <a:r>
              <a:rPr lang="en-US" sz="1200" b="1" dirty="0">
                <a:solidFill>
                  <a:srgbClr val="0F1B2D"/>
                </a:solidFill>
                <a:latin typeface="Malgun Gothic" pitchFamily="34" charset="0"/>
                <a:ea typeface="Malgun Gothic" pitchFamily="34" charset="-122"/>
                <a:cs typeface="Malgun Gothic" pitchFamily="34" charset="-120"/>
              </a:rPr>
              <a:t>조회 응답 역전</a:t>
            </a:r>
            <a:endParaRPr lang="en-US" sz="1200" dirty="0"/>
          </a:p>
        </p:txBody>
      </p:sp>
      <p:sp>
        <p:nvSpPr>
          <p:cNvPr id="50" name="Text 45"/>
          <p:cNvSpPr txBox="1"/>
          <p:nvPr/>
        </p:nvSpPr>
        <p:spPr>
          <a:xfrm>
            <a:off x="8467344" y="2770632"/>
            <a:ext cx="3008376" cy="411480"/>
          </a:xfrm>
          <a:prstGeom prst="rect">
            <a:avLst/>
          </a:prstGeom>
          <a:noFill/>
          <a:ln/>
        </p:spPr>
        <p:txBody>
          <a:bodyPr wrap="square" lIns="0" tIns="0" rIns="0" bIns="0" rtlCol="0" anchor="t"/>
          <a:lstStyle/>
          <a:p>
            <a:pPr indent="0" marL="0">
              <a:buNone/>
            </a:pPr>
            <a:r>
              <a:rPr lang="en-US" sz="1050" dirty="0">
                <a:solidFill>
                  <a:srgbClr val="56657A"/>
                </a:solidFill>
                <a:latin typeface="Malgun Gothic" pitchFamily="34" charset="0"/>
                <a:ea typeface="Malgun Gothic" pitchFamily="34" charset="-122"/>
                <a:cs typeface="Malgun Gothic" pitchFamily="34" charset="-120"/>
              </a:rPr>
              <a:t>요청 버전으로 과거 응답 무시, 최신 결과만 표시</a:t>
            </a:r>
            <a:endParaRPr lang="en-US" sz="1050" dirty="0"/>
          </a:p>
        </p:txBody>
      </p:sp>
      <p:sp>
        <p:nvSpPr>
          <p:cNvPr id="51" name="Shape 46"/>
          <p:cNvSpPr/>
          <p:nvPr/>
        </p:nvSpPr>
        <p:spPr>
          <a:xfrm>
            <a:off x="8467344" y="3163824"/>
            <a:ext cx="3008376" cy="0"/>
          </a:xfrm>
          <a:prstGeom prst="line">
            <a:avLst/>
          </a:prstGeom>
          <a:noFill/>
          <a:ln w="9525">
            <a:solidFill>
              <a:srgbClr val="EEF2F7"/>
            </a:solidFill>
            <a:prstDash val="solid"/>
          </a:ln>
        </p:spPr>
      </p:sp>
      <p:sp>
        <p:nvSpPr>
          <p:cNvPr id="52" name="Text 47"/>
          <p:cNvSpPr txBox="1"/>
          <p:nvPr/>
        </p:nvSpPr>
        <p:spPr>
          <a:xfrm>
            <a:off x="8467344" y="3227832"/>
            <a:ext cx="3008376" cy="274320"/>
          </a:xfrm>
          <a:prstGeom prst="rect">
            <a:avLst/>
          </a:prstGeom>
          <a:noFill/>
          <a:ln/>
        </p:spPr>
        <p:txBody>
          <a:bodyPr wrap="square" lIns="0" tIns="0" rIns="0" bIns="0" rtlCol="0" anchor="t"/>
          <a:lstStyle/>
          <a:p>
            <a:pPr indent="0" marL="0">
              <a:buNone/>
            </a:pPr>
            <a:r>
              <a:rPr lang="en-US" sz="1200" b="1" dirty="0">
                <a:solidFill>
                  <a:srgbClr val="0F1B2D"/>
                </a:solidFill>
                <a:latin typeface="Malgun Gothic" pitchFamily="34" charset="0"/>
                <a:ea typeface="Malgun Gothic" pitchFamily="34" charset="-122"/>
                <a:cs typeface="Malgun Gothic" pitchFamily="34" charset="-120"/>
              </a:rPr>
              <a:t>입력 오류</a:t>
            </a:r>
            <a:endParaRPr lang="en-US" sz="1200" dirty="0"/>
          </a:p>
        </p:txBody>
      </p:sp>
      <p:sp>
        <p:nvSpPr>
          <p:cNvPr id="53" name="Text 48"/>
          <p:cNvSpPr txBox="1"/>
          <p:nvPr/>
        </p:nvSpPr>
        <p:spPr>
          <a:xfrm>
            <a:off x="8467344" y="3520440"/>
            <a:ext cx="3008376" cy="411480"/>
          </a:xfrm>
          <a:prstGeom prst="rect">
            <a:avLst/>
          </a:prstGeom>
          <a:noFill/>
          <a:ln/>
        </p:spPr>
        <p:txBody>
          <a:bodyPr wrap="square" lIns="0" tIns="0" rIns="0" bIns="0" rtlCol="0" anchor="t"/>
          <a:lstStyle/>
          <a:p>
            <a:pPr indent="0" marL="0">
              <a:buNone/>
            </a:pPr>
            <a:r>
              <a:rPr lang="en-US" sz="1050" dirty="0">
                <a:solidFill>
                  <a:srgbClr val="56657A"/>
                </a:solidFill>
                <a:latin typeface="Malgun Gothic" pitchFamily="34" charset="0"/>
                <a:ea typeface="Malgun Gothic" pitchFamily="34" charset="-122"/>
                <a:cs typeface="Malgun Gothic" pitchFamily="34" charset="-120"/>
              </a:rPr>
              <a:t>날짜 순서 · 인원 · 금액 · 시설 개수 검사</a:t>
            </a:r>
            <a:endParaRPr lang="en-US" sz="1050" dirty="0"/>
          </a:p>
        </p:txBody>
      </p:sp>
      <p:sp>
        <p:nvSpPr>
          <p:cNvPr id="54" name="Shape 49"/>
          <p:cNvSpPr/>
          <p:nvPr/>
        </p:nvSpPr>
        <p:spPr>
          <a:xfrm>
            <a:off x="8467344" y="3913632"/>
            <a:ext cx="3008376" cy="0"/>
          </a:xfrm>
          <a:prstGeom prst="line">
            <a:avLst/>
          </a:prstGeom>
          <a:noFill/>
          <a:ln w="9525">
            <a:solidFill>
              <a:srgbClr val="EEF2F7"/>
            </a:solidFill>
            <a:prstDash val="solid"/>
          </a:ln>
        </p:spPr>
      </p:sp>
      <p:sp>
        <p:nvSpPr>
          <p:cNvPr id="55" name="Text 50"/>
          <p:cNvSpPr txBox="1"/>
          <p:nvPr/>
        </p:nvSpPr>
        <p:spPr>
          <a:xfrm>
            <a:off x="8467344" y="3977640"/>
            <a:ext cx="3008376" cy="274320"/>
          </a:xfrm>
          <a:prstGeom prst="rect">
            <a:avLst/>
          </a:prstGeom>
          <a:noFill/>
          <a:ln/>
        </p:spPr>
        <p:txBody>
          <a:bodyPr wrap="square" lIns="0" tIns="0" rIns="0" bIns="0" rtlCol="0" anchor="t"/>
          <a:lstStyle/>
          <a:p>
            <a:pPr indent="0" marL="0">
              <a:buNone/>
            </a:pPr>
            <a:r>
              <a:rPr lang="en-US" sz="1200" b="1" dirty="0">
                <a:solidFill>
                  <a:srgbClr val="0F1B2D"/>
                </a:solidFill>
                <a:latin typeface="Malgun Gothic" pitchFamily="34" charset="0"/>
                <a:ea typeface="Malgun Gothic" pitchFamily="34" charset="-122"/>
                <a:cs typeface="Malgun Gothic" pitchFamily="34" charset="-120"/>
              </a:rPr>
              <a:t>시설 선택 변조 · 만료</a:t>
            </a:r>
            <a:endParaRPr lang="en-US" sz="1200" dirty="0"/>
          </a:p>
        </p:txBody>
      </p:sp>
      <p:sp>
        <p:nvSpPr>
          <p:cNvPr id="56" name="Text 51"/>
          <p:cNvSpPr txBox="1"/>
          <p:nvPr/>
        </p:nvSpPr>
        <p:spPr>
          <a:xfrm>
            <a:off x="8467344" y="4270248"/>
            <a:ext cx="3008376" cy="411480"/>
          </a:xfrm>
          <a:prstGeom prst="rect">
            <a:avLst/>
          </a:prstGeom>
          <a:noFill/>
          <a:ln/>
        </p:spPr>
        <p:txBody>
          <a:bodyPr wrap="square" lIns="0" tIns="0" rIns="0" bIns="0" rtlCol="0" anchor="t"/>
          <a:lstStyle/>
          <a:p>
            <a:pPr indent="0" marL="0">
              <a:buNone/>
            </a:pPr>
            <a:r>
              <a:rPr lang="en-US" sz="1050" dirty="0">
                <a:solidFill>
                  <a:srgbClr val="56657A"/>
                </a:solidFill>
                <a:latin typeface="Malgun Gothic" pitchFamily="34" charset="0"/>
                <a:ea typeface="Malgun Gothic" pitchFamily="34" charset="-122"/>
                <a:cs typeface="Malgun Gothic" pitchFamily="34" charset="-120"/>
              </a:rPr>
              <a:t>2시간 서명 토큰과 현재 후보 대조 후 재선택</a:t>
            </a:r>
            <a:endParaRPr lang="en-US" sz="1050" dirty="0"/>
          </a:p>
        </p:txBody>
      </p:sp>
      <p:sp>
        <p:nvSpPr>
          <p:cNvPr id="57" name="Shape 52"/>
          <p:cNvSpPr/>
          <p:nvPr/>
        </p:nvSpPr>
        <p:spPr>
          <a:xfrm>
            <a:off x="8467344" y="4663440"/>
            <a:ext cx="3008376" cy="0"/>
          </a:xfrm>
          <a:prstGeom prst="line">
            <a:avLst/>
          </a:prstGeom>
          <a:noFill/>
          <a:ln w="9525">
            <a:solidFill>
              <a:srgbClr val="EEF2F7"/>
            </a:solidFill>
            <a:prstDash val="solid"/>
          </a:ln>
        </p:spPr>
      </p:sp>
      <p:sp>
        <p:nvSpPr>
          <p:cNvPr id="58" name="Text 53"/>
          <p:cNvSpPr txBox="1"/>
          <p:nvPr/>
        </p:nvSpPr>
        <p:spPr>
          <a:xfrm>
            <a:off x="8467344" y="4727448"/>
            <a:ext cx="3008376" cy="274320"/>
          </a:xfrm>
          <a:prstGeom prst="rect">
            <a:avLst/>
          </a:prstGeom>
          <a:noFill/>
          <a:ln/>
        </p:spPr>
        <p:txBody>
          <a:bodyPr wrap="square" lIns="0" tIns="0" rIns="0" bIns="0" rtlCol="0" anchor="t"/>
          <a:lstStyle/>
          <a:p>
            <a:pPr indent="0" marL="0">
              <a:buNone/>
            </a:pPr>
            <a:r>
              <a:rPr lang="en-US" sz="1200" b="1" dirty="0">
                <a:solidFill>
                  <a:srgbClr val="0F1B2D"/>
                </a:solidFill>
                <a:latin typeface="Malgun Gothic" pitchFamily="34" charset="0"/>
                <a:ea typeface="Malgun Gothic" pitchFamily="34" charset="-122"/>
                <a:cs typeface="Malgun Gothic" pitchFamily="34" charset="-120"/>
              </a:rPr>
              <a:t>브라우저 저장 실패</a:t>
            </a:r>
            <a:endParaRPr lang="en-US" sz="1200" dirty="0"/>
          </a:p>
        </p:txBody>
      </p:sp>
      <p:sp>
        <p:nvSpPr>
          <p:cNvPr id="59" name="Text 54"/>
          <p:cNvSpPr txBox="1"/>
          <p:nvPr/>
        </p:nvSpPr>
        <p:spPr>
          <a:xfrm>
            <a:off x="8467344" y="5020056"/>
            <a:ext cx="3008376" cy="411480"/>
          </a:xfrm>
          <a:prstGeom prst="rect">
            <a:avLst/>
          </a:prstGeom>
          <a:noFill/>
          <a:ln/>
        </p:spPr>
        <p:txBody>
          <a:bodyPr wrap="square" lIns="0" tIns="0" rIns="0" bIns="0" rtlCol="0" anchor="t"/>
          <a:lstStyle/>
          <a:p>
            <a:pPr indent="0" marL="0">
              <a:buNone/>
            </a:pPr>
            <a:r>
              <a:rPr lang="en-US" sz="1050" dirty="0">
                <a:solidFill>
                  <a:srgbClr val="56657A"/>
                </a:solidFill>
                <a:latin typeface="Malgun Gothic" pitchFamily="34" charset="0"/>
                <a:ea typeface="Malgun Gothic" pitchFamily="34" charset="-122"/>
                <a:cs typeface="Malgun Gothic" pitchFamily="34" charset="-120"/>
              </a:rPr>
              <a:t>보관 실패가 생성 · 인쇄를 막지 않음</a:t>
            </a:r>
            <a:endParaRPr lang="en-US" sz="1050" dirty="0"/>
          </a:p>
        </p:txBody>
      </p:sp>
      <p:sp>
        <p:nvSpPr>
          <p:cNvPr id="60" name="Shape 55"/>
          <p:cNvSpPr/>
          <p:nvPr/>
        </p:nvSpPr>
        <p:spPr>
          <a:xfrm>
            <a:off x="8467344" y="5413248"/>
            <a:ext cx="3008376" cy="0"/>
          </a:xfrm>
          <a:prstGeom prst="line">
            <a:avLst/>
          </a:prstGeom>
          <a:noFill/>
          <a:ln w="9525">
            <a:solidFill>
              <a:srgbClr val="EEF2F7"/>
            </a:solidFill>
            <a:prstDash val="solid"/>
          </a:ln>
        </p:spPr>
      </p:sp>
      <p:sp>
        <p:nvSpPr>
          <p:cNvPr id="61" name="Text 56"/>
          <p:cNvSpPr txBox="1"/>
          <p:nvPr/>
        </p:nvSpPr>
        <p:spPr>
          <a:xfrm>
            <a:off x="8467344" y="5477256"/>
            <a:ext cx="3008376" cy="274320"/>
          </a:xfrm>
          <a:prstGeom prst="rect">
            <a:avLst/>
          </a:prstGeom>
          <a:noFill/>
          <a:ln/>
        </p:spPr>
        <p:txBody>
          <a:bodyPr wrap="square" lIns="0" tIns="0" rIns="0" bIns="0" rtlCol="0" anchor="t"/>
          <a:lstStyle/>
          <a:p>
            <a:pPr indent="0" marL="0">
              <a:buNone/>
            </a:pPr>
            <a:r>
              <a:rPr lang="en-US" sz="1200" b="1" dirty="0">
                <a:solidFill>
                  <a:srgbClr val="0F1B2D"/>
                </a:solidFill>
                <a:latin typeface="Malgun Gothic" pitchFamily="34" charset="0"/>
                <a:ea typeface="Malgun Gothic" pitchFamily="34" charset="-122"/>
                <a:cs typeface="Malgun Gothic" pitchFamily="34" charset="-120"/>
              </a:rPr>
              <a:t>Excel 50,000행 초과</a:t>
            </a:r>
            <a:endParaRPr lang="en-US" sz="1200" dirty="0"/>
          </a:p>
        </p:txBody>
      </p:sp>
      <p:sp>
        <p:nvSpPr>
          <p:cNvPr id="62" name="Text 57"/>
          <p:cNvSpPr txBox="1"/>
          <p:nvPr/>
        </p:nvSpPr>
        <p:spPr>
          <a:xfrm>
            <a:off x="8467344" y="5769864"/>
            <a:ext cx="3008376" cy="411480"/>
          </a:xfrm>
          <a:prstGeom prst="rect">
            <a:avLst/>
          </a:prstGeom>
          <a:noFill/>
          <a:ln/>
        </p:spPr>
        <p:txBody>
          <a:bodyPr wrap="square" lIns="0" tIns="0" rIns="0" bIns="0" rtlCol="0" anchor="t"/>
          <a:lstStyle/>
          <a:p>
            <a:pPr indent="0" marL="0">
              <a:buNone/>
            </a:pPr>
            <a:r>
              <a:rPr lang="en-US" sz="1050" dirty="0">
                <a:solidFill>
                  <a:srgbClr val="56657A"/>
                </a:solidFill>
                <a:latin typeface="Malgun Gothic" pitchFamily="34" charset="0"/>
                <a:ea typeface="Malgun Gothic" pitchFamily="34" charset="-122"/>
                <a:cs typeface="Malgun Gothic" pitchFamily="34" charset="-120"/>
              </a:rPr>
              <a:t>조건을 좁히도록 안내</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180015" y="6473952"/>
            <a:ext cx="1554480" cy="228600"/>
          </a:xfrm>
          <a:prstGeom prst="rect">
            <a:avLst/>
          </a:prstGeom>
          <a:noFill/>
          <a:ln/>
        </p:spPr>
        <p:txBody>
          <a:bodyPr wrap="square" lIns="0" tIns="0" rIns="0" bIns="0" rtlCol="0" anchor="t"/>
          <a:lstStyle/>
          <a:p>
            <a:pPr algn="r" indent="0" marL="0">
              <a:buNone/>
            </a:pPr>
            <a:r>
              <a:rPr lang="en-US" sz="900" b="1" dirty="0">
                <a:solidFill>
                  <a:srgbClr val="011F47"/>
                </a:solidFill>
                <a:latin typeface="Malgun Gothic" pitchFamily="34" charset="0"/>
                <a:ea typeface="Malgun Gothic" pitchFamily="34" charset="-122"/>
                <a:cs typeface="Malgun Gothic" pitchFamily="34" charset="-120"/>
              </a:rPr>
              <a:t>Hi스포링</a:t>
            </a:r>
            <a:pPr algn="r" indent="0" marL="0">
              <a:buNone/>
            </a:pPr>
            <a:r>
              <a:rPr lang="en-US" sz="900" dirty="0">
                <a:solidFill>
                  <a:srgbClr val="8A97A8"/>
                </a:solidFill>
                <a:latin typeface="Malgun Gothic" pitchFamily="34" charset="0"/>
                <a:ea typeface="Malgun Gothic" pitchFamily="34" charset="-122"/>
                <a:cs typeface="Malgun Gothic" pitchFamily="34" charset="-120"/>
              </a:rPr>
              <a:t>   23</a:t>
            </a:r>
            <a:endParaRPr lang="en-US" sz="900" dirty="0"/>
          </a:p>
        </p:txBody>
      </p:sp>
      <p:sp>
        <p:nvSpPr>
          <p:cNvPr id="3" name="Shape 1"/>
          <p:cNvSpPr/>
          <p:nvPr/>
        </p:nvSpPr>
        <p:spPr>
          <a:xfrm>
            <a:off x="566928" y="566928"/>
            <a:ext cx="6729984" cy="4708474"/>
          </a:xfrm>
          <a:prstGeom prst="roundRect">
            <a:avLst>
              <a:gd name="adj" fmla="val 1942"/>
            </a:avLst>
          </a:prstGeom>
          <a:solidFill>
            <a:srgbClr val="FFFFFF"/>
          </a:solidFill>
          <a:ln/>
          <a:effectLst>
            <a:outerShdw sx="100000" sy="100000" kx="0" ky="0" algn="bl" rotWithShape="0" blurRad="177800" dist="38100" dir="5400000">
              <a:srgbClr val="1B3A6B">
                <a:alpha val="10000"/>
              </a:srgbClr>
            </a:outerShdw>
          </a:effectLst>
        </p:spPr>
      </p:sp>
      <p:pic>
        <p:nvPicPr>
          <p:cNvPr id="4" name="Image 0" descr="/home/claude/deck/a/step1.png">    </p:cNvPr>
          <p:cNvPicPr>
            <a:picLocks noChangeAspect="1"/>
          </p:cNvPicPr>
          <p:nvPr/>
        </p:nvPicPr>
        <p:blipFill>
          <a:blip r:embed="rId1"/>
          <a:stretch>
            <a:fillRect/>
          </a:stretch>
        </p:blipFill>
        <p:spPr>
          <a:xfrm>
            <a:off x="548640" y="548640"/>
            <a:ext cx="6766560" cy="4745050"/>
          </a:xfrm>
          <a:prstGeom prst="rect">
            <a:avLst/>
          </a:prstGeom>
        </p:spPr>
      </p:pic>
      <p:sp>
        <p:nvSpPr>
          <p:cNvPr id="5" name="Shape 2"/>
          <p:cNvSpPr/>
          <p:nvPr/>
        </p:nvSpPr>
        <p:spPr>
          <a:xfrm>
            <a:off x="7772400" y="594360"/>
            <a:ext cx="1037082" cy="274320"/>
          </a:xfrm>
          <a:prstGeom prst="roundRect">
            <a:avLst>
              <a:gd name="adj" fmla="val 50000"/>
            </a:avLst>
          </a:prstGeom>
          <a:solidFill>
            <a:srgbClr val="E8EFFF"/>
          </a:solidFill>
          <a:ln/>
        </p:spPr>
      </p:sp>
      <p:sp>
        <p:nvSpPr>
          <p:cNvPr id="6" name="Text 3"/>
          <p:cNvSpPr txBox="1"/>
          <p:nvPr/>
        </p:nvSpPr>
        <p:spPr>
          <a:xfrm>
            <a:off x="7772400" y="594360"/>
            <a:ext cx="1037082" cy="274320"/>
          </a:xfrm>
          <a:prstGeom prst="rect">
            <a:avLst/>
          </a:prstGeom>
          <a:noFill/>
          <a:ln/>
        </p:spPr>
        <p:txBody>
          <a:bodyPr wrap="square" lIns="0" tIns="0" rIns="0" bIns="0" rtlCol="0" anchor="ctr"/>
          <a:lstStyle/>
          <a:p>
            <a:pPr algn="ctr" indent="0" marL="0">
              <a:buNone/>
            </a:pPr>
            <a:r>
              <a:rPr lang="en-US" sz="1100" b="1" dirty="0">
                <a:solidFill>
                  <a:srgbClr val="0046F0"/>
                </a:solidFill>
                <a:latin typeface="Malgun Gothic" pitchFamily="34" charset="0"/>
                <a:ea typeface="Malgun Gothic" pitchFamily="34" charset="-122"/>
                <a:cs typeface="Malgun Gothic" pitchFamily="34" charset="-120"/>
              </a:rPr>
              <a:t>STEP 01</a:t>
            </a:r>
            <a:endParaRPr lang="en-US" sz="1100" dirty="0"/>
          </a:p>
        </p:txBody>
      </p:sp>
      <p:sp>
        <p:nvSpPr>
          <p:cNvPr id="7" name="Text 4"/>
          <p:cNvSpPr txBox="1"/>
          <p:nvPr/>
        </p:nvSpPr>
        <p:spPr>
          <a:xfrm>
            <a:off x="7772400" y="1051560"/>
            <a:ext cx="3870655" cy="1097280"/>
          </a:xfrm>
          <a:prstGeom prst="rect">
            <a:avLst/>
          </a:prstGeom>
          <a:noFill/>
          <a:ln/>
        </p:spPr>
        <p:txBody>
          <a:bodyPr wrap="square" lIns="0" tIns="0" rIns="0" bIns="0" rtlCol="0" anchor="t"/>
          <a:lstStyle/>
          <a:p>
            <a:pPr indent="0" marL="0">
              <a:buNone/>
            </a:pPr>
            <a:r>
              <a:rPr lang="en-US" sz="2700" b="1" dirty="0">
                <a:solidFill>
                  <a:srgbClr val="0F1B2D"/>
                </a:solidFill>
                <a:latin typeface="Malgun Gothic" pitchFamily="34" charset="0"/>
                <a:ea typeface="Malgun Gothic" pitchFamily="34" charset="-122"/>
                <a:cs typeface="Malgun Gothic" pitchFamily="34" charset="-120"/>
              </a:rPr>
              <a:t>지역 선택 &amp;</a:t>
            </a:r>
            <a:endParaRPr lang="en-US" sz="2700" dirty="0"/>
          </a:p>
          <a:p>
            <a:pPr indent="0" marL="0">
              <a:buNone/>
            </a:pPr>
            <a:r>
              <a:rPr lang="en-US" sz="2700" b="1" dirty="0">
                <a:solidFill>
                  <a:srgbClr val="0F1B2D"/>
                </a:solidFill>
                <a:latin typeface="Malgun Gothic" pitchFamily="34" charset="0"/>
                <a:ea typeface="Malgun Gothic" pitchFamily="34" charset="-122"/>
                <a:cs typeface="Malgun Gothic" pitchFamily="34" charset="-120"/>
              </a:rPr>
              <a:t>AI 현황 분석</a:t>
            </a:r>
            <a:endParaRPr lang="en-US" sz="2700" dirty="0"/>
          </a:p>
        </p:txBody>
      </p:sp>
      <p:sp>
        <p:nvSpPr>
          <p:cNvPr id="8" name="Text 5"/>
          <p:cNvSpPr txBox="1"/>
          <p:nvPr/>
        </p:nvSpPr>
        <p:spPr>
          <a:xfrm>
            <a:off x="7772400" y="2240280"/>
            <a:ext cx="3870655" cy="1005840"/>
          </a:xfrm>
          <a:prstGeom prst="rect">
            <a:avLst/>
          </a:prstGeom>
          <a:noFill/>
          <a:ln/>
        </p:spPr>
        <p:txBody>
          <a:bodyPr wrap="square" lIns="0" tIns="0" rIns="0" bIns="0" rtlCol="0" anchor="t"/>
          <a:lstStyle/>
          <a:p>
            <a:pPr indent="0" marL="0">
              <a:lnSpc>
                <a:spcPct val="120000"/>
              </a:lnSpc>
              <a:buNone/>
            </a:pPr>
            <a:r>
              <a:rPr lang="en-US" sz="1300" dirty="0">
                <a:solidFill>
                  <a:srgbClr val="56657A"/>
                </a:solidFill>
                <a:latin typeface="Malgun Gothic" pitchFamily="34" charset="0"/>
                <a:ea typeface="Malgun Gothic" pitchFamily="34" charset="-122"/>
                <a:cs typeface="Malgun Gothic" pitchFamily="34" charset="-120"/>
              </a:rPr>
              <a:t>지도 · 행정구역에서 지역을 고르면 이용 지표와 종목 분포를 보여주고, AI가 지역 특징과 기획 시 확인할 점을 정리합니다.</a:t>
            </a:r>
            <a:endParaRPr lang="en-US" sz="1300" dirty="0"/>
          </a:p>
        </p:txBody>
      </p:sp>
      <p:sp>
        <p:nvSpPr>
          <p:cNvPr id="9" name="Shape 6"/>
          <p:cNvSpPr/>
          <p:nvPr/>
        </p:nvSpPr>
        <p:spPr>
          <a:xfrm>
            <a:off x="7772400" y="3429000"/>
            <a:ext cx="3870655" cy="694944"/>
          </a:xfrm>
          <a:prstGeom prst="roundRect">
            <a:avLst>
              <a:gd name="adj" fmla="val 18421"/>
            </a:avLst>
          </a:prstGeom>
          <a:solidFill>
            <a:srgbClr val="F4F7FC"/>
          </a:solidFill>
          <a:ln/>
        </p:spPr>
      </p:sp>
      <p:sp>
        <p:nvSpPr>
          <p:cNvPr id="10" name="Text 7"/>
          <p:cNvSpPr txBox="1"/>
          <p:nvPr/>
        </p:nvSpPr>
        <p:spPr>
          <a:xfrm>
            <a:off x="8001000" y="3429000"/>
            <a:ext cx="2011680" cy="694944"/>
          </a:xfrm>
          <a:prstGeom prst="rect">
            <a:avLst/>
          </a:prstGeom>
          <a:noFill/>
          <a:ln/>
        </p:spPr>
        <p:txBody>
          <a:bodyPr wrap="square" lIns="0" tIns="0" rIns="0" bIns="0" rtlCol="0" anchor="ctr"/>
          <a:lstStyle/>
          <a:p>
            <a:pPr indent="0" marL="0">
              <a:buNone/>
            </a:pPr>
            <a:r>
              <a:rPr lang="en-US" sz="2400" b="1" dirty="0">
                <a:solidFill>
                  <a:srgbClr val="0046F0"/>
                </a:solidFill>
                <a:latin typeface="Malgun Gothic" pitchFamily="34" charset="0"/>
                <a:ea typeface="Malgun Gothic" pitchFamily="34" charset="-122"/>
                <a:cs typeface="Malgun Gothic" pitchFamily="34" charset="-120"/>
              </a:rPr>
              <a:t>279</a:t>
            </a:r>
            <a:endParaRPr lang="en-US" sz="2400" dirty="0"/>
          </a:p>
        </p:txBody>
      </p:sp>
      <p:sp>
        <p:nvSpPr>
          <p:cNvPr id="11" name="Text 8"/>
          <p:cNvSpPr txBox="1"/>
          <p:nvPr/>
        </p:nvSpPr>
        <p:spPr>
          <a:xfrm>
            <a:off x="9966960" y="3429000"/>
            <a:ext cx="1493215" cy="694944"/>
          </a:xfrm>
          <a:prstGeom prst="rect">
            <a:avLst/>
          </a:prstGeom>
          <a:noFill/>
          <a:ln/>
        </p:spPr>
        <p:txBody>
          <a:bodyPr wrap="square" lIns="0" tIns="0" rIns="0" bIns="0" rtlCol="0" anchor="ctr"/>
          <a:lstStyle/>
          <a:p>
            <a:pPr algn="r" indent="0" marL="0">
              <a:buNone/>
            </a:pPr>
            <a:r>
              <a:rPr lang="en-US" sz="1300" dirty="0">
                <a:solidFill>
                  <a:srgbClr val="56657A"/>
                </a:solidFill>
                <a:latin typeface="Malgun Gothic" pitchFamily="34" charset="0"/>
                <a:ea typeface="Malgun Gothic" pitchFamily="34" charset="-122"/>
                <a:cs typeface="Malgun Gothic" pitchFamily="34" charset="-120"/>
              </a:rPr>
              <a:t>이용 시설</a:t>
            </a:r>
            <a:endParaRPr lang="en-US" sz="1300" dirty="0"/>
          </a:p>
        </p:txBody>
      </p:sp>
      <p:sp>
        <p:nvSpPr>
          <p:cNvPr id="12" name="Shape 9"/>
          <p:cNvSpPr/>
          <p:nvPr/>
        </p:nvSpPr>
        <p:spPr>
          <a:xfrm>
            <a:off x="7772400" y="4251960"/>
            <a:ext cx="3870655" cy="694944"/>
          </a:xfrm>
          <a:prstGeom prst="roundRect">
            <a:avLst>
              <a:gd name="adj" fmla="val 18421"/>
            </a:avLst>
          </a:prstGeom>
          <a:solidFill>
            <a:srgbClr val="F4F7FC"/>
          </a:solidFill>
          <a:ln/>
        </p:spPr>
      </p:sp>
      <p:sp>
        <p:nvSpPr>
          <p:cNvPr id="13" name="Text 10"/>
          <p:cNvSpPr txBox="1"/>
          <p:nvPr/>
        </p:nvSpPr>
        <p:spPr>
          <a:xfrm>
            <a:off x="8001000" y="4251960"/>
            <a:ext cx="2011680" cy="694944"/>
          </a:xfrm>
          <a:prstGeom prst="rect">
            <a:avLst/>
          </a:prstGeom>
          <a:noFill/>
          <a:ln/>
        </p:spPr>
        <p:txBody>
          <a:bodyPr wrap="square" lIns="0" tIns="0" rIns="0" bIns="0" rtlCol="0" anchor="ctr"/>
          <a:lstStyle/>
          <a:p>
            <a:pPr indent="0" marL="0">
              <a:buNone/>
            </a:pPr>
            <a:r>
              <a:rPr lang="en-US" sz="2400" b="1" dirty="0">
                <a:solidFill>
                  <a:srgbClr val="0046F0"/>
                </a:solidFill>
                <a:latin typeface="Malgun Gothic" pitchFamily="34" charset="0"/>
                <a:ea typeface="Malgun Gothic" pitchFamily="34" charset="-122"/>
                <a:cs typeface="Malgun Gothic" pitchFamily="34" charset="-120"/>
              </a:rPr>
              <a:t>753</a:t>
            </a:r>
            <a:endParaRPr lang="en-US" sz="2400" dirty="0"/>
          </a:p>
        </p:txBody>
      </p:sp>
      <p:sp>
        <p:nvSpPr>
          <p:cNvPr id="14" name="Text 11"/>
          <p:cNvSpPr txBox="1"/>
          <p:nvPr/>
        </p:nvSpPr>
        <p:spPr>
          <a:xfrm>
            <a:off x="9966960" y="4251960"/>
            <a:ext cx="1493215" cy="694944"/>
          </a:xfrm>
          <a:prstGeom prst="rect">
            <a:avLst/>
          </a:prstGeom>
          <a:noFill/>
          <a:ln/>
        </p:spPr>
        <p:txBody>
          <a:bodyPr wrap="square" lIns="0" tIns="0" rIns="0" bIns="0" rtlCol="0" anchor="ctr"/>
          <a:lstStyle/>
          <a:p>
            <a:pPr algn="r" indent="0" marL="0">
              <a:buNone/>
            </a:pPr>
            <a:r>
              <a:rPr lang="en-US" sz="1300" dirty="0">
                <a:solidFill>
                  <a:srgbClr val="56657A"/>
                </a:solidFill>
                <a:latin typeface="Malgun Gothic" pitchFamily="34" charset="0"/>
                <a:ea typeface="Malgun Gothic" pitchFamily="34" charset="-122"/>
                <a:cs typeface="Malgun Gothic" pitchFamily="34" charset="-120"/>
              </a:rPr>
              <a:t>개설 강좌</a:t>
            </a:r>
            <a:endParaRPr lang="en-US" sz="1300" dirty="0"/>
          </a:p>
        </p:txBody>
      </p:sp>
      <p:sp>
        <p:nvSpPr>
          <p:cNvPr id="15" name="Shape 12"/>
          <p:cNvSpPr/>
          <p:nvPr/>
        </p:nvSpPr>
        <p:spPr>
          <a:xfrm>
            <a:off x="7772400" y="5074920"/>
            <a:ext cx="3870655" cy="694944"/>
          </a:xfrm>
          <a:prstGeom prst="roundRect">
            <a:avLst>
              <a:gd name="adj" fmla="val 18421"/>
            </a:avLst>
          </a:prstGeom>
          <a:solidFill>
            <a:srgbClr val="F4F7FC"/>
          </a:solidFill>
          <a:ln/>
        </p:spPr>
      </p:sp>
      <p:sp>
        <p:nvSpPr>
          <p:cNvPr id="16" name="Text 13"/>
          <p:cNvSpPr txBox="1"/>
          <p:nvPr/>
        </p:nvSpPr>
        <p:spPr>
          <a:xfrm>
            <a:off x="8001000" y="5074920"/>
            <a:ext cx="2011680" cy="694944"/>
          </a:xfrm>
          <a:prstGeom prst="rect">
            <a:avLst/>
          </a:prstGeom>
          <a:noFill/>
          <a:ln/>
        </p:spPr>
        <p:txBody>
          <a:bodyPr wrap="square" lIns="0" tIns="0" rIns="0" bIns="0" rtlCol="0" anchor="ctr"/>
          <a:lstStyle/>
          <a:p>
            <a:pPr indent="0" marL="0">
              <a:buNone/>
            </a:pPr>
            <a:r>
              <a:rPr lang="en-US" sz="2400" b="1" dirty="0">
                <a:solidFill>
                  <a:srgbClr val="0046F0"/>
                </a:solidFill>
                <a:latin typeface="Malgun Gothic" pitchFamily="34" charset="0"/>
                <a:ea typeface="Malgun Gothic" pitchFamily="34" charset="-122"/>
                <a:cs typeface="Malgun Gothic" pitchFamily="34" charset="-120"/>
              </a:rPr>
              <a:t>22,456</a:t>
            </a:r>
            <a:endParaRPr lang="en-US" sz="2400" dirty="0"/>
          </a:p>
        </p:txBody>
      </p:sp>
      <p:sp>
        <p:nvSpPr>
          <p:cNvPr id="17" name="Text 14"/>
          <p:cNvSpPr txBox="1"/>
          <p:nvPr/>
        </p:nvSpPr>
        <p:spPr>
          <a:xfrm>
            <a:off x="9966960" y="5074920"/>
            <a:ext cx="1493215" cy="694944"/>
          </a:xfrm>
          <a:prstGeom prst="rect">
            <a:avLst/>
          </a:prstGeom>
          <a:noFill/>
          <a:ln/>
        </p:spPr>
        <p:txBody>
          <a:bodyPr wrap="square" lIns="0" tIns="0" rIns="0" bIns="0" rtlCol="0" anchor="ctr"/>
          <a:lstStyle/>
          <a:p>
            <a:pPr algn="r" indent="0" marL="0">
              <a:buNone/>
            </a:pPr>
            <a:r>
              <a:rPr lang="en-US" sz="1300" dirty="0">
                <a:solidFill>
                  <a:srgbClr val="56657A"/>
                </a:solidFill>
                <a:latin typeface="Malgun Gothic" pitchFamily="34" charset="0"/>
                <a:ea typeface="Malgun Gothic" pitchFamily="34" charset="-122"/>
                <a:cs typeface="Malgun Gothic" pitchFamily="34" charset="-120"/>
              </a:rPr>
              <a:t>신청 인원</a:t>
            </a:r>
            <a:endParaRPr lang="en-US" sz="1300" dirty="0"/>
          </a:p>
        </p:txBody>
      </p:sp>
      <p:sp>
        <p:nvSpPr>
          <p:cNvPr id="18" name="Shape 15"/>
          <p:cNvSpPr/>
          <p:nvPr/>
        </p:nvSpPr>
        <p:spPr>
          <a:xfrm>
            <a:off x="548640" y="5532120"/>
            <a:ext cx="6766560" cy="640080"/>
          </a:xfrm>
          <a:prstGeom prst="roundRect">
            <a:avLst>
              <a:gd name="adj" fmla="val 20000"/>
            </a:avLst>
          </a:prstGeom>
          <a:solidFill>
            <a:srgbClr val="E8EFFF"/>
          </a:solidFill>
          <a:ln/>
        </p:spPr>
      </p:sp>
      <p:pic>
        <p:nvPicPr>
          <p:cNvPr id="19" name="Image 1" descr="preencoded.png">    </p:cNvPr>
          <p:cNvPicPr>
            <a:picLocks noChangeAspect="1"/>
          </p:cNvPicPr>
          <p:nvPr/>
        </p:nvPicPr>
        <p:blipFill>
          <a:blip r:embed="rId2"/>
          <a:stretch>
            <a:fillRect/>
          </a:stretch>
        </p:blipFill>
        <p:spPr>
          <a:xfrm>
            <a:off x="777240" y="5715000"/>
            <a:ext cx="274320" cy="274320"/>
          </a:xfrm>
          <a:prstGeom prst="rect">
            <a:avLst/>
          </a:prstGeom>
        </p:spPr>
      </p:pic>
      <p:sp>
        <p:nvSpPr>
          <p:cNvPr id="20" name="Text 16"/>
          <p:cNvSpPr txBox="1"/>
          <p:nvPr/>
        </p:nvSpPr>
        <p:spPr>
          <a:xfrm>
            <a:off x="1188720" y="5532120"/>
            <a:ext cx="5943600" cy="640080"/>
          </a:xfrm>
          <a:prstGeom prst="rect">
            <a:avLst/>
          </a:prstGeom>
          <a:noFill/>
          <a:ln/>
        </p:spPr>
        <p:txBody>
          <a:bodyPr wrap="square" lIns="0" tIns="0" rIns="0" bIns="0" rtlCol="0" anchor="ctr"/>
          <a:lstStyle/>
          <a:p>
            <a:pPr indent="0" marL="0">
              <a:buNone/>
            </a:pPr>
            <a:r>
              <a:rPr lang="en-US" sz="1200" b="1" dirty="0">
                <a:solidFill>
                  <a:srgbClr val="0046F0"/>
                </a:solidFill>
                <a:latin typeface="Malgun Gothic" pitchFamily="34" charset="0"/>
                <a:ea typeface="Malgun Gothic" pitchFamily="34" charset="-122"/>
                <a:cs typeface="Malgun Gothic" pitchFamily="34" charset="-120"/>
              </a:rPr>
              <a:t>AI 요약 예시  </a:t>
            </a:r>
            <a:pPr indent="0" marL="0">
              <a:buNone/>
            </a:pPr>
            <a:r>
              <a:rPr lang="en-US" sz="1200" dirty="0">
                <a:solidFill>
                  <a:srgbClr val="0F1B2D"/>
                </a:solidFill>
                <a:latin typeface="Malgun Gothic" pitchFamily="34" charset="0"/>
                <a:ea typeface="Malgun Gothic" pitchFamily="34" charset="-122"/>
                <a:cs typeface="Malgun Gothic" pitchFamily="34" charset="-120"/>
              </a:rPr>
              <a:t>태권도 신청 11,830건으로 절반 이상 · 필라테스 · 수영 · 복싱 순</a:t>
            </a:r>
            <a:endParaRPr lang="en-US" sz="1200" dirty="0"/>
          </a:p>
        </p:txBody>
      </p:sp>
      <p:sp>
        <p:nvSpPr>
          <p:cNvPr id="21" name="Text 17"/>
          <p:cNvSpPr txBox="1"/>
          <p:nvPr/>
        </p:nvSpPr>
        <p:spPr>
          <a:xfrm>
            <a:off x="7772400" y="5806440"/>
            <a:ext cx="3870655" cy="457200"/>
          </a:xfrm>
          <a:prstGeom prst="rect">
            <a:avLst/>
          </a:prstGeom>
          <a:noFill/>
          <a:ln/>
        </p:spPr>
        <p:txBody>
          <a:bodyPr wrap="square" lIns="0" tIns="0" rIns="0" bIns="0" rtlCol="0" anchor="t"/>
          <a:lstStyle/>
          <a:p>
            <a:pPr indent="0" marL="0">
              <a:buNone/>
            </a:pPr>
            <a:r>
              <a:rPr lang="en-US" sz="1000" dirty="0">
                <a:solidFill>
                  <a:srgbClr val="8A97A8"/>
                </a:solidFill>
                <a:latin typeface="Malgun Gothic" pitchFamily="34" charset="0"/>
                <a:ea typeface="Malgun Gothic" pitchFamily="34" charset="-122"/>
                <a:cs typeface="Malgun Gothic" pitchFamily="34" charset="-120"/>
              </a:rPr>
              <a:t>예시: 관악구 · 구로구 선택 시 · 신청 인원은 신청 건수 기준으로 고유 이용자 수와 다를 수 있음</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180015" y="6473952"/>
            <a:ext cx="1554480" cy="228600"/>
          </a:xfrm>
          <a:prstGeom prst="rect">
            <a:avLst/>
          </a:prstGeom>
          <a:noFill/>
          <a:ln/>
        </p:spPr>
        <p:txBody>
          <a:bodyPr wrap="square" lIns="0" tIns="0" rIns="0" bIns="0" rtlCol="0" anchor="t"/>
          <a:lstStyle/>
          <a:p>
            <a:pPr algn="r" indent="0" marL="0">
              <a:buNone/>
            </a:pPr>
            <a:r>
              <a:rPr lang="en-US" sz="900" b="1" dirty="0">
                <a:solidFill>
                  <a:srgbClr val="011F47"/>
                </a:solidFill>
                <a:latin typeface="Malgun Gothic" pitchFamily="34" charset="0"/>
                <a:ea typeface="Malgun Gothic" pitchFamily="34" charset="-122"/>
                <a:cs typeface="Malgun Gothic" pitchFamily="34" charset="-120"/>
              </a:rPr>
              <a:t>Hi스포링</a:t>
            </a:r>
            <a:pPr algn="r" indent="0" marL="0">
              <a:buNone/>
            </a:pPr>
            <a:r>
              <a:rPr lang="en-US" sz="900" dirty="0">
                <a:solidFill>
                  <a:srgbClr val="8A97A8"/>
                </a:solidFill>
                <a:latin typeface="Malgun Gothic" pitchFamily="34" charset="0"/>
                <a:ea typeface="Malgun Gothic" pitchFamily="34" charset="-122"/>
                <a:cs typeface="Malgun Gothic" pitchFamily="34" charset="-120"/>
              </a:rPr>
              <a:t>   24</a:t>
            </a:r>
            <a:endParaRPr lang="en-US" sz="900" dirty="0"/>
          </a:p>
        </p:txBody>
      </p:sp>
      <p:sp>
        <p:nvSpPr>
          <p:cNvPr id="3" name="Shape 1"/>
          <p:cNvSpPr/>
          <p:nvPr/>
        </p:nvSpPr>
        <p:spPr>
          <a:xfrm>
            <a:off x="4894783" y="566928"/>
            <a:ext cx="6729984" cy="4585830"/>
          </a:xfrm>
          <a:prstGeom prst="roundRect">
            <a:avLst>
              <a:gd name="adj" fmla="val 1994"/>
            </a:avLst>
          </a:prstGeom>
          <a:solidFill>
            <a:srgbClr val="FFFFFF"/>
          </a:solidFill>
          <a:ln/>
          <a:effectLst>
            <a:outerShdw sx="100000" sy="100000" kx="0" ky="0" algn="bl" rotWithShape="0" blurRad="177800" dist="38100" dir="5400000">
              <a:srgbClr val="1B3A6B">
                <a:alpha val="10000"/>
              </a:srgbClr>
            </a:outerShdw>
          </a:effectLst>
        </p:spPr>
      </p:sp>
      <p:pic>
        <p:nvPicPr>
          <p:cNvPr id="4" name="Image 0" descr="/home/claude/deck/a/step2.png">    </p:cNvPr>
          <p:cNvPicPr>
            <a:picLocks noChangeAspect="1"/>
          </p:cNvPicPr>
          <p:nvPr/>
        </p:nvPicPr>
        <p:blipFill>
          <a:blip r:embed="rId1"/>
          <a:stretch>
            <a:fillRect/>
          </a:stretch>
        </p:blipFill>
        <p:spPr>
          <a:xfrm>
            <a:off x="4876495" y="548640"/>
            <a:ext cx="6766560" cy="4622406"/>
          </a:xfrm>
          <a:prstGeom prst="rect">
            <a:avLst/>
          </a:prstGeom>
        </p:spPr>
      </p:pic>
      <p:sp>
        <p:nvSpPr>
          <p:cNvPr id="5" name="Shape 2"/>
          <p:cNvSpPr/>
          <p:nvPr/>
        </p:nvSpPr>
        <p:spPr>
          <a:xfrm>
            <a:off x="4876495" y="5532120"/>
            <a:ext cx="6766560" cy="640080"/>
          </a:xfrm>
          <a:prstGeom prst="roundRect">
            <a:avLst>
              <a:gd name="adj" fmla="val 20000"/>
            </a:avLst>
          </a:prstGeom>
          <a:solidFill>
            <a:srgbClr val="F4F7FC"/>
          </a:solidFill>
          <a:ln/>
        </p:spPr>
      </p:sp>
      <p:pic>
        <p:nvPicPr>
          <p:cNvPr id="6" name="Image 1" descr="preencoded.png">    </p:cNvPr>
          <p:cNvPicPr>
            <a:picLocks noChangeAspect="1"/>
          </p:cNvPicPr>
          <p:nvPr/>
        </p:nvPicPr>
        <p:blipFill>
          <a:blip r:embed="rId2"/>
          <a:stretch>
            <a:fillRect/>
          </a:stretch>
        </p:blipFill>
        <p:spPr>
          <a:xfrm>
            <a:off x="5105095" y="5715000"/>
            <a:ext cx="274320" cy="274320"/>
          </a:xfrm>
          <a:prstGeom prst="rect">
            <a:avLst/>
          </a:prstGeom>
        </p:spPr>
      </p:pic>
      <p:sp>
        <p:nvSpPr>
          <p:cNvPr id="7" name="Text 3"/>
          <p:cNvSpPr txBox="1"/>
          <p:nvPr/>
        </p:nvSpPr>
        <p:spPr>
          <a:xfrm>
            <a:off x="5516575" y="5532120"/>
            <a:ext cx="5943600" cy="640080"/>
          </a:xfrm>
          <a:prstGeom prst="rect">
            <a:avLst/>
          </a:prstGeom>
          <a:noFill/>
          <a:ln/>
        </p:spPr>
        <p:txBody>
          <a:bodyPr wrap="square" lIns="0" tIns="0" rIns="0" bIns="0" rtlCol="0" anchor="ctr"/>
          <a:lstStyle/>
          <a:p>
            <a:pPr indent="0" marL="0">
              <a:buNone/>
            </a:pPr>
            <a:r>
              <a:rPr lang="en-US" sz="1200" b="1" dirty="0">
                <a:solidFill>
                  <a:srgbClr val="0046F0"/>
                </a:solidFill>
                <a:latin typeface="Malgun Gothic" pitchFamily="34" charset="0"/>
                <a:ea typeface="Malgun Gothic" pitchFamily="34" charset="-122"/>
                <a:cs typeface="Malgun Gothic" pitchFamily="34" charset="-120"/>
              </a:rPr>
              <a:t>시설 상세  </a:t>
            </a:r>
            <a:pPr indent="0" marL="0">
              <a:buNone/>
            </a:pPr>
            <a:r>
              <a:rPr lang="en-US" sz="1200" dirty="0">
                <a:solidFill>
                  <a:srgbClr val="0F1B2D"/>
                </a:solidFill>
                <a:latin typeface="Malgun Gothic" pitchFamily="34" charset="0"/>
                <a:ea typeface="Malgun Gothic" pitchFamily="34" charset="-122"/>
                <a:cs typeface="Malgun Gothic" pitchFamily="34" charset="-120"/>
              </a:rPr>
              <a:t>주소 · 업종 · 운영형태와 인접 교통 확인 (시설 사진은 대표 이미지)</a:t>
            </a:r>
            <a:endParaRPr lang="en-US" sz="1200" dirty="0"/>
          </a:p>
        </p:txBody>
      </p:sp>
      <p:sp>
        <p:nvSpPr>
          <p:cNvPr id="8" name="Shape 4"/>
          <p:cNvSpPr/>
          <p:nvPr/>
        </p:nvSpPr>
        <p:spPr>
          <a:xfrm>
            <a:off x="548640" y="594360"/>
            <a:ext cx="1037082" cy="274320"/>
          </a:xfrm>
          <a:prstGeom prst="roundRect">
            <a:avLst>
              <a:gd name="adj" fmla="val 50000"/>
            </a:avLst>
          </a:prstGeom>
          <a:solidFill>
            <a:srgbClr val="E8EFFF"/>
          </a:solidFill>
          <a:ln/>
        </p:spPr>
      </p:sp>
      <p:sp>
        <p:nvSpPr>
          <p:cNvPr id="9" name="Text 5"/>
          <p:cNvSpPr txBox="1"/>
          <p:nvPr/>
        </p:nvSpPr>
        <p:spPr>
          <a:xfrm>
            <a:off x="548640" y="594360"/>
            <a:ext cx="1037082" cy="274320"/>
          </a:xfrm>
          <a:prstGeom prst="rect">
            <a:avLst/>
          </a:prstGeom>
          <a:noFill/>
          <a:ln/>
        </p:spPr>
        <p:txBody>
          <a:bodyPr wrap="square" lIns="0" tIns="0" rIns="0" bIns="0" rtlCol="0" anchor="ctr"/>
          <a:lstStyle/>
          <a:p>
            <a:pPr algn="ctr" indent="0" marL="0">
              <a:buNone/>
            </a:pPr>
            <a:r>
              <a:rPr lang="en-US" sz="1100" b="1" dirty="0">
                <a:solidFill>
                  <a:srgbClr val="0046F0"/>
                </a:solidFill>
                <a:latin typeface="Malgun Gothic" pitchFamily="34" charset="0"/>
                <a:ea typeface="Malgun Gothic" pitchFamily="34" charset="-122"/>
                <a:cs typeface="Malgun Gothic" pitchFamily="34" charset="-120"/>
              </a:rPr>
              <a:t>STEP 02</a:t>
            </a:r>
            <a:endParaRPr lang="en-US" sz="1100" dirty="0"/>
          </a:p>
        </p:txBody>
      </p:sp>
      <p:sp>
        <p:nvSpPr>
          <p:cNvPr id="10" name="Text 6"/>
          <p:cNvSpPr txBox="1"/>
          <p:nvPr/>
        </p:nvSpPr>
        <p:spPr>
          <a:xfrm>
            <a:off x="548640" y="1051560"/>
            <a:ext cx="3870655" cy="548640"/>
          </a:xfrm>
          <a:prstGeom prst="rect">
            <a:avLst/>
          </a:prstGeom>
          <a:noFill/>
          <a:ln/>
        </p:spPr>
        <p:txBody>
          <a:bodyPr wrap="square" lIns="0" tIns="0" rIns="0" bIns="0" rtlCol="0" anchor="t"/>
          <a:lstStyle/>
          <a:p>
            <a:pPr indent="0" marL="0">
              <a:buNone/>
            </a:pPr>
            <a:r>
              <a:rPr lang="en-US" sz="2700" b="1" dirty="0">
                <a:solidFill>
                  <a:srgbClr val="0F1B2D"/>
                </a:solidFill>
                <a:latin typeface="Malgun Gothic" pitchFamily="34" charset="0"/>
                <a:ea typeface="Malgun Gothic" pitchFamily="34" charset="-122"/>
                <a:cs typeface="Malgun Gothic" pitchFamily="34" charset="-120"/>
              </a:rPr>
              <a:t>종목 · 시설 선택</a:t>
            </a:r>
            <a:endParaRPr lang="en-US" sz="2700" dirty="0"/>
          </a:p>
        </p:txBody>
      </p:sp>
      <p:sp>
        <p:nvSpPr>
          <p:cNvPr id="11" name="Text 7"/>
          <p:cNvSpPr txBox="1"/>
          <p:nvPr/>
        </p:nvSpPr>
        <p:spPr>
          <a:xfrm>
            <a:off x="548640" y="1737360"/>
            <a:ext cx="3870655" cy="914400"/>
          </a:xfrm>
          <a:prstGeom prst="rect">
            <a:avLst/>
          </a:prstGeom>
          <a:noFill/>
          <a:ln/>
        </p:spPr>
        <p:txBody>
          <a:bodyPr wrap="square" lIns="0" tIns="0" rIns="0" bIns="0" rtlCol="0" anchor="t"/>
          <a:lstStyle/>
          <a:p>
            <a:pPr indent="0" marL="0">
              <a:lnSpc>
                <a:spcPct val="120000"/>
              </a:lnSpc>
              <a:buNone/>
            </a:pPr>
            <a:r>
              <a:rPr lang="en-US" sz="1300" dirty="0">
                <a:solidFill>
                  <a:srgbClr val="56657A"/>
                </a:solidFill>
                <a:latin typeface="Malgun Gothic" pitchFamily="34" charset="0"/>
                <a:ea typeface="Malgun Gothic" pitchFamily="34" charset="-122"/>
                <a:cs typeface="Malgun Gothic" pitchFamily="34" charset="-120"/>
              </a:rPr>
              <a:t>종목과 시설명 · 주소로 후보를 검색하고, 상세 정보와 인접 교통을 확인해 계획서에 담을 시설을 고릅니다.</a:t>
            </a:r>
            <a:endParaRPr lang="en-US" sz="1300" dirty="0"/>
          </a:p>
        </p:txBody>
      </p:sp>
      <p:sp>
        <p:nvSpPr>
          <p:cNvPr id="12" name="Shape 8"/>
          <p:cNvSpPr/>
          <p:nvPr/>
        </p:nvSpPr>
        <p:spPr>
          <a:xfrm>
            <a:off x="548640" y="2834640"/>
            <a:ext cx="548640" cy="548640"/>
          </a:xfrm>
          <a:prstGeom prst="ellipse">
            <a:avLst>
              <a:gd name="adj" fmla="val 20000"/>
            </a:avLst>
          </a:prstGeom>
          <a:solidFill>
            <a:srgbClr val="E8EFFF"/>
          </a:solidFill>
          <a:ln/>
        </p:spPr>
      </p:sp>
      <p:pic>
        <p:nvPicPr>
          <p:cNvPr id="13" name="Image 2" descr="preencoded.png">    </p:cNvPr>
          <p:cNvPicPr>
            <a:picLocks noChangeAspect="1"/>
          </p:cNvPicPr>
          <p:nvPr/>
        </p:nvPicPr>
        <p:blipFill>
          <a:blip r:embed="rId3"/>
          <a:stretch>
            <a:fillRect/>
          </a:stretch>
        </p:blipFill>
        <p:spPr>
          <a:xfrm>
            <a:off x="691286" y="2977286"/>
            <a:ext cx="263347" cy="263347"/>
          </a:xfrm>
          <a:prstGeom prst="rect">
            <a:avLst/>
          </a:prstGeom>
        </p:spPr>
      </p:pic>
      <p:sp>
        <p:nvSpPr>
          <p:cNvPr id="14" name="Text 9"/>
          <p:cNvSpPr txBox="1"/>
          <p:nvPr/>
        </p:nvSpPr>
        <p:spPr>
          <a:xfrm>
            <a:off x="1280160" y="2834640"/>
            <a:ext cx="3139135" cy="292608"/>
          </a:xfrm>
          <a:prstGeom prst="rect">
            <a:avLst/>
          </a:prstGeom>
          <a:noFill/>
          <a:ln/>
        </p:spPr>
        <p:txBody>
          <a:bodyPr wrap="square" lIns="0" tIns="0" rIns="0" bIns="0" rtlCol="0" anchor="t"/>
          <a:lstStyle/>
          <a:p>
            <a:pPr indent="0" marL="0">
              <a:buNone/>
            </a:pPr>
            <a:r>
              <a:rPr lang="en-US" sz="1400" b="1" dirty="0">
                <a:solidFill>
                  <a:srgbClr val="0F1B2D"/>
                </a:solidFill>
                <a:latin typeface="Malgun Gothic" pitchFamily="34" charset="0"/>
                <a:ea typeface="Malgun Gothic" pitchFamily="34" charset="-122"/>
                <a:cs typeface="Malgun Gothic" pitchFamily="34" charset="-120"/>
              </a:rPr>
              <a:t>정상운영 후보만 추천</a:t>
            </a:r>
            <a:endParaRPr lang="en-US" sz="1400" dirty="0"/>
          </a:p>
        </p:txBody>
      </p:sp>
      <p:sp>
        <p:nvSpPr>
          <p:cNvPr id="15" name="Text 10"/>
          <p:cNvSpPr txBox="1"/>
          <p:nvPr/>
        </p:nvSpPr>
        <p:spPr>
          <a:xfrm>
            <a:off x="1280160" y="3136392"/>
            <a:ext cx="3139135" cy="274320"/>
          </a:xfrm>
          <a:prstGeom prst="rect">
            <a:avLst/>
          </a:prstGeom>
          <a:noFill/>
          <a:ln/>
        </p:spPr>
        <p:txBody>
          <a:bodyPr wrap="square" lIns="0" tIns="0" rIns="0" bIns="0" rtlCol="0" anchor="t"/>
          <a:lstStyle/>
          <a:p>
            <a:pPr indent="0" marL="0">
              <a:buNone/>
            </a:pPr>
            <a:r>
              <a:rPr lang="en-US" sz="1150" dirty="0">
                <a:solidFill>
                  <a:srgbClr val="56657A"/>
                </a:solidFill>
                <a:latin typeface="Malgun Gothic" pitchFamily="34" charset="0"/>
                <a:ea typeface="Malgun Gothic" pitchFamily="34" charset="-122"/>
                <a:cs typeface="Malgun Gothic" pitchFamily="34" charset="-120"/>
              </a:rPr>
              <a:t>예: 태권도 후보 138곳</a:t>
            </a:r>
            <a:endParaRPr lang="en-US" sz="1150" dirty="0"/>
          </a:p>
        </p:txBody>
      </p:sp>
      <p:sp>
        <p:nvSpPr>
          <p:cNvPr id="16" name="Shape 11"/>
          <p:cNvSpPr/>
          <p:nvPr/>
        </p:nvSpPr>
        <p:spPr>
          <a:xfrm>
            <a:off x="548640" y="3675888"/>
            <a:ext cx="548640" cy="548640"/>
          </a:xfrm>
          <a:prstGeom prst="ellipse">
            <a:avLst>
              <a:gd name="adj" fmla="val 20000"/>
            </a:avLst>
          </a:prstGeom>
          <a:solidFill>
            <a:srgbClr val="E8EFFF"/>
          </a:solidFill>
          <a:ln/>
        </p:spPr>
      </p:sp>
      <p:pic>
        <p:nvPicPr>
          <p:cNvPr id="17" name="Image 3" descr="preencoded.png">    </p:cNvPr>
          <p:cNvPicPr>
            <a:picLocks noChangeAspect="1"/>
          </p:cNvPicPr>
          <p:nvPr/>
        </p:nvPicPr>
        <p:blipFill>
          <a:blip r:embed="rId4"/>
          <a:stretch>
            <a:fillRect/>
          </a:stretch>
        </p:blipFill>
        <p:spPr>
          <a:xfrm>
            <a:off x="691286" y="3818534"/>
            <a:ext cx="263347" cy="263347"/>
          </a:xfrm>
          <a:prstGeom prst="rect">
            <a:avLst/>
          </a:prstGeom>
        </p:spPr>
      </p:pic>
      <p:sp>
        <p:nvSpPr>
          <p:cNvPr id="18" name="Text 12"/>
          <p:cNvSpPr txBox="1"/>
          <p:nvPr/>
        </p:nvSpPr>
        <p:spPr>
          <a:xfrm>
            <a:off x="1280160" y="3675888"/>
            <a:ext cx="3139135" cy="292608"/>
          </a:xfrm>
          <a:prstGeom prst="rect">
            <a:avLst/>
          </a:prstGeom>
          <a:noFill/>
          <a:ln/>
        </p:spPr>
        <p:txBody>
          <a:bodyPr wrap="square" lIns="0" tIns="0" rIns="0" bIns="0" rtlCol="0" anchor="t"/>
          <a:lstStyle/>
          <a:p>
            <a:pPr indent="0" marL="0">
              <a:buNone/>
            </a:pPr>
            <a:r>
              <a:rPr lang="en-US" sz="1400" b="1" dirty="0">
                <a:solidFill>
                  <a:srgbClr val="0F1B2D"/>
                </a:solidFill>
                <a:latin typeface="Malgun Gothic" pitchFamily="34" charset="0"/>
                <a:ea typeface="Malgun Gothic" pitchFamily="34" charset="-122"/>
                <a:cs typeface="Malgun Gothic" pitchFamily="34" charset="-120"/>
              </a:rPr>
              <a:t>최대 20곳 선택</a:t>
            </a:r>
            <a:endParaRPr lang="en-US" sz="1400" dirty="0"/>
          </a:p>
        </p:txBody>
      </p:sp>
      <p:sp>
        <p:nvSpPr>
          <p:cNvPr id="19" name="Text 13"/>
          <p:cNvSpPr txBox="1"/>
          <p:nvPr/>
        </p:nvSpPr>
        <p:spPr>
          <a:xfrm>
            <a:off x="1280160" y="3977640"/>
            <a:ext cx="3139135" cy="274320"/>
          </a:xfrm>
          <a:prstGeom prst="rect">
            <a:avLst/>
          </a:prstGeom>
          <a:noFill/>
          <a:ln/>
        </p:spPr>
        <p:txBody>
          <a:bodyPr wrap="square" lIns="0" tIns="0" rIns="0" bIns="0" rtlCol="0" anchor="t"/>
          <a:lstStyle/>
          <a:p>
            <a:pPr indent="0" marL="0">
              <a:buNone/>
            </a:pPr>
            <a:r>
              <a:rPr lang="en-US" sz="1150" dirty="0">
                <a:solidFill>
                  <a:srgbClr val="56657A"/>
                </a:solidFill>
                <a:latin typeface="Malgun Gothic" pitchFamily="34" charset="0"/>
                <a:ea typeface="Malgun Gothic" pitchFamily="34" charset="-122"/>
                <a:cs typeface="Malgun Gothic" pitchFamily="34" charset="-120"/>
              </a:rPr>
              <a:t>시설 상세 · 교통 정보 확인</a:t>
            </a:r>
            <a:endParaRPr lang="en-US" sz="1150" dirty="0"/>
          </a:p>
        </p:txBody>
      </p:sp>
      <p:sp>
        <p:nvSpPr>
          <p:cNvPr id="20" name="Shape 14"/>
          <p:cNvSpPr/>
          <p:nvPr/>
        </p:nvSpPr>
        <p:spPr>
          <a:xfrm>
            <a:off x="548640" y="4517136"/>
            <a:ext cx="548640" cy="548640"/>
          </a:xfrm>
          <a:prstGeom prst="ellipse">
            <a:avLst>
              <a:gd name="adj" fmla="val 20000"/>
            </a:avLst>
          </a:prstGeom>
          <a:solidFill>
            <a:srgbClr val="E8EFFF"/>
          </a:solidFill>
          <a:ln/>
        </p:spPr>
      </p:sp>
      <p:pic>
        <p:nvPicPr>
          <p:cNvPr id="21" name="Image 4" descr="preencoded.png">    </p:cNvPr>
          <p:cNvPicPr>
            <a:picLocks noChangeAspect="1"/>
          </p:cNvPicPr>
          <p:nvPr/>
        </p:nvPicPr>
        <p:blipFill>
          <a:blip r:embed="rId5"/>
          <a:stretch>
            <a:fillRect/>
          </a:stretch>
        </p:blipFill>
        <p:spPr>
          <a:xfrm>
            <a:off x="691286" y="4659782"/>
            <a:ext cx="263347" cy="263347"/>
          </a:xfrm>
          <a:prstGeom prst="rect">
            <a:avLst/>
          </a:prstGeom>
        </p:spPr>
      </p:pic>
      <p:sp>
        <p:nvSpPr>
          <p:cNvPr id="22" name="Text 15"/>
          <p:cNvSpPr txBox="1"/>
          <p:nvPr/>
        </p:nvSpPr>
        <p:spPr>
          <a:xfrm>
            <a:off x="1280160" y="4517136"/>
            <a:ext cx="3139135" cy="292608"/>
          </a:xfrm>
          <a:prstGeom prst="rect">
            <a:avLst/>
          </a:prstGeom>
          <a:noFill/>
          <a:ln/>
        </p:spPr>
        <p:txBody>
          <a:bodyPr wrap="square" lIns="0" tIns="0" rIns="0" bIns="0" rtlCol="0" anchor="t"/>
          <a:lstStyle/>
          <a:p>
            <a:pPr indent="0" marL="0">
              <a:buNone/>
            </a:pPr>
            <a:r>
              <a:rPr lang="en-US" sz="1400" b="1" dirty="0">
                <a:solidFill>
                  <a:srgbClr val="0F1B2D"/>
                </a:solidFill>
                <a:latin typeface="Malgun Gothic" pitchFamily="34" charset="0"/>
                <a:ea typeface="Malgun Gothic" pitchFamily="34" charset="-122"/>
                <a:cs typeface="Malgun Gothic" pitchFamily="34" charset="-120"/>
              </a:rPr>
              <a:t>2시간 서명 토큰</a:t>
            </a:r>
            <a:endParaRPr lang="en-US" sz="1400" dirty="0"/>
          </a:p>
        </p:txBody>
      </p:sp>
      <p:sp>
        <p:nvSpPr>
          <p:cNvPr id="23" name="Text 16"/>
          <p:cNvSpPr txBox="1"/>
          <p:nvPr/>
        </p:nvSpPr>
        <p:spPr>
          <a:xfrm>
            <a:off x="1280160" y="4818888"/>
            <a:ext cx="3139135" cy="274320"/>
          </a:xfrm>
          <a:prstGeom prst="rect">
            <a:avLst/>
          </a:prstGeom>
          <a:noFill/>
          <a:ln/>
        </p:spPr>
        <p:txBody>
          <a:bodyPr wrap="square" lIns="0" tIns="0" rIns="0" bIns="0" rtlCol="0" anchor="t"/>
          <a:lstStyle/>
          <a:p>
            <a:pPr indent="0" marL="0">
              <a:buNone/>
            </a:pPr>
            <a:r>
              <a:rPr lang="en-US" sz="1150" dirty="0">
                <a:solidFill>
                  <a:srgbClr val="56657A"/>
                </a:solidFill>
                <a:latin typeface="Malgun Gothic" pitchFamily="34" charset="0"/>
                <a:ea typeface="Malgun Gothic" pitchFamily="34" charset="-122"/>
                <a:cs typeface="Malgun Gothic" pitchFamily="34" charset="-120"/>
              </a:rPr>
              <a:t>변조 · 만료 · 불일치 시 재선택</a:t>
            </a:r>
            <a:endParaRPr lang="en-US" sz="1150" dirty="0"/>
          </a:p>
        </p:txBody>
      </p:sp>
      <p:sp>
        <p:nvSpPr>
          <p:cNvPr id="24" name="Shape 17"/>
          <p:cNvSpPr/>
          <p:nvPr/>
        </p:nvSpPr>
        <p:spPr>
          <a:xfrm>
            <a:off x="548640" y="5358384"/>
            <a:ext cx="548640" cy="548640"/>
          </a:xfrm>
          <a:prstGeom prst="ellipse">
            <a:avLst>
              <a:gd name="adj" fmla="val 20000"/>
            </a:avLst>
          </a:prstGeom>
          <a:solidFill>
            <a:srgbClr val="E8EFFF"/>
          </a:solidFill>
          <a:ln/>
        </p:spPr>
      </p:sp>
      <p:pic>
        <p:nvPicPr>
          <p:cNvPr id="25" name="Image 5" descr="preencoded.png">    </p:cNvPr>
          <p:cNvPicPr>
            <a:picLocks noChangeAspect="1"/>
          </p:cNvPicPr>
          <p:nvPr/>
        </p:nvPicPr>
        <p:blipFill>
          <a:blip r:embed="rId6"/>
          <a:stretch>
            <a:fillRect/>
          </a:stretch>
        </p:blipFill>
        <p:spPr>
          <a:xfrm>
            <a:off x="691286" y="5501030"/>
            <a:ext cx="263347" cy="263347"/>
          </a:xfrm>
          <a:prstGeom prst="rect">
            <a:avLst/>
          </a:prstGeom>
        </p:spPr>
      </p:pic>
      <p:sp>
        <p:nvSpPr>
          <p:cNvPr id="26" name="Text 18"/>
          <p:cNvSpPr txBox="1"/>
          <p:nvPr/>
        </p:nvSpPr>
        <p:spPr>
          <a:xfrm>
            <a:off x="1280160" y="5358384"/>
            <a:ext cx="3139135" cy="292608"/>
          </a:xfrm>
          <a:prstGeom prst="rect">
            <a:avLst/>
          </a:prstGeom>
          <a:noFill/>
          <a:ln/>
        </p:spPr>
        <p:txBody>
          <a:bodyPr wrap="square" lIns="0" tIns="0" rIns="0" bIns="0" rtlCol="0" anchor="t"/>
          <a:lstStyle/>
          <a:p>
            <a:pPr indent="0" marL="0">
              <a:buNone/>
            </a:pPr>
            <a:r>
              <a:rPr lang="en-US" sz="1400" b="1" dirty="0">
                <a:solidFill>
                  <a:srgbClr val="0F1B2D"/>
                </a:solidFill>
                <a:latin typeface="Malgun Gothic" pitchFamily="34" charset="0"/>
                <a:ea typeface="Malgun Gothic" pitchFamily="34" charset="-122"/>
                <a:cs typeface="Malgun Gothic" pitchFamily="34" charset="-120"/>
              </a:rPr>
              <a:t>후보가 없을 때만</a:t>
            </a:r>
            <a:endParaRPr lang="en-US" sz="1400" dirty="0"/>
          </a:p>
        </p:txBody>
      </p:sp>
      <p:sp>
        <p:nvSpPr>
          <p:cNvPr id="27" name="Text 19"/>
          <p:cNvSpPr txBox="1"/>
          <p:nvPr/>
        </p:nvSpPr>
        <p:spPr>
          <a:xfrm>
            <a:off x="1280160" y="5660136"/>
            <a:ext cx="3139135" cy="274320"/>
          </a:xfrm>
          <a:prstGeom prst="rect">
            <a:avLst/>
          </a:prstGeom>
          <a:noFill/>
          <a:ln/>
        </p:spPr>
        <p:txBody>
          <a:bodyPr wrap="square" lIns="0" tIns="0" rIns="0" bIns="0" rtlCol="0" anchor="t"/>
          <a:lstStyle/>
          <a:p>
            <a:pPr indent="0" marL="0">
              <a:buNone/>
            </a:pPr>
            <a:r>
              <a:rPr lang="en-US" sz="1150" dirty="0">
                <a:solidFill>
                  <a:srgbClr val="56657A"/>
                </a:solidFill>
                <a:latin typeface="Malgun Gothic" pitchFamily="34" charset="0"/>
                <a:ea typeface="Malgun Gothic" pitchFamily="34" charset="-122"/>
                <a:cs typeface="Malgun Gothic" pitchFamily="34" charset="-120"/>
              </a:rPr>
              <a:t>동의 후 “시설 미정”으로 진행</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180015" y="6473952"/>
            <a:ext cx="1554480" cy="228600"/>
          </a:xfrm>
          <a:prstGeom prst="rect">
            <a:avLst/>
          </a:prstGeom>
          <a:noFill/>
          <a:ln/>
        </p:spPr>
        <p:txBody>
          <a:bodyPr wrap="square" lIns="0" tIns="0" rIns="0" bIns="0" rtlCol="0" anchor="t"/>
          <a:lstStyle/>
          <a:p>
            <a:pPr algn="r" indent="0" marL="0">
              <a:buNone/>
            </a:pPr>
            <a:r>
              <a:rPr lang="en-US" sz="900" b="1" dirty="0">
                <a:solidFill>
                  <a:srgbClr val="011F47"/>
                </a:solidFill>
                <a:latin typeface="Malgun Gothic" pitchFamily="34" charset="0"/>
                <a:ea typeface="Malgun Gothic" pitchFamily="34" charset="-122"/>
                <a:cs typeface="Malgun Gothic" pitchFamily="34" charset="-120"/>
              </a:rPr>
              <a:t>Hi스포링</a:t>
            </a:r>
            <a:pPr algn="r" indent="0" marL="0">
              <a:buNone/>
            </a:pPr>
            <a:r>
              <a:rPr lang="en-US" sz="900" dirty="0">
                <a:solidFill>
                  <a:srgbClr val="8A97A8"/>
                </a:solidFill>
                <a:latin typeface="Malgun Gothic" pitchFamily="34" charset="0"/>
                <a:ea typeface="Malgun Gothic" pitchFamily="34" charset="-122"/>
                <a:cs typeface="Malgun Gothic" pitchFamily="34" charset="-120"/>
              </a:rPr>
              <a:t>   25</a:t>
            </a:r>
            <a:endParaRPr lang="en-US" sz="900" dirty="0"/>
          </a:p>
        </p:txBody>
      </p:sp>
      <p:sp>
        <p:nvSpPr>
          <p:cNvPr id="3" name="Shape 1"/>
          <p:cNvSpPr/>
          <p:nvPr/>
        </p:nvSpPr>
        <p:spPr>
          <a:xfrm>
            <a:off x="566928" y="566928"/>
            <a:ext cx="6272784" cy="4076338"/>
          </a:xfrm>
          <a:prstGeom prst="roundRect">
            <a:avLst>
              <a:gd name="adj" fmla="val 2243"/>
            </a:avLst>
          </a:prstGeom>
          <a:solidFill>
            <a:srgbClr val="FFFFFF"/>
          </a:solidFill>
          <a:ln/>
          <a:effectLst>
            <a:outerShdw sx="100000" sy="100000" kx="0" ky="0" algn="bl" rotWithShape="0" blurRad="177800" dist="38100" dir="5400000">
              <a:srgbClr val="1B3A6B">
                <a:alpha val="10000"/>
              </a:srgbClr>
            </a:outerShdw>
          </a:effectLst>
        </p:spPr>
      </p:sp>
      <p:pic>
        <p:nvPicPr>
          <p:cNvPr id="4" name="Image 0" descr="/home/claude/deck/a/step3.png">    </p:cNvPr>
          <p:cNvPicPr>
            <a:picLocks noChangeAspect="1"/>
          </p:cNvPicPr>
          <p:nvPr/>
        </p:nvPicPr>
        <p:blipFill>
          <a:blip r:embed="rId1"/>
          <a:stretch>
            <a:fillRect/>
          </a:stretch>
        </p:blipFill>
        <p:spPr>
          <a:xfrm>
            <a:off x="548640" y="548640"/>
            <a:ext cx="6309360" cy="4112914"/>
          </a:xfrm>
          <a:prstGeom prst="rect">
            <a:avLst/>
          </a:prstGeom>
        </p:spPr>
      </p:pic>
      <p:sp>
        <p:nvSpPr>
          <p:cNvPr id="5" name="Text 2"/>
          <p:cNvSpPr txBox="1"/>
          <p:nvPr/>
        </p:nvSpPr>
        <p:spPr>
          <a:xfrm>
            <a:off x="548640" y="4844434"/>
            <a:ext cx="6309360" cy="274320"/>
          </a:xfrm>
          <a:prstGeom prst="rect">
            <a:avLst/>
          </a:prstGeom>
          <a:noFill/>
          <a:ln/>
        </p:spPr>
        <p:txBody>
          <a:bodyPr wrap="square" lIns="0" tIns="0" rIns="0" bIns="0" rtlCol="0" anchor="t"/>
          <a:lstStyle/>
          <a:p>
            <a:pPr indent="0" marL="0">
              <a:buNone/>
            </a:pPr>
            <a:r>
              <a:rPr lang="en-US" sz="1050" dirty="0">
                <a:solidFill>
                  <a:srgbClr val="8A97A8"/>
                </a:solidFill>
                <a:latin typeface="Malgun Gothic" pitchFamily="34" charset="0"/>
                <a:ea typeface="Malgun Gothic" pitchFamily="34" charset="-122"/>
                <a:cs typeface="Malgun Gothic" pitchFamily="34" charset="-120"/>
              </a:rPr>
              <a:t>입력 예시: “방과 후 러닝 태권도 체험 학습” · 35명 · 월 35,000원 · 초·중·고등부</a:t>
            </a:r>
            <a:endParaRPr lang="en-US" sz="1050" dirty="0"/>
          </a:p>
        </p:txBody>
      </p:sp>
      <p:sp>
        <p:nvSpPr>
          <p:cNvPr id="6" name="Shape 3"/>
          <p:cNvSpPr/>
          <p:nvPr/>
        </p:nvSpPr>
        <p:spPr>
          <a:xfrm>
            <a:off x="7315200" y="594360"/>
            <a:ext cx="1037082" cy="274320"/>
          </a:xfrm>
          <a:prstGeom prst="roundRect">
            <a:avLst>
              <a:gd name="adj" fmla="val 50000"/>
            </a:avLst>
          </a:prstGeom>
          <a:solidFill>
            <a:srgbClr val="E0F8EF"/>
          </a:solidFill>
          <a:ln/>
        </p:spPr>
      </p:sp>
      <p:sp>
        <p:nvSpPr>
          <p:cNvPr id="7" name="Text 4"/>
          <p:cNvSpPr txBox="1"/>
          <p:nvPr/>
        </p:nvSpPr>
        <p:spPr>
          <a:xfrm>
            <a:off x="7315200" y="594360"/>
            <a:ext cx="1037082" cy="274320"/>
          </a:xfrm>
          <a:prstGeom prst="rect">
            <a:avLst/>
          </a:prstGeom>
          <a:noFill/>
          <a:ln/>
        </p:spPr>
        <p:txBody>
          <a:bodyPr wrap="square" lIns="0" tIns="0" rIns="0" bIns="0" rtlCol="0" anchor="ctr"/>
          <a:lstStyle/>
          <a:p>
            <a:pPr algn="ctr" indent="0" marL="0">
              <a:buNone/>
            </a:pPr>
            <a:r>
              <a:rPr lang="en-US" sz="1100" b="1" dirty="0">
                <a:solidFill>
                  <a:srgbClr val="00996C"/>
                </a:solidFill>
                <a:latin typeface="Malgun Gothic" pitchFamily="34" charset="0"/>
                <a:ea typeface="Malgun Gothic" pitchFamily="34" charset="-122"/>
                <a:cs typeface="Malgun Gothic" pitchFamily="34" charset="-120"/>
              </a:rPr>
              <a:t>STEP 03</a:t>
            </a:r>
            <a:endParaRPr lang="en-US" sz="1100" dirty="0"/>
          </a:p>
        </p:txBody>
      </p:sp>
      <p:sp>
        <p:nvSpPr>
          <p:cNvPr id="8" name="Text 5"/>
          <p:cNvSpPr txBox="1"/>
          <p:nvPr/>
        </p:nvSpPr>
        <p:spPr>
          <a:xfrm>
            <a:off x="7315200" y="1024128"/>
            <a:ext cx="4327855" cy="502920"/>
          </a:xfrm>
          <a:prstGeom prst="rect">
            <a:avLst/>
          </a:prstGeom>
          <a:noFill/>
          <a:ln/>
        </p:spPr>
        <p:txBody>
          <a:bodyPr wrap="square" lIns="0" tIns="0" rIns="0" bIns="0" rtlCol="0" anchor="t"/>
          <a:lstStyle/>
          <a:p>
            <a:pPr indent="0" marL="0">
              <a:buNone/>
            </a:pPr>
            <a:r>
              <a:rPr lang="en-US" sz="2400" b="1" dirty="0">
                <a:solidFill>
                  <a:srgbClr val="0F1B2D"/>
                </a:solidFill>
                <a:latin typeface="Malgun Gothic" pitchFamily="34" charset="0"/>
                <a:ea typeface="Malgun Gothic" pitchFamily="34" charset="-122"/>
                <a:cs typeface="Malgun Gothic" pitchFamily="34" charset="-120"/>
              </a:rPr>
              <a:t>프로그램 입력 &amp; AI 적합성 검토</a:t>
            </a:r>
            <a:endParaRPr lang="en-US" sz="2400" dirty="0"/>
          </a:p>
        </p:txBody>
      </p:sp>
      <p:sp>
        <p:nvSpPr>
          <p:cNvPr id="9" name="Shape 6"/>
          <p:cNvSpPr/>
          <p:nvPr/>
        </p:nvSpPr>
        <p:spPr>
          <a:xfrm>
            <a:off x="7315200" y="1737360"/>
            <a:ext cx="1737360" cy="1325880"/>
          </a:xfrm>
          <a:prstGeom prst="roundRect">
            <a:avLst>
              <a:gd name="adj" fmla="val 12414"/>
            </a:avLst>
          </a:prstGeom>
          <a:solidFill>
            <a:srgbClr val="011F47"/>
          </a:solidFill>
          <a:ln/>
        </p:spPr>
      </p:sp>
      <p:sp>
        <p:nvSpPr>
          <p:cNvPr id="10" name="Text 7"/>
          <p:cNvSpPr txBox="1"/>
          <p:nvPr/>
        </p:nvSpPr>
        <p:spPr>
          <a:xfrm>
            <a:off x="7315200" y="1810512"/>
            <a:ext cx="1737360" cy="777240"/>
          </a:xfrm>
          <a:prstGeom prst="rect">
            <a:avLst/>
          </a:prstGeom>
          <a:noFill/>
          <a:ln/>
        </p:spPr>
        <p:txBody>
          <a:bodyPr wrap="square" lIns="0" tIns="0" rIns="0" bIns="0" rtlCol="0" anchor="ctr"/>
          <a:lstStyle/>
          <a:p>
            <a:pPr algn="ctr" indent="0" marL="0">
              <a:buNone/>
            </a:pPr>
            <a:r>
              <a:rPr lang="en-US" sz="4400" b="1" dirty="0">
                <a:solidFill>
                  <a:srgbClr val="00C98E"/>
                </a:solidFill>
                <a:latin typeface="Malgun Gothic" pitchFamily="34" charset="0"/>
                <a:ea typeface="Malgun Gothic" pitchFamily="34" charset="-122"/>
                <a:cs typeface="Malgun Gothic" pitchFamily="34" charset="-120"/>
              </a:rPr>
              <a:t>78</a:t>
            </a:r>
            <a:endParaRPr lang="en-US" sz="4400" dirty="0"/>
          </a:p>
        </p:txBody>
      </p:sp>
      <p:sp>
        <p:nvSpPr>
          <p:cNvPr id="11" name="Text 8"/>
          <p:cNvSpPr txBox="1"/>
          <p:nvPr/>
        </p:nvSpPr>
        <p:spPr>
          <a:xfrm>
            <a:off x="7315200" y="2606040"/>
            <a:ext cx="1737360" cy="274320"/>
          </a:xfrm>
          <a:prstGeom prst="rect">
            <a:avLst/>
          </a:prstGeom>
          <a:noFill/>
          <a:ln/>
        </p:spPr>
        <p:txBody>
          <a:bodyPr wrap="square" lIns="0" tIns="0" rIns="0" bIns="0" rtlCol="0" anchor="t"/>
          <a:lstStyle/>
          <a:p>
            <a:pPr algn="ctr" indent="0" marL="0">
              <a:buNone/>
            </a:pPr>
            <a:r>
              <a:rPr lang="en-US" sz="1150" dirty="0">
                <a:solidFill>
                  <a:srgbClr val="C9D6EA"/>
                </a:solidFill>
                <a:latin typeface="Malgun Gothic" pitchFamily="34" charset="0"/>
                <a:ea typeface="Malgun Gothic" pitchFamily="34" charset="-122"/>
                <a:cs typeface="Malgun Gothic" pitchFamily="34" charset="-120"/>
              </a:rPr>
              <a:t>종합 · 적합</a:t>
            </a:r>
            <a:endParaRPr lang="en-US" sz="1150" dirty="0"/>
          </a:p>
        </p:txBody>
      </p:sp>
      <p:sp>
        <p:nvSpPr>
          <p:cNvPr id="12" name="Text 9"/>
          <p:cNvSpPr txBox="1"/>
          <p:nvPr/>
        </p:nvSpPr>
        <p:spPr>
          <a:xfrm>
            <a:off x="9281160" y="1737360"/>
            <a:ext cx="2361895" cy="1325880"/>
          </a:xfrm>
          <a:prstGeom prst="rect">
            <a:avLst/>
          </a:prstGeom>
          <a:noFill/>
          <a:ln/>
        </p:spPr>
        <p:txBody>
          <a:bodyPr wrap="square" lIns="0" tIns="0" rIns="0" bIns="0" rtlCol="0" anchor="ctr"/>
          <a:lstStyle/>
          <a:p>
            <a:pPr indent="0" marL="0">
              <a:lnSpc>
                <a:spcPct val="125000"/>
              </a:lnSpc>
              <a:buNone/>
            </a:pPr>
            <a:r>
              <a:rPr lang="en-US" sz="1150" b="1" dirty="0">
                <a:solidFill>
                  <a:srgbClr val="00996C"/>
                </a:solidFill>
                <a:latin typeface="Malgun Gothic" pitchFamily="34" charset="0"/>
                <a:ea typeface="Malgun Gothic" pitchFamily="34" charset="-122"/>
                <a:cs typeface="Malgun Gothic" pitchFamily="34" charset="-120"/>
              </a:rPr>
              <a:t>강점 </a:t>
            </a:r>
            <a:pPr indent="0" marL="0">
              <a:lnSpc>
                <a:spcPct val="125000"/>
              </a:lnSpc>
              <a:buNone/>
            </a:pPr>
            <a:r>
              <a:rPr lang="en-US" sz="1150" dirty="0">
                <a:solidFill>
                  <a:srgbClr val="0F1B2D"/>
                </a:solidFill>
                <a:latin typeface="Malgun Gothic" pitchFamily="34" charset="0"/>
                <a:ea typeface="Malgun Gothic" pitchFamily="34" charset="-122"/>
                <a:cs typeface="Malgun Gothic" pitchFamily="34" charset="-120"/>
              </a:rPr>
              <a:t>높은 신청 실적 · 전문 시설</a:t>
            </a:r>
            <a:endParaRPr lang="en-US" sz="1150" dirty="0"/>
          </a:p>
          <a:p>
            <a:pPr indent="0" marL="0">
              <a:lnSpc>
                <a:spcPct val="125000"/>
              </a:lnSpc>
              <a:buNone/>
            </a:pPr>
            <a:r>
              <a:rPr lang="en-US" sz="1150" b="1" dirty="0">
                <a:solidFill>
                  <a:srgbClr val="E8871E"/>
                </a:solidFill>
                <a:latin typeface="Malgun Gothic" pitchFamily="34" charset="0"/>
                <a:ea typeface="Malgun Gothic" pitchFamily="34" charset="-122"/>
                <a:cs typeface="Malgun Gothic" pitchFamily="34" charset="-120"/>
              </a:rPr>
              <a:t>위험 </a:t>
            </a:r>
            <a:pPr indent="0" marL="0">
              <a:lnSpc>
                <a:spcPct val="125000"/>
              </a:lnSpc>
              <a:buNone/>
            </a:pPr>
            <a:r>
              <a:rPr lang="en-US" sz="1150" dirty="0">
                <a:solidFill>
                  <a:srgbClr val="0F1B2D"/>
                </a:solidFill>
                <a:latin typeface="Malgun Gothic" pitchFamily="34" charset="0"/>
                <a:ea typeface="Malgun Gothic" pitchFamily="34" charset="-122"/>
                <a:cs typeface="Malgun Gothic" pitchFamily="34" charset="-120"/>
              </a:rPr>
              <a:t>구로구 참여자 접근성</a:t>
            </a:r>
            <a:endParaRPr lang="en-US" sz="1150" dirty="0"/>
          </a:p>
          <a:p>
            <a:pPr indent="0" marL="0">
              <a:lnSpc>
                <a:spcPct val="125000"/>
              </a:lnSpc>
              <a:buNone/>
            </a:pPr>
            <a:r>
              <a:rPr lang="en-US" sz="1150" b="1" dirty="0">
                <a:solidFill>
                  <a:srgbClr val="0046F0"/>
                </a:solidFill>
                <a:latin typeface="Malgun Gothic" pitchFamily="34" charset="0"/>
                <a:ea typeface="Malgun Gothic" pitchFamily="34" charset="-122"/>
                <a:cs typeface="Malgun Gothic" pitchFamily="34" charset="-120"/>
              </a:rPr>
              <a:t>제안 </a:t>
            </a:r>
            <a:pPr indent="0" marL="0">
              <a:lnSpc>
                <a:spcPct val="125000"/>
              </a:lnSpc>
              <a:buNone/>
            </a:pPr>
            <a:r>
              <a:rPr lang="en-US" sz="1150" dirty="0">
                <a:solidFill>
                  <a:srgbClr val="0F1B2D"/>
                </a:solidFill>
                <a:latin typeface="Malgun Gothic" pitchFamily="34" charset="0"/>
                <a:ea typeface="Malgun Gothic" pitchFamily="34" charset="-122"/>
                <a:cs typeface="Malgun Gothic" pitchFamily="34" charset="-120"/>
              </a:rPr>
              <a:t>추가 시설 · 안전 기준</a:t>
            </a:r>
            <a:endParaRPr lang="en-US" sz="1150" dirty="0"/>
          </a:p>
        </p:txBody>
      </p:sp>
      <p:graphicFrame>
        <p:nvGraphicFramePr>
          <p:cNvPr id="13" name="Chart 0" descr=""/>
          <p:cNvGraphicFramePr/>
          <p:nvPr/>
        </p:nvGraphicFramePr>
        <p:xfrm>
          <a:off x="7223760" y="3246120"/>
          <a:ext cx="4419295" cy="2148840"/>
        </p:xfrm>
        <a:graphic xmlns:a="http://schemas.openxmlformats.org/drawingml/2006/main">
          <a:graphicData uri="http://schemas.openxmlformats.org/drawingml/2006/chart">
            <c:chart xmlns:c="http://schemas.openxmlformats.org/drawingml/2006/chart" r:id="rId2"/>
          </a:graphicData>
        </a:graphic>
      </p:graphicFrame>
      <p:sp>
        <p:nvSpPr>
          <p:cNvPr id="14" name="Text 10"/>
          <p:cNvSpPr txBox="1"/>
          <p:nvPr/>
        </p:nvSpPr>
        <p:spPr>
          <a:xfrm>
            <a:off x="7315200" y="5532120"/>
            <a:ext cx="4327855" cy="640080"/>
          </a:xfrm>
          <a:prstGeom prst="rect">
            <a:avLst/>
          </a:prstGeom>
          <a:noFill/>
          <a:ln/>
        </p:spPr>
        <p:txBody>
          <a:bodyPr wrap="square" lIns="0" tIns="0" rIns="0" bIns="0" rtlCol="0" anchor="t"/>
          <a:lstStyle/>
          <a:p>
            <a:pPr indent="0" marL="0">
              <a:lnSpc>
                <a:spcPct val="115000"/>
              </a:lnSpc>
              <a:buNone/>
            </a:pPr>
            <a:r>
              <a:rPr lang="en-US" sz="1050" dirty="0">
                <a:solidFill>
                  <a:srgbClr val="8A97A8"/>
                </a:solidFill>
                <a:latin typeface="Malgun Gothic" pitchFamily="34" charset="0"/>
                <a:ea typeface="Malgun Gothic" pitchFamily="34" charset="-122"/>
                <a:cs typeface="Malgun Gothic" pitchFamily="34" charset="-120"/>
              </a:rPr>
              <a:t>점수는 해당 입력의 검토 예시이며 실제 운영 성과가 아닙니다. 종합 점수 · 등급은 서버에서 계산하고, AI 없이 계획서 생성도 가능합니다.</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180015" y="6473952"/>
            <a:ext cx="1554480" cy="228600"/>
          </a:xfrm>
          <a:prstGeom prst="rect">
            <a:avLst/>
          </a:prstGeom>
          <a:noFill/>
          <a:ln/>
        </p:spPr>
        <p:txBody>
          <a:bodyPr wrap="square" lIns="0" tIns="0" rIns="0" bIns="0" rtlCol="0" anchor="t"/>
          <a:lstStyle/>
          <a:p>
            <a:pPr algn="r" indent="0" marL="0">
              <a:buNone/>
            </a:pPr>
            <a:r>
              <a:rPr lang="en-US" sz="900" b="1" dirty="0">
                <a:solidFill>
                  <a:srgbClr val="011F47"/>
                </a:solidFill>
                <a:latin typeface="Malgun Gothic" pitchFamily="34" charset="0"/>
                <a:ea typeface="Malgun Gothic" pitchFamily="34" charset="-122"/>
                <a:cs typeface="Malgun Gothic" pitchFamily="34" charset="-120"/>
              </a:rPr>
              <a:t>Hi스포링</a:t>
            </a:r>
            <a:pPr algn="r" indent="0" marL="0">
              <a:buNone/>
            </a:pPr>
            <a:r>
              <a:rPr lang="en-US" sz="900" dirty="0">
                <a:solidFill>
                  <a:srgbClr val="8A97A8"/>
                </a:solidFill>
                <a:latin typeface="Malgun Gothic" pitchFamily="34" charset="0"/>
                <a:ea typeface="Malgun Gothic" pitchFamily="34" charset="-122"/>
                <a:cs typeface="Malgun Gothic" pitchFamily="34" charset="-120"/>
              </a:rPr>
              <a:t>   26</a:t>
            </a:r>
            <a:endParaRPr lang="en-US" sz="900" dirty="0"/>
          </a:p>
        </p:txBody>
      </p:sp>
      <p:sp>
        <p:nvSpPr>
          <p:cNvPr id="3" name="Shape 1"/>
          <p:cNvSpPr/>
          <p:nvPr/>
        </p:nvSpPr>
        <p:spPr>
          <a:xfrm>
            <a:off x="548640" y="457200"/>
            <a:ext cx="1307592" cy="310896"/>
          </a:xfrm>
          <a:prstGeom prst="roundRect">
            <a:avLst>
              <a:gd name="adj" fmla="val 50000"/>
            </a:avLst>
          </a:prstGeom>
          <a:solidFill>
            <a:srgbClr val="E8EFFF"/>
          </a:solidFill>
          <a:ln/>
        </p:spPr>
      </p:sp>
      <p:sp>
        <p:nvSpPr>
          <p:cNvPr id="4" name="Text 2"/>
          <p:cNvSpPr txBox="1"/>
          <p:nvPr/>
        </p:nvSpPr>
        <p:spPr>
          <a:xfrm>
            <a:off x="548640" y="457200"/>
            <a:ext cx="1307592" cy="310896"/>
          </a:xfrm>
          <a:prstGeom prst="rect">
            <a:avLst/>
          </a:prstGeom>
          <a:noFill/>
          <a:ln/>
        </p:spPr>
        <p:txBody>
          <a:bodyPr wrap="square" lIns="0" tIns="0" rIns="0" bIns="0" rtlCol="0" anchor="ctr"/>
          <a:lstStyle/>
          <a:p>
            <a:pPr algn="ctr" indent="0" marL="0">
              <a:buNone/>
            </a:pPr>
            <a:r>
              <a:rPr lang="en-US" sz="1100" b="1" dirty="0">
                <a:solidFill>
                  <a:srgbClr val="0046F0"/>
                </a:solidFill>
                <a:latin typeface="Malgun Gothic" pitchFamily="34" charset="0"/>
                <a:ea typeface="Malgun Gothic" pitchFamily="34" charset="-122"/>
                <a:cs typeface="Malgun Gothic" pitchFamily="34" charset="-120"/>
              </a:rPr>
              <a:t>05 · 부가 기능</a:t>
            </a:r>
            <a:endParaRPr lang="en-US" sz="1100" dirty="0"/>
          </a:p>
        </p:txBody>
      </p:sp>
      <p:sp>
        <p:nvSpPr>
          <p:cNvPr id="5" name="Text 3"/>
          <p:cNvSpPr txBox="1"/>
          <p:nvPr/>
        </p:nvSpPr>
        <p:spPr>
          <a:xfrm>
            <a:off x="548640" y="896112"/>
            <a:ext cx="11094415" cy="566928"/>
          </a:xfrm>
          <a:prstGeom prst="rect">
            <a:avLst/>
          </a:prstGeom>
          <a:noFill/>
          <a:ln/>
        </p:spPr>
        <p:txBody>
          <a:bodyPr wrap="square" lIns="0" tIns="0" rIns="0" bIns="0" rtlCol="0" anchor="t"/>
          <a:lstStyle/>
          <a:p>
            <a:pPr indent="0" marL="0">
              <a:buNone/>
            </a:pPr>
            <a:r>
              <a:rPr lang="en-US" sz="2800" b="1" dirty="0">
                <a:solidFill>
                  <a:srgbClr val="0F1B2D"/>
                </a:solidFill>
                <a:latin typeface="Malgun Gothic" pitchFamily="34" charset="0"/>
                <a:ea typeface="Malgun Gothic" pitchFamily="34" charset="-122"/>
                <a:cs typeface="Malgun Gothic" pitchFamily="34" charset="-120"/>
              </a:rPr>
              <a:t>기획을 받쳐 주는 조회 기능</a:t>
            </a:r>
            <a:endParaRPr lang="en-US" sz="2800" dirty="0"/>
          </a:p>
        </p:txBody>
      </p:sp>
      <p:sp>
        <p:nvSpPr>
          <p:cNvPr id="6" name="Shape 4"/>
          <p:cNvSpPr/>
          <p:nvPr/>
        </p:nvSpPr>
        <p:spPr>
          <a:xfrm>
            <a:off x="548640" y="1737360"/>
            <a:ext cx="3520440" cy="4434840"/>
          </a:xfrm>
          <a:prstGeom prst="roundRect">
            <a:avLst>
              <a:gd name="adj" fmla="val 5195"/>
            </a:avLst>
          </a:prstGeom>
          <a:solidFill>
            <a:srgbClr val="F4F7FC"/>
          </a:solidFill>
          <a:ln/>
        </p:spPr>
      </p:sp>
      <p:pic>
        <p:nvPicPr>
          <p:cNvPr id="7" name="Image 0" descr="/home/claude/deck/a/programs2.png">    </p:cNvPr>
          <p:cNvPicPr>
            <a:picLocks noChangeAspect="1"/>
          </p:cNvPicPr>
          <p:nvPr/>
        </p:nvPicPr>
        <p:blipFill>
          <a:blip r:embed="rId1"/>
          <a:stretch>
            <a:fillRect/>
          </a:stretch>
        </p:blipFill>
        <p:spPr>
          <a:xfrm>
            <a:off x="729539" y="1938528"/>
            <a:ext cx="3158642" cy="2697480"/>
          </a:xfrm>
          <a:prstGeom prst="rect">
            <a:avLst/>
          </a:prstGeom>
        </p:spPr>
      </p:pic>
      <p:sp>
        <p:nvSpPr>
          <p:cNvPr id="8" name="Text 5"/>
          <p:cNvSpPr txBox="1"/>
          <p:nvPr/>
        </p:nvSpPr>
        <p:spPr>
          <a:xfrm>
            <a:off x="822960" y="4846320"/>
            <a:ext cx="2971800" cy="365760"/>
          </a:xfrm>
          <a:prstGeom prst="rect">
            <a:avLst/>
          </a:prstGeom>
          <a:noFill/>
          <a:ln/>
        </p:spPr>
        <p:txBody>
          <a:bodyPr wrap="square" lIns="0" tIns="0" rIns="0" bIns="0" rtlCol="0" anchor="t"/>
          <a:lstStyle/>
          <a:p>
            <a:pPr indent="0" marL="0">
              <a:buNone/>
            </a:pPr>
            <a:r>
              <a:rPr lang="en-US" sz="1700" b="1" dirty="0">
                <a:solidFill>
                  <a:srgbClr val="0F1B2D"/>
                </a:solidFill>
                <a:latin typeface="Malgun Gothic" pitchFamily="34" charset="0"/>
                <a:ea typeface="Malgun Gothic" pitchFamily="34" charset="-122"/>
                <a:cs typeface="Malgun Gothic" pitchFamily="34" charset="-120"/>
              </a:rPr>
              <a:t>프로그램 현황</a:t>
            </a:r>
            <a:endParaRPr lang="en-US" sz="1700" dirty="0"/>
          </a:p>
        </p:txBody>
      </p:sp>
      <p:sp>
        <p:nvSpPr>
          <p:cNvPr id="9" name="Text 6"/>
          <p:cNvSpPr txBox="1"/>
          <p:nvPr/>
        </p:nvSpPr>
        <p:spPr>
          <a:xfrm>
            <a:off x="822960" y="5257800"/>
            <a:ext cx="2971800" cy="640080"/>
          </a:xfrm>
          <a:prstGeom prst="rect">
            <a:avLst/>
          </a:prstGeom>
          <a:noFill/>
          <a:ln/>
        </p:spPr>
        <p:txBody>
          <a:bodyPr wrap="square" lIns="0" tIns="0" rIns="0" bIns="0" rtlCol="0" anchor="t"/>
          <a:lstStyle/>
          <a:p>
            <a:pPr indent="0" marL="0">
              <a:lnSpc>
                <a:spcPct val="120000"/>
              </a:lnSpc>
              <a:buNone/>
            </a:pPr>
            <a:r>
              <a:rPr lang="en-US" sz="1200" dirty="0">
                <a:solidFill>
                  <a:srgbClr val="56657A"/>
                </a:solidFill>
                <a:latin typeface="Malgun Gothic" pitchFamily="34" charset="0"/>
                <a:ea typeface="Malgun Gothic" pitchFamily="34" charset="-122"/>
                <a:cs typeface="Malgun Gothic" pitchFamily="34" charset="-120"/>
              </a:rPr>
              <a:t>지역 · 종목 · 요일 · 수강료로 기존 강좌를 검색 · 비교하고 Excel로 내보내기</a:t>
            </a:r>
            <a:endParaRPr lang="en-US" sz="1200" dirty="0"/>
          </a:p>
        </p:txBody>
      </p:sp>
      <p:sp>
        <p:nvSpPr>
          <p:cNvPr id="10" name="Shape 7"/>
          <p:cNvSpPr/>
          <p:nvPr/>
        </p:nvSpPr>
        <p:spPr>
          <a:xfrm>
            <a:off x="4379976" y="1737360"/>
            <a:ext cx="3520440" cy="4434840"/>
          </a:xfrm>
          <a:prstGeom prst="roundRect">
            <a:avLst>
              <a:gd name="adj" fmla="val 5195"/>
            </a:avLst>
          </a:prstGeom>
          <a:solidFill>
            <a:srgbClr val="F4F7FC"/>
          </a:solidFill>
          <a:ln/>
        </p:spPr>
      </p:sp>
      <p:pic>
        <p:nvPicPr>
          <p:cNvPr id="11" name="Image 1" descr="/home/claude/deck/a/facilities2.png">    </p:cNvPr>
          <p:cNvPicPr>
            <a:picLocks noChangeAspect="1"/>
          </p:cNvPicPr>
          <p:nvPr/>
        </p:nvPicPr>
        <p:blipFill>
          <a:blip r:embed="rId2"/>
          <a:stretch>
            <a:fillRect/>
          </a:stretch>
        </p:blipFill>
        <p:spPr>
          <a:xfrm>
            <a:off x="4591700" y="1938528"/>
            <a:ext cx="3096992" cy="2697480"/>
          </a:xfrm>
          <a:prstGeom prst="rect">
            <a:avLst/>
          </a:prstGeom>
        </p:spPr>
      </p:pic>
      <p:sp>
        <p:nvSpPr>
          <p:cNvPr id="12" name="Text 8"/>
          <p:cNvSpPr txBox="1"/>
          <p:nvPr/>
        </p:nvSpPr>
        <p:spPr>
          <a:xfrm>
            <a:off x="4654296" y="4846320"/>
            <a:ext cx="2971800" cy="365760"/>
          </a:xfrm>
          <a:prstGeom prst="rect">
            <a:avLst/>
          </a:prstGeom>
          <a:noFill/>
          <a:ln/>
        </p:spPr>
        <p:txBody>
          <a:bodyPr wrap="square" lIns="0" tIns="0" rIns="0" bIns="0" rtlCol="0" anchor="t"/>
          <a:lstStyle/>
          <a:p>
            <a:pPr indent="0" marL="0">
              <a:buNone/>
            </a:pPr>
            <a:r>
              <a:rPr lang="en-US" sz="1700" b="1" dirty="0">
                <a:solidFill>
                  <a:srgbClr val="0F1B2D"/>
                </a:solidFill>
                <a:latin typeface="Malgun Gothic" pitchFamily="34" charset="0"/>
                <a:ea typeface="Malgun Gothic" pitchFamily="34" charset="-122"/>
                <a:cs typeface="Malgun Gothic" pitchFamily="34" charset="-120"/>
              </a:rPr>
              <a:t>시설 현황</a:t>
            </a:r>
            <a:endParaRPr lang="en-US" sz="1700" dirty="0"/>
          </a:p>
        </p:txBody>
      </p:sp>
      <p:sp>
        <p:nvSpPr>
          <p:cNvPr id="13" name="Text 9"/>
          <p:cNvSpPr txBox="1"/>
          <p:nvPr/>
        </p:nvSpPr>
        <p:spPr>
          <a:xfrm>
            <a:off x="4654296" y="5257800"/>
            <a:ext cx="2971800" cy="640080"/>
          </a:xfrm>
          <a:prstGeom prst="rect">
            <a:avLst/>
          </a:prstGeom>
          <a:noFill/>
          <a:ln/>
        </p:spPr>
        <p:txBody>
          <a:bodyPr wrap="square" lIns="0" tIns="0" rIns="0" bIns="0" rtlCol="0" anchor="t"/>
          <a:lstStyle/>
          <a:p>
            <a:pPr indent="0" marL="0">
              <a:lnSpc>
                <a:spcPct val="120000"/>
              </a:lnSpc>
              <a:buNone/>
            </a:pPr>
            <a:r>
              <a:rPr lang="en-US" sz="1200" dirty="0">
                <a:solidFill>
                  <a:srgbClr val="56657A"/>
                </a:solidFill>
                <a:latin typeface="Malgun Gothic" pitchFamily="34" charset="0"/>
                <a:ea typeface="Malgun Gothic" pitchFamily="34" charset="-122"/>
                <a:cs typeface="Malgun Gothic" pitchFamily="34" charset="-120"/>
              </a:rPr>
              <a:t>지역 · 시설 유형 · 운영상태로 검색하고 인접 교통 정보까지 연결</a:t>
            </a:r>
            <a:endParaRPr lang="en-US" sz="1200" dirty="0"/>
          </a:p>
        </p:txBody>
      </p:sp>
      <p:sp>
        <p:nvSpPr>
          <p:cNvPr id="14" name="Shape 10"/>
          <p:cNvSpPr/>
          <p:nvPr/>
        </p:nvSpPr>
        <p:spPr>
          <a:xfrm>
            <a:off x="8211312" y="1737360"/>
            <a:ext cx="3520440" cy="4434840"/>
          </a:xfrm>
          <a:prstGeom prst="roundRect">
            <a:avLst>
              <a:gd name="adj" fmla="val 5195"/>
            </a:avLst>
          </a:prstGeom>
          <a:solidFill>
            <a:srgbClr val="F4F7FC"/>
          </a:solidFill>
          <a:ln/>
        </p:spPr>
      </p:sp>
      <p:pic>
        <p:nvPicPr>
          <p:cNvPr id="15" name="Image 2" descr="/home/claude/deck/a/policies2.png">    </p:cNvPr>
          <p:cNvPicPr>
            <a:picLocks noChangeAspect="1"/>
          </p:cNvPicPr>
          <p:nvPr/>
        </p:nvPicPr>
        <p:blipFill>
          <a:blip r:embed="rId3"/>
          <a:stretch>
            <a:fillRect/>
          </a:stretch>
        </p:blipFill>
        <p:spPr>
          <a:xfrm>
            <a:off x="8824003" y="1938528"/>
            <a:ext cx="2295059" cy="2697480"/>
          </a:xfrm>
          <a:prstGeom prst="rect">
            <a:avLst/>
          </a:prstGeom>
        </p:spPr>
      </p:pic>
      <p:sp>
        <p:nvSpPr>
          <p:cNvPr id="16" name="Text 11"/>
          <p:cNvSpPr txBox="1"/>
          <p:nvPr/>
        </p:nvSpPr>
        <p:spPr>
          <a:xfrm>
            <a:off x="8485632" y="4846320"/>
            <a:ext cx="2971800" cy="365760"/>
          </a:xfrm>
          <a:prstGeom prst="rect">
            <a:avLst/>
          </a:prstGeom>
          <a:noFill/>
          <a:ln/>
        </p:spPr>
        <p:txBody>
          <a:bodyPr wrap="square" lIns="0" tIns="0" rIns="0" bIns="0" rtlCol="0" anchor="t"/>
          <a:lstStyle/>
          <a:p>
            <a:pPr indent="0" marL="0">
              <a:buNone/>
            </a:pPr>
            <a:r>
              <a:rPr lang="en-US" sz="1700" b="1" dirty="0">
                <a:solidFill>
                  <a:srgbClr val="0F1B2D"/>
                </a:solidFill>
                <a:latin typeface="Malgun Gothic" pitchFamily="34" charset="0"/>
                <a:ea typeface="Malgun Gothic" pitchFamily="34" charset="-122"/>
                <a:cs typeface="Malgun Gothic" pitchFamily="34" charset="-120"/>
              </a:rPr>
              <a:t>주요 정책 보기</a:t>
            </a:r>
            <a:endParaRPr lang="en-US" sz="1700" dirty="0"/>
          </a:p>
        </p:txBody>
      </p:sp>
      <p:sp>
        <p:nvSpPr>
          <p:cNvPr id="17" name="Text 12"/>
          <p:cNvSpPr txBox="1"/>
          <p:nvPr/>
        </p:nvSpPr>
        <p:spPr>
          <a:xfrm>
            <a:off x="8485632" y="5257800"/>
            <a:ext cx="2971800" cy="640080"/>
          </a:xfrm>
          <a:prstGeom prst="rect">
            <a:avLst/>
          </a:prstGeom>
          <a:noFill/>
          <a:ln/>
        </p:spPr>
        <p:txBody>
          <a:bodyPr wrap="square" lIns="0" tIns="0" rIns="0" bIns="0" rtlCol="0" anchor="t"/>
          <a:lstStyle/>
          <a:p>
            <a:pPr indent="0" marL="0">
              <a:lnSpc>
                <a:spcPct val="120000"/>
              </a:lnSpc>
              <a:buNone/>
            </a:pPr>
            <a:r>
              <a:rPr lang="en-US" sz="1200" dirty="0">
                <a:solidFill>
                  <a:srgbClr val="56657A"/>
                </a:solidFill>
                <a:latin typeface="Malgun Gothic" pitchFamily="34" charset="0"/>
                <a:ea typeface="Malgun Gothic" pitchFamily="34" charset="-122"/>
                <a:cs typeface="Malgun Gothic" pitchFamily="34" charset="-120"/>
              </a:rPr>
              <a:t>문화체육관광부 체육정책 최신 10건과 원문 링크 제공</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180015" y="6473952"/>
            <a:ext cx="1554480" cy="228600"/>
          </a:xfrm>
          <a:prstGeom prst="rect">
            <a:avLst/>
          </a:prstGeom>
          <a:noFill/>
          <a:ln/>
        </p:spPr>
        <p:txBody>
          <a:bodyPr wrap="square" lIns="0" tIns="0" rIns="0" bIns="0" rtlCol="0" anchor="t"/>
          <a:lstStyle/>
          <a:p>
            <a:pPr algn="r" indent="0" marL="0">
              <a:buNone/>
            </a:pPr>
            <a:r>
              <a:rPr lang="en-US" sz="900" b="1" dirty="0">
                <a:solidFill>
                  <a:srgbClr val="011F47"/>
                </a:solidFill>
                <a:latin typeface="Malgun Gothic" pitchFamily="34" charset="0"/>
                <a:ea typeface="Malgun Gothic" pitchFamily="34" charset="-122"/>
                <a:cs typeface="Malgun Gothic" pitchFamily="34" charset="-120"/>
              </a:rPr>
              <a:t>Hi스포링</a:t>
            </a:r>
            <a:pPr algn="r" indent="0" marL="0">
              <a:buNone/>
            </a:pPr>
            <a:r>
              <a:rPr lang="en-US" sz="900" dirty="0">
                <a:solidFill>
                  <a:srgbClr val="8A97A8"/>
                </a:solidFill>
                <a:latin typeface="Malgun Gothic" pitchFamily="34" charset="0"/>
                <a:ea typeface="Malgun Gothic" pitchFamily="34" charset="-122"/>
                <a:cs typeface="Malgun Gothic" pitchFamily="34" charset="-120"/>
              </a:rPr>
              <a:t>   27</a:t>
            </a:r>
            <a:endParaRPr lang="en-US" sz="900" dirty="0"/>
          </a:p>
        </p:txBody>
      </p:sp>
      <p:sp>
        <p:nvSpPr>
          <p:cNvPr id="3" name="Shape 1"/>
          <p:cNvSpPr/>
          <p:nvPr/>
        </p:nvSpPr>
        <p:spPr>
          <a:xfrm>
            <a:off x="548640" y="457200"/>
            <a:ext cx="1517904" cy="310896"/>
          </a:xfrm>
          <a:prstGeom prst="roundRect">
            <a:avLst>
              <a:gd name="adj" fmla="val 50000"/>
            </a:avLst>
          </a:prstGeom>
          <a:solidFill>
            <a:srgbClr val="E8EFFF"/>
          </a:solidFill>
          <a:ln/>
        </p:spPr>
      </p:sp>
      <p:sp>
        <p:nvSpPr>
          <p:cNvPr id="4" name="Text 2"/>
          <p:cNvSpPr txBox="1"/>
          <p:nvPr/>
        </p:nvSpPr>
        <p:spPr>
          <a:xfrm>
            <a:off x="548640" y="457200"/>
            <a:ext cx="1517904" cy="310896"/>
          </a:xfrm>
          <a:prstGeom prst="rect">
            <a:avLst/>
          </a:prstGeom>
          <a:noFill/>
          <a:ln/>
        </p:spPr>
        <p:txBody>
          <a:bodyPr wrap="square" lIns="0" tIns="0" rIns="0" bIns="0" rtlCol="0" anchor="ctr"/>
          <a:lstStyle/>
          <a:p>
            <a:pPr algn="ctr" indent="0" marL="0">
              <a:buNone/>
            </a:pPr>
            <a:r>
              <a:rPr lang="en-US" sz="1100" b="1" dirty="0">
                <a:solidFill>
                  <a:srgbClr val="0046F0"/>
                </a:solidFill>
                <a:latin typeface="Malgun Gothic" pitchFamily="34" charset="0"/>
                <a:ea typeface="Malgun Gothic" pitchFamily="34" charset="-122"/>
                <a:cs typeface="Malgun Gothic" pitchFamily="34" charset="-120"/>
              </a:rPr>
              <a:t>05 · 시연 &amp; 검증</a:t>
            </a:r>
            <a:endParaRPr lang="en-US" sz="1100" dirty="0"/>
          </a:p>
        </p:txBody>
      </p:sp>
      <p:sp>
        <p:nvSpPr>
          <p:cNvPr id="5" name="Text 3"/>
          <p:cNvSpPr txBox="1"/>
          <p:nvPr/>
        </p:nvSpPr>
        <p:spPr>
          <a:xfrm>
            <a:off x="548640" y="896112"/>
            <a:ext cx="11094415" cy="566928"/>
          </a:xfrm>
          <a:prstGeom prst="rect">
            <a:avLst/>
          </a:prstGeom>
          <a:noFill/>
          <a:ln/>
        </p:spPr>
        <p:txBody>
          <a:bodyPr wrap="square" lIns="0" tIns="0" rIns="0" bIns="0" rtlCol="0" anchor="t"/>
          <a:lstStyle/>
          <a:p>
            <a:pPr indent="0" marL="0">
              <a:buNone/>
            </a:pPr>
            <a:r>
              <a:rPr lang="en-US" sz="2800" b="1" dirty="0">
                <a:solidFill>
                  <a:srgbClr val="0F1B2D"/>
                </a:solidFill>
                <a:latin typeface="Malgun Gothic" pitchFamily="34" charset="0"/>
                <a:ea typeface="Malgun Gothic" pitchFamily="34" charset="-122"/>
                <a:cs typeface="Malgun Gothic" pitchFamily="34" charset="-120"/>
              </a:rPr>
              <a:t>시연 시나리오와 테스트 결과</a:t>
            </a:r>
            <a:endParaRPr lang="en-US" sz="2800" dirty="0"/>
          </a:p>
        </p:txBody>
      </p:sp>
      <p:sp>
        <p:nvSpPr>
          <p:cNvPr id="6" name="Text 4"/>
          <p:cNvSpPr txBox="1"/>
          <p:nvPr/>
        </p:nvSpPr>
        <p:spPr>
          <a:xfrm>
            <a:off x="548640" y="1737360"/>
            <a:ext cx="4572000" cy="365760"/>
          </a:xfrm>
          <a:prstGeom prst="rect">
            <a:avLst/>
          </a:prstGeom>
          <a:noFill/>
          <a:ln/>
        </p:spPr>
        <p:txBody>
          <a:bodyPr wrap="square" lIns="0" tIns="0" rIns="0" bIns="0" rtlCol="0" anchor="t"/>
          <a:lstStyle/>
          <a:p>
            <a:pPr indent="0" marL="0">
              <a:buNone/>
            </a:pPr>
            <a:r>
              <a:rPr lang="en-US" sz="1700" b="1" dirty="0">
                <a:solidFill>
                  <a:srgbClr val="0F1B2D"/>
                </a:solidFill>
                <a:latin typeface="Malgun Gothic" pitchFamily="34" charset="0"/>
                <a:ea typeface="Malgun Gothic" pitchFamily="34" charset="-122"/>
                <a:cs typeface="Malgun Gothic" pitchFamily="34" charset="-120"/>
              </a:rPr>
              <a:t>시연 순서</a:t>
            </a:r>
            <a:endParaRPr lang="en-US" sz="1700" dirty="0"/>
          </a:p>
        </p:txBody>
      </p:sp>
      <p:sp>
        <p:nvSpPr>
          <p:cNvPr id="7" name="Shape 5"/>
          <p:cNvSpPr/>
          <p:nvPr/>
        </p:nvSpPr>
        <p:spPr>
          <a:xfrm>
            <a:off x="749808" y="2423160"/>
            <a:ext cx="0" cy="3291840"/>
          </a:xfrm>
          <a:prstGeom prst="line">
            <a:avLst/>
          </a:prstGeom>
          <a:noFill/>
          <a:ln w="25400">
            <a:solidFill>
              <a:srgbClr val="DCE3EE"/>
            </a:solidFill>
            <a:prstDash val="solid"/>
          </a:ln>
        </p:spPr>
      </p:sp>
      <p:sp>
        <p:nvSpPr>
          <p:cNvPr id="8" name="Shape 6"/>
          <p:cNvSpPr/>
          <p:nvPr/>
        </p:nvSpPr>
        <p:spPr>
          <a:xfrm>
            <a:off x="548640" y="2240280"/>
            <a:ext cx="402336" cy="402336"/>
          </a:xfrm>
          <a:prstGeom prst="ellipse">
            <a:avLst/>
          </a:prstGeom>
          <a:solidFill>
            <a:srgbClr val="0046F0"/>
          </a:solidFill>
          <a:ln w="25400">
            <a:solidFill>
              <a:srgbClr val="FFFFFF"/>
            </a:solidFill>
            <a:prstDash val="solid"/>
          </a:ln>
        </p:spPr>
      </p:sp>
      <p:sp>
        <p:nvSpPr>
          <p:cNvPr id="9" name="Text 7"/>
          <p:cNvSpPr txBox="1"/>
          <p:nvPr/>
        </p:nvSpPr>
        <p:spPr>
          <a:xfrm>
            <a:off x="548640" y="22402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1</a:t>
            </a:r>
            <a:endParaRPr lang="en-US" sz="1300" dirty="0"/>
          </a:p>
        </p:txBody>
      </p:sp>
      <p:sp>
        <p:nvSpPr>
          <p:cNvPr id="10" name="Text 8"/>
          <p:cNvSpPr txBox="1"/>
          <p:nvPr/>
        </p:nvSpPr>
        <p:spPr>
          <a:xfrm>
            <a:off x="1188720" y="2240280"/>
            <a:ext cx="4754880" cy="402336"/>
          </a:xfrm>
          <a:prstGeom prst="rect">
            <a:avLst/>
          </a:prstGeom>
          <a:noFill/>
          <a:ln/>
        </p:spPr>
        <p:txBody>
          <a:bodyPr wrap="square" lIns="0" tIns="0" rIns="0" bIns="0" rtlCol="0" anchor="ctr"/>
          <a:lstStyle/>
          <a:p>
            <a:pPr indent="0" marL="0">
              <a:buNone/>
            </a:pPr>
            <a:r>
              <a:rPr lang="en-US" sz="1450" dirty="0">
                <a:solidFill>
                  <a:srgbClr val="0F1B2D"/>
                </a:solidFill>
                <a:latin typeface="Malgun Gothic" pitchFamily="34" charset="0"/>
                <a:ea typeface="Malgun Gothic" pitchFamily="34" charset="-122"/>
                <a:cs typeface="Malgun Gothic" pitchFamily="34" charset="-120"/>
              </a:rPr>
              <a:t>지역 선택 · 조회 후 지표와 종목 분포 확인</a:t>
            </a:r>
            <a:endParaRPr lang="en-US" sz="1450" dirty="0"/>
          </a:p>
        </p:txBody>
      </p:sp>
      <p:sp>
        <p:nvSpPr>
          <p:cNvPr id="11" name="Shape 9"/>
          <p:cNvSpPr/>
          <p:nvPr/>
        </p:nvSpPr>
        <p:spPr>
          <a:xfrm>
            <a:off x="548640" y="3063240"/>
            <a:ext cx="402336" cy="402336"/>
          </a:xfrm>
          <a:prstGeom prst="ellipse">
            <a:avLst/>
          </a:prstGeom>
          <a:solidFill>
            <a:srgbClr val="0046F0"/>
          </a:solidFill>
          <a:ln w="25400">
            <a:solidFill>
              <a:srgbClr val="FFFFFF"/>
            </a:solidFill>
            <a:prstDash val="solid"/>
          </a:ln>
        </p:spPr>
      </p:sp>
      <p:sp>
        <p:nvSpPr>
          <p:cNvPr id="12" name="Text 10"/>
          <p:cNvSpPr txBox="1"/>
          <p:nvPr/>
        </p:nvSpPr>
        <p:spPr>
          <a:xfrm>
            <a:off x="548640" y="306324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2</a:t>
            </a:r>
            <a:endParaRPr lang="en-US" sz="1300" dirty="0"/>
          </a:p>
        </p:txBody>
      </p:sp>
      <p:sp>
        <p:nvSpPr>
          <p:cNvPr id="13" name="Text 11"/>
          <p:cNvSpPr txBox="1"/>
          <p:nvPr/>
        </p:nvSpPr>
        <p:spPr>
          <a:xfrm>
            <a:off x="1188720" y="3063240"/>
            <a:ext cx="4754880" cy="402336"/>
          </a:xfrm>
          <a:prstGeom prst="rect">
            <a:avLst/>
          </a:prstGeom>
          <a:noFill/>
          <a:ln/>
        </p:spPr>
        <p:txBody>
          <a:bodyPr wrap="square" lIns="0" tIns="0" rIns="0" bIns="0" rtlCol="0" anchor="ctr"/>
          <a:lstStyle/>
          <a:p>
            <a:pPr indent="0" marL="0">
              <a:buNone/>
            </a:pPr>
            <a:r>
              <a:rPr lang="en-US" sz="1450" dirty="0">
                <a:solidFill>
                  <a:srgbClr val="0F1B2D"/>
                </a:solidFill>
                <a:latin typeface="Malgun Gothic" pitchFamily="34" charset="0"/>
                <a:ea typeface="Malgun Gothic" pitchFamily="34" charset="-122"/>
                <a:cs typeface="Malgun Gothic" pitchFamily="34" charset="-120"/>
              </a:rPr>
              <a:t>지역 AI 분석으로 현황 요약 확인</a:t>
            </a:r>
            <a:endParaRPr lang="en-US" sz="1450" dirty="0"/>
          </a:p>
        </p:txBody>
      </p:sp>
      <p:sp>
        <p:nvSpPr>
          <p:cNvPr id="14" name="Shape 12"/>
          <p:cNvSpPr/>
          <p:nvPr/>
        </p:nvSpPr>
        <p:spPr>
          <a:xfrm>
            <a:off x="548640" y="3886200"/>
            <a:ext cx="402336" cy="402336"/>
          </a:xfrm>
          <a:prstGeom prst="ellipse">
            <a:avLst/>
          </a:prstGeom>
          <a:solidFill>
            <a:srgbClr val="0046F0"/>
          </a:solidFill>
          <a:ln w="25400">
            <a:solidFill>
              <a:srgbClr val="FFFFFF"/>
            </a:solidFill>
            <a:prstDash val="solid"/>
          </a:ln>
        </p:spPr>
      </p:sp>
      <p:sp>
        <p:nvSpPr>
          <p:cNvPr id="15" name="Text 13"/>
          <p:cNvSpPr txBox="1"/>
          <p:nvPr/>
        </p:nvSpPr>
        <p:spPr>
          <a:xfrm>
            <a:off x="548640" y="388620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3</a:t>
            </a:r>
            <a:endParaRPr lang="en-US" sz="1300" dirty="0"/>
          </a:p>
        </p:txBody>
      </p:sp>
      <p:sp>
        <p:nvSpPr>
          <p:cNvPr id="16" name="Text 14"/>
          <p:cNvSpPr txBox="1"/>
          <p:nvPr/>
        </p:nvSpPr>
        <p:spPr>
          <a:xfrm>
            <a:off x="1188720" y="3886200"/>
            <a:ext cx="4754880" cy="402336"/>
          </a:xfrm>
          <a:prstGeom prst="rect">
            <a:avLst/>
          </a:prstGeom>
          <a:noFill/>
          <a:ln/>
        </p:spPr>
        <p:txBody>
          <a:bodyPr wrap="square" lIns="0" tIns="0" rIns="0" bIns="0" rtlCol="0" anchor="ctr"/>
          <a:lstStyle/>
          <a:p>
            <a:pPr indent="0" marL="0">
              <a:buNone/>
            </a:pPr>
            <a:r>
              <a:rPr lang="en-US" sz="1450" dirty="0">
                <a:solidFill>
                  <a:srgbClr val="0F1B2D"/>
                </a:solidFill>
                <a:latin typeface="Malgun Gothic" pitchFamily="34" charset="0"/>
                <a:ea typeface="Malgun Gothic" pitchFamily="34" charset="-122"/>
                <a:cs typeface="Malgun Gothic" pitchFamily="34" charset="-120"/>
              </a:rPr>
              <a:t>종목 · 시설 선택 후 프로그램 내용 입력</a:t>
            </a:r>
            <a:endParaRPr lang="en-US" sz="1450" dirty="0"/>
          </a:p>
        </p:txBody>
      </p:sp>
      <p:sp>
        <p:nvSpPr>
          <p:cNvPr id="17" name="Shape 15"/>
          <p:cNvSpPr/>
          <p:nvPr/>
        </p:nvSpPr>
        <p:spPr>
          <a:xfrm>
            <a:off x="548640" y="4709160"/>
            <a:ext cx="402336" cy="402336"/>
          </a:xfrm>
          <a:prstGeom prst="ellipse">
            <a:avLst/>
          </a:prstGeom>
          <a:solidFill>
            <a:srgbClr val="00C98E"/>
          </a:solidFill>
          <a:ln w="25400">
            <a:solidFill>
              <a:srgbClr val="FFFFFF"/>
            </a:solidFill>
            <a:prstDash val="solid"/>
          </a:ln>
        </p:spPr>
      </p:sp>
      <p:sp>
        <p:nvSpPr>
          <p:cNvPr id="18" name="Text 16"/>
          <p:cNvSpPr txBox="1"/>
          <p:nvPr/>
        </p:nvSpPr>
        <p:spPr>
          <a:xfrm>
            <a:off x="548640" y="470916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4</a:t>
            </a:r>
            <a:endParaRPr lang="en-US" sz="1300" dirty="0"/>
          </a:p>
        </p:txBody>
      </p:sp>
      <p:sp>
        <p:nvSpPr>
          <p:cNvPr id="19" name="Text 17"/>
          <p:cNvSpPr txBox="1"/>
          <p:nvPr/>
        </p:nvSpPr>
        <p:spPr>
          <a:xfrm>
            <a:off x="1188720" y="4709160"/>
            <a:ext cx="4754880" cy="402336"/>
          </a:xfrm>
          <a:prstGeom prst="rect">
            <a:avLst/>
          </a:prstGeom>
          <a:noFill/>
          <a:ln/>
        </p:spPr>
        <p:txBody>
          <a:bodyPr wrap="square" lIns="0" tIns="0" rIns="0" bIns="0" rtlCol="0" anchor="ctr"/>
          <a:lstStyle/>
          <a:p>
            <a:pPr indent="0" marL="0">
              <a:buNone/>
            </a:pPr>
            <a:r>
              <a:rPr lang="en-US" sz="1450" dirty="0">
                <a:solidFill>
                  <a:srgbClr val="0F1B2D"/>
                </a:solidFill>
                <a:latin typeface="Malgun Gothic" pitchFamily="34" charset="0"/>
                <a:ea typeface="Malgun Gothic" pitchFamily="34" charset="-122"/>
                <a:cs typeface="Malgun Gothic" pitchFamily="34" charset="-120"/>
              </a:rPr>
              <a:t>AI 검토 또는 “AI 없이 생성하기” 선택</a:t>
            </a:r>
            <a:endParaRPr lang="en-US" sz="1450" dirty="0"/>
          </a:p>
        </p:txBody>
      </p:sp>
      <p:sp>
        <p:nvSpPr>
          <p:cNvPr id="20" name="Shape 18"/>
          <p:cNvSpPr/>
          <p:nvPr/>
        </p:nvSpPr>
        <p:spPr>
          <a:xfrm>
            <a:off x="548640" y="5532120"/>
            <a:ext cx="402336" cy="402336"/>
          </a:xfrm>
          <a:prstGeom prst="ellipse">
            <a:avLst/>
          </a:prstGeom>
          <a:solidFill>
            <a:srgbClr val="0046F0"/>
          </a:solidFill>
          <a:ln w="25400">
            <a:solidFill>
              <a:srgbClr val="FFFFFF"/>
            </a:solidFill>
            <a:prstDash val="solid"/>
          </a:ln>
        </p:spPr>
      </p:sp>
      <p:sp>
        <p:nvSpPr>
          <p:cNvPr id="21" name="Text 19"/>
          <p:cNvSpPr txBox="1"/>
          <p:nvPr/>
        </p:nvSpPr>
        <p:spPr>
          <a:xfrm>
            <a:off x="548640" y="553212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5</a:t>
            </a:r>
            <a:endParaRPr lang="en-US" sz="1300" dirty="0"/>
          </a:p>
        </p:txBody>
      </p:sp>
      <p:sp>
        <p:nvSpPr>
          <p:cNvPr id="22" name="Text 20"/>
          <p:cNvSpPr txBox="1"/>
          <p:nvPr/>
        </p:nvSpPr>
        <p:spPr>
          <a:xfrm>
            <a:off x="1188720" y="5532120"/>
            <a:ext cx="4754880" cy="402336"/>
          </a:xfrm>
          <a:prstGeom prst="rect">
            <a:avLst/>
          </a:prstGeom>
          <a:noFill/>
          <a:ln/>
        </p:spPr>
        <p:txBody>
          <a:bodyPr wrap="square" lIns="0" tIns="0" rIns="0" bIns="0" rtlCol="0" anchor="ctr"/>
          <a:lstStyle/>
          <a:p>
            <a:pPr indent="0" marL="0">
              <a:buNone/>
            </a:pPr>
            <a:r>
              <a:rPr lang="en-US" sz="1450" dirty="0">
                <a:solidFill>
                  <a:srgbClr val="0F1B2D"/>
                </a:solidFill>
                <a:latin typeface="Malgun Gothic" pitchFamily="34" charset="0"/>
                <a:ea typeface="Malgun Gothic" pitchFamily="34" charset="-122"/>
                <a:cs typeface="Malgun Gothic" pitchFamily="34" charset="-120"/>
              </a:rPr>
              <a:t>계획서 완성 · 인쇄 · 최근 목록 복원</a:t>
            </a:r>
            <a:endParaRPr lang="en-US" sz="1450" dirty="0"/>
          </a:p>
        </p:txBody>
      </p:sp>
      <p:sp>
        <p:nvSpPr>
          <p:cNvPr id="23" name="Text 21"/>
          <p:cNvSpPr txBox="1"/>
          <p:nvPr/>
        </p:nvSpPr>
        <p:spPr>
          <a:xfrm>
            <a:off x="6400800" y="1737360"/>
            <a:ext cx="5242255" cy="365760"/>
          </a:xfrm>
          <a:prstGeom prst="rect">
            <a:avLst/>
          </a:prstGeom>
          <a:noFill/>
          <a:ln/>
        </p:spPr>
        <p:txBody>
          <a:bodyPr wrap="square" lIns="0" tIns="0" rIns="0" bIns="0" rtlCol="0" anchor="t"/>
          <a:lstStyle/>
          <a:p>
            <a:pPr indent="0" marL="0">
              <a:buNone/>
            </a:pPr>
            <a:r>
              <a:rPr lang="en-US" sz="1700" b="1" dirty="0">
                <a:solidFill>
                  <a:srgbClr val="0F1B2D"/>
                </a:solidFill>
                <a:latin typeface="Malgun Gothic" pitchFamily="34" charset="0"/>
                <a:ea typeface="Malgun Gothic" pitchFamily="34" charset="-122"/>
                <a:cs typeface="Malgun Gothic" pitchFamily="34" charset="-120"/>
              </a:rPr>
              <a:t>테스트 기록</a:t>
            </a:r>
            <a:endParaRPr lang="en-US" sz="1700" dirty="0"/>
          </a:p>
        </p:txBody>
      </p:sp>
      <p:sp>
        <p:nvSpPr>
          <p:cNvPr id="24" name="Shape 22"/>
          <p:cNvSpPr/>
          <p:nvPr/>
        </p:nvSpPr>
        <p:spPr>
          <a:xfrm>
            <a:off x="6400800" y="2240280"/>
            <a:ext cx="5242255" cy="512064"/>
          </a:xfrm>
          <a:prstGeom prst="roundRect">
            <a:avLst>
              <a:gd name="adj" fmla="val 21429"/>
            </a:avLst>
          </a:prstGeom>
          <a:solidFill>
            <a:srgbClr val="F4F7FC"/>
          </a:solidFill>
          <a:ln/>
        </p:spPr>
      </p:sp>
      <p:pic>
        <p:nvPicPr>
          <p:cNvPr id="25" name="Image 0" descr="preencoded.png">    </p:cNvPr>
          <p:cNvPicPr>
            <a:picLocks noChangeAspect="1"/>
          </p:cNvPicPr>
          <p:nvPr/>
        </p:nvPicPr>
        <p:blipFill>
          <a:blip r:embed="rId1"/>
          <a:stretch>
            <a:fillRect/>
          </a:stretch>
        </p:blipFill>
        <p:spPr>
          <a:xfrm>
            <a:off x="6583680" y="2386584"/>
            <a:ext cx="237744" cy="237744"/>
          </a:xfrm>
          <a:prstGeom prst="rect">
            <a:avLst/>
          </a:prstGeom>
        </p:spPr>
      </p:pic>
      <p:sp>
        <p:nvSpPr>
          <p:cNvPr id="26" name="Text 23"/>
          <p:cNvSpPr txBox="1"/>
          <p:nvPr/>
        </p:nvSpPr>
        <p:spPr>
          <a:xfrm>
            <a:off x="6949440" y="2240280"/>
            <a:ext cx="3017520" cy="512064"/>
          </a:xfrm>
          <a:prstGeom prst="rect">
            <a:avLst/>
          </a:prstGeom>
          <a:noFill/>
          <a:ln/>
        </p:spPr>
        <p:txBody>
          <a:bodyPr wrap="square" lIns="0" tIns="0" rIns="0" bIns="0" rtlCol="0" anchor="ctr"/>
          <a:lstStyle/>
          <a:p>
            <a:pPr indent="0" marL="0">
              <a:buNone/>
            </a:pPr>
            <a:r>
              <a:rPr lang="en-US" sz="1250" dirty="0">
                <a:solidFill>
                  <a:srgbClr val="0F1B2D"/>
                </a:solidFill>
                <a:latin typeface="Malgun Gothic" pitchFamily="34" charset="0"/>
                <a:ea typeface="Malgun Gothic" pitchFamily="34" charset="-122"/>
                <a:cs typeface="Malgun Gothic" pitchFamily="34" charset="-120"/>
              </a:rPr>
              <a:t>프로젝트 개요 화면 · AI 설명</a:t>
            </a:r>
            <a:endParaRPr lang="en-US" sz="1250" dirty="0"/>
          </a:p>
        </p:txBody>
      </p:sp>
      <p:sp>
        <p:nvSpPr>
          <p:cNvPr id="27" name="Text 24"/>
          <p:cNvSpPr txBox="1"/>
          <p:nvPr/>
        </p:nvSpPr>
        <p:spPr>
          <a:xfrm>
            <a:off x="9875520" y="2240280"/>
            <a:ext cx="1584655" cy="512064"/>
          </a:xfrm>
          <a:prstGeom prst="rect">
            <a:avLst/>
          </a:prstGeom>
          <a:noFill/>
          <a:ln/>
        </p:spPr>
        <p:txBody>
          <a:bodyPr wrap="square" lIns="0" tIns="0" rIns="0" bIns="0" rtlCol="0" anchor="ctr"/>
          <a:lstStyle/>
          <a:p>
            <a:pPr algn="r" indent="0" marL="0">
              <a:buNone/>
            </a:pPr>
            <a:r>
              <a:rPr lang="en-US" sz="1200" b="1" dirty="0">
                <a:solidFill>
                  <a:srgbClr val="00996C"/>
                </a:solidFill>
                <a:latin typeface="Malgun Gothic" pitchFamily="34" charset="0"/>
                <a:ea typeface="Malgun Gothic" pitchFamily="34" charset="-122"/>
                <a:cs typeface="Malgun Gothic" pitchFamily="34" charset="-120"/>
              </a:rPr>
              <a:t>6개 테스트 통과</a:t>
            </a:r>
            <a:endParaRPr lang="en-US" sz="1200" dirty="0"/>
          </a:p>
        </p:txBody>
      </p:sp>
      <p:sp>
        <p:nvSpPr>
          <p:cNvPr id="28" name="Shape 25"/>
          <p:cNvSpPr/>
          <p:nvPr/>
        </p:nvSpPr>
        <p:spPr>
          <a:xfrm>
            <a:off x="6400800" y="2825496"/>
            <a:ext cx="5242255" cy="512064"/>
          </a:xfrm>
          <a:prstGeom prst="roundRect">
            <a:avLst>
              <a:gd name="adj" fmla="val 21429"/>
            </a:avLst>
          </a:prstGeom>
          <a:solidFill>
            <a:srgbClr val="FFFFFF"/>
          </a:solidFill>
          <a:ln/>
        </p:spPr>
      </p:sp>
      <p:pic>
        <p:nvPicPr>
          <p:cNvPr id="29" name="Image 1" descr="preencoded.png">    </p:cNvPr>
          <p:cNvPicPr>
            <a:picLocks noChangeAspect="1"/>
          </p:cNvPicPr>
          <p:nvPr/>
        </p:nvPicPr>
        <p:blipFill>
          <a:blip r:embed="rId2"/>
          <a:stretch>
            <a:fillRect/>
          </a:stretch>
        </p:blipFill>
        <p:spPr>
          <a:xfrm>
            <a:off x="6583680" y="2971800"/>
            <a:ext cx="237744" cy="237744"/>
          </a:xfrm>
          <a:prstGeom prst="rect">
            <a:avLst/>
          </a:prstGeom>
        </p:spPr>
      </p:pic>
      <p:sp>
        <p:nvSpPr>
          <p:cNvPr id="30" name="Text 26"/>
          <p:cNvSpPr txBox="1"/>
          <p:nvPr/>
        </p:nvSpPr>
        <p:spPr>
          <a:xfrm>
            <a:off x="6949440" y="2825496"/>
            <a:ext cx="3017520" cy="512064"/>
          </a:xfrm>
          <a:prstGeom prst="rect">
            <a:avLst/>
          </a:prstGeom>
          <a:noFill/>
          <a:ln/>
        </p:spPr>
        <p:txBody>
          <a:bodyPr wrap="square" lIns="0" tIns="0" rIns="0" bIns="0" rtlCol="0" anchor="ctr"/>
          <a:lstStyle/>
          <a:p>
            <a:pPr indent="0" marL="0">
              <a:buNone/>
            </a:pPr>
            <a:r>
              <a:rPr lang="en-US" sz="1250" dirty="0">
                <a:solidFill>
                  <a:srgbClr val="0F1B2D"/>
                </a:solidFill>
                <a:latin typeface="Malgun Gothic" pitchFamily="34" charset="0"/>
                <a:ea typeface="Malgun Gothic" pitchFamily="34" charset="-122"/>
                <a:cs typeface="Malgun Gothic" pitchFamily="34" charset="-120"/>
              </a:rPr>
              <a:t>대시보드 · 프로그램 · 시설 화면</a:t>
            </a:r>
            <a:endParaRPr lang="en-US" sz="1250" dirty="0"/>
          </a:p>
        </p:txBody>
      </p:sp>
      <p:sp>
        <p:nvSpPr>
          <p:cNvPr id="31" name="Text 27"/>
          <p:cNvSpPr txBox="1"/>
          <p:nvPr/>
        </p:nvSpPr>
        <p:spPr>
          <a:xfrm>
            <a:off x="9875520" y="2825496"/>
            <a:ext cx="1584655" cy="512064"/>
          </a:xfrm>
          <a:prstGeom prst="rect">
            <a:avLst/>
          </a:prstGeom>
          <a:noFill/>
          <a:ln/>
        </p:spPr>
        <p:txBody>
          <a:bodyPr wrap="square" lIns="0" tIns="0" rIns="0" bIns="0" rtlCol="0" anchor="ctr"/>
          <a:lstStyle/>
          <a:p>
            <a:pPr algn="r" indent="0" marL="0">
              <a:buNone/>
            </a:pPr>
            <a:r>
              <a:rPr lang="en-US" sz="1200" b="1" dirty="0">
                <a:solidFill>
                  <a:srgbClr val="00996C"/>
                </a:solidFill>
                <a:latin typeface="Malgun Gothic" pitchFamily="34" charset="0"/>
                <a:ea typeface="Malgun Gothic" pitchFamily="34" charset="-122"/>
                <a:cs typeface="Malgun Gothic" pitchFamily="34" charset="-120"/>
              </a:rPr>
              <a:t>화면 열림 · 캡처</a:t>
            </a:r>
            <a:endParaRPr lang="en-US" sz="1200" dirty="0"/>
          </a:p>
        </p:txBody>
      </p:sp>
      <p:sp>
        <p:nvSpPr>
          <p:cNvPr id="32" name="Shape 28"/>
          <p:cNvSpPr/>
          <p:nvPr/>
        </p:nvSpPr>
        <p:spPr>
          <a:xfrm>
            <a:off x="6400800" y="3410712"/>
            <a:ext cx="5242255" cy="512064"/>
          </a:xfrm>
          <a:prstGeom prst="roundRect">
            <a:avLst>
              <a:gd name="adj" fmla="val 21429"/>
            </a:avLst>
          </a:prstGeom>
          <a:solidFill>
            <a:srgbClr val="F4F7FC"/>
          </a:solidFill>
          <a:ln/>
        </p:spPr>
      </p:sp>
      <p:pic>
        <p:nvPicPr>
          <p:cNvPr id="33" name="Image 2" descr="preencoded.png">    </p:cNvPr>
          <p:cNvPicPr>
            <a:picLocks noChangeAspect="1"/>
          </p:cNvPicPr>
          <p:nvPr/>
        </p:nvPicPr>
        <p:blipFill>
          <a:blip r:embed="rId3"/>
          <a:stretch>
            <a:fillRect/>
          </a:stretch>
        </p:blipFill>
        <p:spPr>
          <a:xfrm>
            <a:off x="6583680" y="3557016"/>
            <a:ext cx="237744" cy="237744"/>
          </a:xfrm>
          <a:prstGeom prst="rect">
            <a:avLst/>
          </a:prstGeom>
        </p:spPr>
      </p:pic>
      <p:sp>
        <p:nvSpPr>
          <p:cNvPr id="34" name="Text 29"/>
          <p:cNvSpPr txBox="1"/>
          <p:nvPr/>
        </p:nvSpPr>
        <p:spPr>
          <a:xfrm>
            <a:off x="6949440" y="3410712"/>
            <a:ext cx="3017520" cy="512064"/>
          </a:xfrm>
          <a:prstGeom prst="rect">
            <a:avLst/>
          </a:prstGeom>
          <a:noFill/>
          <a:ln/>
        </p:spPr>
        <p:txBody>
          <a:bodyPr wrap="square" lIns="0" tIns="0" rIns="0" bIns="0" rtlCol="0" anchor="ctr"/>
          <a:lstStyle/>
          <a:p>
            <a:pPr indent="0" marL="0">
              <a:buNone/>
            </a:pPr>
            <a:r>
              <a:rPr lang="en-US" sz="1250" dirty="0">
                <a:solidFill>
                  <a:srgbClr val="0F1B2D"/>
                </a:solidFill>
                <a:latin typeface="Malgun Gothic" pitchFamily="34" charset="0"/>
                <a:ea typeface="Malgun Gothic" pitchFamily="34" charset="-122"/>
                <a:cs typeface="Malgun Gothic" pitchFamily="34" charset="-120"/>
              </a:rPr>
              <a:t>프로그램 설계 · 인쇄</a:t>
            </a:r>
            <a:endParaRPr lang="en-US" sz="1250" dirty="0"/>
          </a:p>
        </p:txBody>
      </p:sp>
      <p:sp>
        <p:nvSpPr>
          <p:cNvPr id="35" name="Text 30"/>
          <p:cNvSpPr txBox="1"/>
          <p:nvPr/>
        </p:nvSpPr>
        <p:spPr>
          <a:xfrm>
            <a:off x="9875520" y="3410712"/>
            <a:ext cx="1584655" cy="512064"/>
          </a:xfrm>
          <a:prstGeom prst="rect">
            <a:avLst/>
          </a:prstGeom>
          <a:noFill/>
          <a:ln/>
        </p:spPr>
        <p:txBody>
          <a:bodyPr wrap="square" lIns="0" tIns="0" rIns="0" bIns="0" rtlCol="0" anchor="ctr"/>
          <a:lstStyle/>
          <a:p>
            <a:pPr algn="r" indent="0" marL="0">
              <a:buNone/>
            </a:pPr>
            <a:r>
              <a:rPr lang="en-US" sz="1200" b="1" dirty="0">
                <a:solidFill>
                  <a:srgbClr val="00996C"/>
                </a:solidFill>
                <a:latin typeface="Malgun Gothic" pitchFamily="34" charset="0"/>
                <a:ea typeface="Malgun Gothic" pitchFamily="34" charset="-122"/>
                <a:cs typeface="Malgun Gothic" pitchFamily="34" charset="-120"/>
              </a:rPr>
              <a:t>설계 · 인쇄 확인</a:t>
            </a:r>
            <a:endParaRPr lang="en-US" sz="1200" dirty="0"/>
          </a:p>
        </p:txBody>
      </p:sp>
      <p:sp>
        <p:nvSpPr>
          <p:cNvPr id="36" name="Shape 31"/>
          <p:cNvSpPr/>
          <p:nvPr/>
        </p:nvSpPr>
        <p:spPr>
          <a:xfrm>
            <a:off x="6400800" y="3995928"/>
            <a:ext cx="5242255" cy="512064"/>
          </a:xfrm>
          <a:prstGeom prst="roundRect">
            <a:avLst>
              <a:gd name="adj" fmla="val 21429"/>
            </a:avLst>
          </a:prstGeom>
          <a:solidFill>
            <a:srgbClr val="FFFFFF"/>
          </a:solidFill>
          <a:ln/>
        </p:spPr>
      </p:sp>
      <p:pic>
        <p:nvPicPr>
          <p:cNvPr id="37" name="Image 3" descr="preencoded.png">    </p:cNvPr>
          <p:cNvPicPr>
            <a:picLocks noChangeAspect="1"/>
          </p:cNvPicPr>
          <p:nvPr/>
        </p:nvPicPr>
        <p:blipFill>
          <a:blip r:embed="rId4"/>
          <a:stretch>
            <a:fillRect/>
          </a:stretch>
        </p:blipFill>
        <p:spPr>
          <a:xfrm>
            <a:off x="6583680" y="4142232"/>
            <a:ext cx="237744" cy="237744"/>
          </a:xfrm>
          <a:prstGeom prst="rect">
            <a:avLst/>
          </a:prstGeom>
        </p:spPr>
      </p:pic>
      <p:sp>
        <p:nvSpPr>
          <p:cNvPr id="38" name="Text 32"/>
          <p:cNvSpPr txBox="1"/>
          <p:nvPr/>
        </p:nvSpPr>
        <p:spPr>
          <a:xfrm>
            <a:off x="6949440" y="3995928"/>
            <a:ext cx="3017520" cy="512064"/>
          </a:xfrm>
          <a:prstGeom prst="rect">
            <a:avLst/>
          </a:prstGeom>
          <a:noFill/>
          <a:ln/>
        </p:spPr>
        <p:txBody>
          <a:bodyPr wrap="square" lIns="0" tIns="0" rIns="0" bIns="0" rtlCol="0" anchor="ctr"/>
          <a:lstStyle/>
          <a:p>
            <a:pPr indent="0" marL="0">
              <a:buNone/>
            </a:pPr>
            <a:r>
              <a:rPr lang="en-US" sz="1250" dirty="0">
                <a:solidFill>
                  <a:srgbClr val="0F1B2D"/>
                </a:solidFill>
                <a:latin typeface="Malgun Gothic" pitchFamily="34" charset="0"/>
                <a:ea typeface="Malgun Gothic" pitchFamily="34" charset="-122"/>
                <a:cs typeface="Malgun Gothic" pitchFamily="34" charset="-120"/>
              </a:rPr>
              <a:t>AI 성공 · 실패 · 재분석</a:t>
            </a:r>
            <a:endParaRPr lang="en-US" sz="1250" dirty="0"/>
          </a:p>
        </p:txBody>
      </p:sp>
      <p:sp>
        <p:nvSpPr>
          <p:cNvPr id="39" name="Text 33"/>
          <p:cNvSpPr txBox="1"/>
          <p:nvPr/>
        </p:nvSpPr>
        <p:spPr>
          <a:xfrm>
            <a:off x="9875520" y="3995928"/>
            <a:ext cx="1584655" cy="512064"/>
          </a:xfrm>
          <a:prstGeom prst="rect">
            <a:avLst/>
          </a:prstGeom>
          <a:noFill/>
          <a:ln/>
        </p:spPr>
        <p:txBody>
          <a:bodyPr wrap="square" lIns="0" tIns="0" rIns="0" bIns="0" rtlCol="0" anchor="ctr"/>
          <a:lstStyle/>
          <a:p>
            <a:pPr algn="r" indent="0" marL="0">
              <a:buNone/>
            </a:pPr>
            <a:r>
              <a:rPr lang="en-US" sz="1200" b="1" dirty="0">
                <a:solidFill>
                  <a:srgbClr val="00996C"/>
                </a:solidFill>
                <a:latin typeface="Malgun Gothic" pitchFamily="34" charset="0"/>
                <a:ea typeface="Malgun Gothic" pitchFamily="34" charset="-122"/>
                <a:cs typeface="Malgun Gothic" pitchFamily="34" charset="-120"/>
              </a:rPr>
              <a:t>서버 로그로 확인</a:t>
            </a:r>
            <a:endParaRPr lang="en-US" sz="1200" dirty="0"/>
          </a:p>
        </p:txBody>
      </p:sp>
      <p:sp>
        <p:nvSpPr>
          <p:cNvPr id="40" name="Shape 34"/>
          <p:cNvSpPr/>
          <p:nvPr/>
        </p:nvSpPr>
        <p:spPr>
          <a:xfrm>
            <a:off x="6400800" y="4581144"/>
            <a:ext cx="5242255" cy="512064"/>
          </a:xfrm>
          <a:prstGeom prst="roundRect">
            <a:avLst>
              <a:gd name="adj" fmla="val 21429"/>
            </a:avLst>
          </a:prstGeom>
          <a:solidFill>
            <a:srgbClr val="F4F7FC"/>
          </a:solidFill>
          <a:ln/>
        </p:spPr>
      </p:sp>
      <p:pic>
        <p:nvPicPr>
          <p:cNvPr id="41" name="Image 4" descr="preencoded.png">    </p:cNvPr>
          <p:cNvPicPr>
            <a:picLocks noChangeAspect="1"/>
          </p:cNvPicPr>
          <p:nvPr/>
        </p:nvPicPr>
        <p:blipFill>
          <a:blip r:embed="rId5"/>
          <a:stretch>
            <a:fillRect/>
          </a:stretch>
        </p:blipFill>
        <p:spPr>
          <a:xfrm>
            <a:off x="6583680" y="4727448"/>
            <a:ext cx="237744" cy="237744"/>
          </a:xfrm>
          <a:prstGeom prst="rect">
            <a:avLst/>
          </a:prstGeom>
        </p:spPr>
      </p:pic>
      <p:sp>
        <p:nvSpPr>
          <p:cNvPr id="42" name="Text 35"/>
          <p:cNvSpPr txBox="1"/>
          <p:nvPr/>
        </p:nvSpPr>
        <p:spPr>
          <a:xfrm>
            <a:off x="6949440" y="4581144"/>
            <a:ext cx="3017520" cy="512064"/>
          </a:xfrm>
          <a:prstGeom prst="rect">
            <a:avLst/>
          </a:prstGeom>
          <a:noFill/>
          <a:ln/>
        </p:spPr>
        <p:txBody>
          <a:bodyPr wrap="square" lIns="0" tIns="0" rIns="0" bIns="0" rtlCol="0" anchor="ctr"/>
          <a:lstStyle/>
          <a:p>
            <a:pPr indent="0" marL="0">
              <a:buNone/>
            </a:pPr>
            <a:r>
              <a:rPr lang="en-US" sz="1250" dirty="0">
                <a:solidFill>
                  <a:srgbClr val="0F1B2D"/>
                </a:solidFill>
                <a:latin typeface="Malgun Gothic" pitchFamily="34" charset="0"/>
                <a:ea typeface="Malgun Gothic" pitchFamily="34" charset="-122"/>
                <a:cs typeface="Malgun Gothic" pitchFamily="34" charset="-120"/>
              </a:rPr>
              <a:t>배치 · 초기화 · 갱신</a:t>
            </a:r>
            <a:endParaRPr lang="en-US" sz="1250" dirty="0"/>
          </a:p>
        </p:txBody>
      </p:sp>
      <p:sp>
        <p:nvSpPr>
          <p:cNvPr id="43" name="Text 36"/>
          <p:cNvSpPr txBox="1"/>
          <p:nvPr/>
        </p:nvSpPr>
        <p:spPr>
          <a:xfrm>
            <a:off x="9875520" y="4581144"/>
            <a:ext cx="1584655" cy="512064"/>
          </a:xfrm>
          <a:prstGeom prst="rect">
            <a:avLst/>
          </a:prstGeom>
          <a:noFill/>
          <a:ln/>
        </p:spPr>
        <p:txBody>
          <a:bodyPr wrap="square" lIns="0" tIns="0" rIns="0" bIns="0" rtlCol="0" anchor="ctr"/>
          <a:lstStyle/>
          <a:p>
            <a:pPr algn="r" indent="0" marL="0">
              <a:buNone/>
            </a:pPr>
            <a:r>
              <a:rPr lang="en-US" sz="1200" b="1" dirty="0">
                <a:solidFill>
                  <a:srgbClr val="00996C"/>
                </a:solidFill>
                <a:latin typeface="Malgun Gothic" pitchFamily="34" charset="0"/>
                <a:ea typeface="Malgun Gothic" pitchFamily="34" charset="-122"/>
                <a:cs typeface="Malgun Gothic" pitchFamily="34" charset="-120"/>
              </a:rPr>
              <a:t>강제 실행 로그 확인</a:t>
            </a:r>
            <a:endParaRPr lang="en-US" sz="1200" dirty="0"/>
          </a:p>
        </p:txBody>
      </p:sp>
      <p:sp>
        <p:nvSpPr>
          <p:cNvPr id="44" name="Shape 37"/>
          <p:cNvSpPr/>
          <p:nvPr/>
        </p:nvSpPr>
        <p:spPr>
          <a:xfrm>
            <a:off x="6400800" y="5166360"/>
            <a:ext cx="5242255" cy="512064"/>
          </a:xfrm>
          <a:prstGeom prst="roundRect">
            <a:avLst>
              <a:gd name="adj" fmla="val 21429"/>
            </a:avLst>
          </a:prstGeom>
          <a:solidFill>
            <a:srgbClr val="FFFFFF"/>
          </a:solidFill>
          <a:ln/>
        </p:spPr>
      </p:sp>
      <p:pic>
        <p:nvPicPr>
          <p:cNvPr id="45" name="Image 5" descr="preencoded.png">    </p:cNvPr>
          <p:cNvPicPr>
            <a:picLocks noChangeAspect="1"/>
          </p:cNvPicPr>
          <p:nvPr/>
        </p:nvPicPr>
        <p:blipFill>
          <a:blip r:embed="rId6"/>
          <a:stretch>
            <a:fillRect/>
          </a:stretch>
        </p:blipFill>
        <p:spPr>
          <a:xfrm>
            <a:off x="6583680" y="5312664"/>
            <a:ext cx="237744" cy="237744"/>
          </a:xfrm>
          <a:prstGeom prst="rect">
            <a:avLst/>
          </a:prstGeom>
        </p:spPr>
      </p:pic>
      <p:sp>
        <p:nvSpPr>
          <p:cNvPr id="46" name="Text 38"/>
          <p:cNvSpPr txBox="1"/>
          <p:nvPr/>
        </p:nvSpPr>
        <p:spPr>
          <a:xfrm>
            <a:off x="6949440" y="5166360"/>
            <a:ext cx="3017520" cy="512064"/>
          </a:xfrm>
          <a:prstGeom prst="rect">
            <a:avLst/>
          </a:prstGeom>
          <a:noFill/>
          <a:ln/>
        </p:spPr>
        <p:txBody>
          <a:bodyPr wrap="square" lIns="0" tIns="0" rIns="0" bIns="0" rtlCol="0" anchor="ctr"/>
          <a:lstStyle/>
          <a:p>
            <a:pPr indent="0" marL="0">
              <a:buNone/>
            </a:pPr>
            <a:r>
              <a:rPr lang="en-US" sz="1250" dirty="0">
                <a:solidFill>
                  <a:srgbClr val="0F1B2D"/>
                </a:solidFill>
                <a:latin typeface="Malgun Gothic" pitchFamily="34" charset="0"/>
                <a:ea typeface="Malgun Gothic" pitchFamily="34" charset="-122"/>
                <a:cs typeface="Malgun Gothic" pitchFamily="34" charset="-120"/>
              </a:rPr>
              <a:t>운영 환경 통합</a:t>
            </a:r>
            <a:endParaRPr lang="en-US" sz="1250" dirty="0"/>
          </a:p>
        </p:txBody>
      </p:sp>
      <p:sp>
        <p:nvSpPr>
          <p:cNvPr id="47" name="Text 39"/>
          <p:cNvSpPr txBox="1"/>
          <p:nvPr/>
        </p:nvSpPr>
        <p:spPr>
          <a:xfrm>
            <a:off x="9875520" y="5166360"/>
            <a:ext cx="1584655" cy="512064"/>
          </a:xfrm>
          <a:prstGeom prst="rect">
            <a:avLst/>
          </a:prstGeom>
          <a:noFill/>
          <a:ln/>
        </p:spPr>
        <p:txBody>
          <a:bodyPr wrap="square" lIns="0" tIns="0" rIns="0" bIns="0" rtlCol="0" anchor="ctr"/>
          <a:lstStyle/>
          <a:p>
            <a:pPr algn="r" indent="0" marL="0">
              <a:buNone/>
            </a:pPr>
            <a:r>
              <a:rPr lang="en-US" sz="1200" b="1" dirty="0">
                <a:solidFill>
                  <a:srgbClr val="00996C"/>
                </a:solidFill>
                <a:latin typeface="Malgun Gothic" pitchFamily="34" charset="0"/>
                <a:ea typeface="Malgun Gothic" pitchFamily="34" charset="-122"/>
                <a:cs typeface="Malgun Gothic" pitchFamily="34" charset="-120"/>
              </a:rPr>
              <a:t>Render 환경 확인</a:t>
            </a:r>
            <a:endParaRPr lang="en-US" sz="1200" dirty="0"/>
          </a:p>
        </p:txBody>
      </p:sp>
      <p:sp>
        <p:nvSpPr>
          <p:cNvPr id="48" name="Shape 40"/>
          <p:cNvSpPr/>
          <p:nvPr/>
        </p:nvSpPr>
        <p:spPr>
          <a:xfrm>
            <a:off x="6400800" y="5806440"/>
            <a:ext cx="5242255" cy="457200"/>
          </a:xfrm>
          <a:prstGeom prst="roundRect">
            <a:avLst>
              <a:gd name="adj" fmla="val 24000"/>
            </a:avLst>
          </a:prstGeom>
          <a:solidFill>
            <a:srgbClr val="FFF1E0"/>
          </a:solidFill>
          <a:ln/>
        </p:spPr>
      </p:sp>
      <p:sp>
        <p:nvSpPr>
          <p:cNvPr id="49" name="Text 41"/>
          <p:cNvSpPr txBox="1"/>
          <p:nvPr/>
        </p:nvSpPr>
        <p:spPr>
          <a:xfrm>
            <a:off x="6583680" y="5806440"/>
            <a:ext cx="4876495" cy="457200"/>
          </a:xfrm>
          <a:prstGeom prst="rect">
            <a:avLst/>
          </a:prstGeom>
          <a:noFill/>
          <a:ln/>
        </p:spPr>
        <p:txBody>
          <a:bodyPr wrap="square" lIns="0" tIns="0" rIns="0" bIns="0" rtlCol="0" anchor="ctr"/>
          <a:lstStyle/>
          <a:p>
            <a:pPr indent="0" marL="0">
              <a:buNone/>
            </a:pPr>
            <a:r>
              <a:rPr lang="en-US" sz="1100" b="1" dirty="0">
                <a:solidFill>
                  <a:srgbClr val="E8871E"/>
                </a:solidFill>
                <a:latin typeface="Malgun Gothic" pitchFamily="34" charset="0"/>
                <a:ea typeface="Malgun Gothic" pitchFamily="34" charset="-122"/>
                <a:cs typeface="Malgun Gothic" pitchFamily="34" charset="-120"/>
              </a:rPr>
              <a:t>다음 검증  </a:t>
            </a:r>
            <a:pPr indent="0" marL="0">
              <a:buNone/>
            </a:pPr>
            <a:r>
              <a:rPr lang="en-US" sz="1100" dirty="0">
                <a:solidFill>
                  <a:srgbClr val="0F1B2D"/>
                </a:solidFill>
                <a:latin typeface="Malgun Gothic" pitchFamily="34" charset="0"/>
                <a:ea typeface="Malgun Gothic" pitchFamily="34" charset="-122"/>
                <a:cs typeface="Malgun Gothic" pitchFamily="34" charset="-120"/>
              </a:rPr>
              <a:t>입력 변경 · AI 실패 · 배치 실패 · 복원을 포함한 통합 시나리오</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180015" y="6473952"/>
            <a:ext cx="1554480" cy="228600"/>
          </a:xfrm>
          <a:prstGeom prst="rect">
            <a:avLst/>
          </a:prstGeom>
          <a:noFill/>
          <a:ln/>
        </p:spPr>
        <p:txBody>
          <a:bodyPr wrap="square" lIns="0" tIns="0" rIns="0" bIns="0" rtlCol="0" anchor="t"/>
          <a:lstStyle/>
          <a:p>
            <a:pPr algn="r" indent="0" marL="0">
              <a:buNone/>
            </a:pPr>
            <a:r>
              <a:rPr lang="en-US" sz="900" b="1" dirty="0">
                <a:solidFill>
                  <a:srgbClr val="011F47"/>
                </a:solidFill>
                <a:latin typeface="Malgun Gothic" pitchFamily="34" charset="0"/>
                <a:ea typeface="Malgun Gothic" pitchFamily="34" charset="-122"/>
                <a:cs typeface="Malgun Gothic" pitchFamily="34" charset="-120"/>
              </a:rPr>
              <a:t>Hi스포링</a:t>
            </a:r>
            <a:pPr algn="r" indent="0" marL="0">
              <a:buNone/>
            </a:pPr>
            <a:r>
              <a:rPr lang="en-US" sz="900" dirty="0">
                <a:solidFill>
                  <a:srgbClr val="8A97A8"/>
                </a:solidFill>
                <a:latin typeface="Malgun Gothic" pitchFamily="34" charset="0"/>
                <a:ea typeface="Malgun Gothic" pitchFamily="34" charset="-122"/>
                <a:cs typeface="Malgun Gothic" pitchFamily="34" charset="-120"/>
              </a:rPr>
              <a:t>   28</a:t>
            </a:r>
            <a:endParaRPr lang="en-US" sz="900" dirty="0"/>
          </a:p>
        </p:txBody>
      </p:sp>
      <p:sp>
        <p:nvSpPr>
          <p:cNvPr id="3" name="Shape 1"/>
          <p:cNvSpPr/>
          <p:nvPr/>
        </p:nvSpPr>
        <p:spPr>
          <a:xfrm>
            <a:off x="548640" y="457200"/>
            <a:ext cx="2464308" cy="310896"/>
          </a:xfrm>
          <a:prstGeom prst="roundRect">
            <a:avLst>
              <a:gd name="adj" fmla="val 50000"/>
            </a:avLst>
          </a:prstGeom>
          <a:solidFill>
            <a:srgbClr val="E8EFFF"/>
          </a:solidFill>
          <a:ln/>
        </p:spPr>
      </p:sp>
      <p:sp>
        <p:nvSpPr>
          <p:cNvPr id="4" name="Text 2"/>
          <p:cNvSpPr txBox="1"/>
          <p:nvPr/>
        </p:nvSpPr>
        <p:spPr>
          <a:xfrm>
            <a:off x="548640" y="457200"/>
            <a:ext cx="2464308" cy="310896"/>
          </a:xfrm>
          <a:prstGeom prst="rect">
            <a:avLst/>
          </a:prstGeom>
          <a:noFill/>
          <a:ln/>
        </p:spPr>
        <p:txBody>
          <a:bodyPr wrap="square" lIns="0" tIns="0" rIns="0" bIns="0" rtlCol="0" anchor="ctr"/>
          <a:lstStyle/>
          <a:p>
            <a:pPr algn="ctr" indent="0" marL="0">
              <a:buNone/>
            </a:pPr>
            <a:r>
              <a:rPr lang="en-US" sz="1100" b="1" dirty="0">
                <a:solidFill>
                  <a:srgbClr val="0046F0"/>
                </a:solidFill>
                <a:latin typeface="Malgun Gothic" pitchFamily="34" charset="0"/>
                <a:ea typeface="Malgun Gothic" pitchFamily="34" charset="-122"/>
                <a:cs typeface="Malgun Gothic" pitchFamily="34" charset="-120"/>
              </a:rPr>
              <a:t>06 · 향후 계획 ① AI 역할 확장</a:t>
            </a:r>
            <a:endParaRPr lang="en-US" sz="1100" dirty="0"/>
          </a:p>
        </p:txBody>
      </p:sp>
      <p:sp>
        <p:nvSpPr>
          <p:cNvPr id="5" name="Text 3"/>
          <p:cNvSpPr txBox="1"/>
          <p:nvPr/>
        </p:nvSpPr>
        <p:spPr>
          <a:xfrm>
            <a:off x="548640" y="896112"/>
            <a:ext cx="11094415" cy="566928"/>
          </a:xfrm>
          <a:prstGeom prst="rect">
            <a:avLst/>
          </a:prstGeom>
          <a:noFill/>
          <a:ln/>
        </p:spPr>
        <p:txBody>
          <a:bodyPr wrap="square" lIns="0" tIns="0" rIns="0" bIns="0" rtlCol="0" anchor="t"/>
          <a:lstStyle/>
          <a:p>
            <a:pPr indent="0" marL="0">
              <a:buNone/>
            </a:pPr>
            <a:r>
              <a:rPr lang="en-US" sz="2800" b="1" dirty="0">
                <a:solidFill>
                  <a:srgbClr val="0F1B2D"/>
                </a:solidFill>
                <a:latin typeface="Malgun Gothic" pitchFamily="34" charset="0"/>
                <a:ea typeface="Malgun Gothic" pitchFamily="34" charset="-122"/>
                <a:cs typeface="Malgun Gothic" pitchFamily="34" charset="-120"/>
              </a:rPr>
              <a:t>AI, 검토자에서 설계 파트너로</a:t>
            </a:r>
            <a:endParaRPr lang="en-US" sz="2800" dirty="0"/>
          </a:p>
        </p:txBody>
      </p:sp>
      <p:sp>
        <p:nvSpPr>
          <p:cNvPr id="6" name="Text 4"/>
          <p:cNvSpPr txBox="1"/>
          <p:nvPr/>
        </p:nvSpPr>
        <p:spPr>
          <a:xfrm>
            <a:off x="548640" y="1481328"/>
            <a:ext cx="11094415" cy="365760"/>
          </a:xfrm>
          <a:prstGeom prst="rect">
            <a:avLst/>
          </a:prstGeom>
          <a:noFill/>
          <a:ln/>
        </p:spPr>
        <p:txBody>
          <a:bodyPr wrap="square" lIns="0" tIns="0" rIns="0" bIns="0" rtlCol="0" anchor="t"/>
          <a:lstStyle/>
          <a:p>
            <a:pPr indent="0" marL="0">
              <a:buNone/>
            </a:pPr>
            <a:r>
              <a:rPr lang="en-US" sz="1400" dirty="0">
                <a:solidFill>
                  <a:srgbClr val="56657A"/>
                </a:solidFill>
                <a:latin typeface="Malgun Gothic" pitchFamily="34" charset="0"/>
                <a:ea typeface="Malgun Gothic" pitchFamily="34" charset="-122"/>
                <a:cs typeface="Malgun Gothic" pitchFamily="34" charset="-120"/>
              </a:rPr>
              <a:t>지금은 담당자의 설계안을 검토하는 도구이지만, 앞으로는 먼저 제안하고 함께 설계하는 역할로 넓혀 갑니다</a:t>
            </a:r>
            <a:endParaRPr lang="en-US" sz="1400" dirty="0"/>
          </a:p>
        </p:txBody>
      </p:sp>
      <p:sp>
        <p:nvSpPr>
          <p:cNvPr id="7" name="Shape 5"/>
          <p:cNvSpPr/>
          <p:nvPr/>
        </p:nvSpPr>
        <p:spPr>
          <a:xfrm>
            <a:off x="548640" y="2148840"/>
            <a:ext cx="3429000" cy="3108960"/>
          </a:xfrm>
          <a:prstGeom prst="roundRect">
            <a:avLst>
              <a:gd name="adj" fmla="val 6471"/>
            </a:avLst>
          </a:prstGeom>
          <a:solidFill>
            <a:srgbClr val="F4F7FC"/>
          </a:solidFill>
          <a:ln/>
        </p:spPr>
      </p:sp>
      <p:sp>
        <p:nvSpPr>
          <p:cNvPr id="8" name="Shape 6"/>
          <p:cNvSpPr/>
          <p:nvPr/>
        </p:nvSpPr>
        <p:spPr>
          <a:xfrm>
            <a:off x="868680" y="2441448"/>
            <a:ext cx="548640" cy="274320"/>
          </a:xfrm>
          <a:prstGeom prst="roundRect">
            <a:avLst>
              <a:gd name="adj" fmla="val 50000"/>
            </a:avLst>
          </a:prstGeom>
          <a:solidFill>
            <a:srgbClr val="FFFFFF"/>
          </a:solidFill>
          <a:ln/>
        </p:spPr>
      </p:sp>
      <p:sp>
        <p:nvSpPr>
          <p:cNvPr id="9" name="Text 7"/>
          <p:cNvSpPr txBox="1"/>
          <p:nvPr/>
        </p:nvSpPr>
        <p:spPr>
          <a:xfrm>
            <a:off x="868680" y="2441448"/>
            <a:ext cx="548640" cy="274320"/>
          </a:xfrm>
          <a:prstGeom prst="rect">
            <a:avLst/>
          </a:prstGeom>
          <a:noFill/>
          <a:ln/>
        </p:spPr>
        <p:txBody>
          <a:bodyPr wrap="square" lIns="0" tIns="0" rIns="0" bIns="0" rtlCol="0" anchor="ctr"/>
          <a:lstStyle/>
          <a:p>
            <a:pPr algn="ctr" indent="0" marL="0">
              <a:buNone/>
            </a:pPr>
            <a:r>
              <a:rPr lang="en-US" sz="1000" b="1" dirty="0">
                <a:solidFill>
                  <a:srgbClr val="0046F0"/>
                </a:solidFill>
                <a:latin typeface="Malgun Gothic" pitchFamily="34" charset="0"/>
                <a:ea typeface="Malgun Gothic" pitchFamily="34" charset="-122"/>
                <a:cs typeface="Malgun Gothic" pitchFamily="34" charset="-120"/>
              </a:rPr>
              <a:t>NOW</a:t>
            </a:r>
            <a:endParaRPr lang="en-US" sz="1000" dirty="0"/>
          </a:p>
        </p:txBody>
      </p:sp>
      <p:sp>
        <p:nvSpPr>
          <p:cNvPr id="10" name="Text 8"/>
          <p:cNvSpPr txBox="1"/>
          <p:nvPr/>
        </p:nvSpPr>
        <p:spPr>
          <a:xfrm>
            <a:off x="868680" y="2880360"/>
            <a:ext cx="2788920" cy="457200"/>
          </a:xfrm>
          <a:prstGeom prst="rect">
            <a:avLst/>
          </a:prstGeom>
          <a:noFill/>
          <a:ln/>
        </p:spPr>
        <p:txBody>
          <a:bodyPr wrap="square" lIns="0" tIns="0" rIns="0" bIns="0" rtlCol="0" anchor="t"/>
          <a:lstStyle/>
          <a:p>
            <a:pPr indent="0" marL="0">
              <a:buNone/>
            </a:pPr>
            <a:r>
              <a:rPr lang="en-US" sz="2200" b="1" dirty="0">
                <a:solidFill>
                  <a:srgbClr val="0F1B2D"/>
                </a:solidFill>
                <a:latin typeface="Malgun Gothic" pitchFamily="34" charset="0"/>
                <a:ea typeface="Malgun Gothic" pitchFamily="34" charset="-122"/>
                <a:cs typeface="Malgun Gothic" pitchFamily="34" charset="-120"/>
              </a:rPr>
              <a:t>검토자</a:t>
            </a:r>
            <a:pPr indent="0" marL="0">
              <a:buNone/>
            </a:pPr>
            <a:r>
              <a:rPr lang="en-US" sz="1200" dirty="0">
                <a:solidFill>
                  <a:srgbClr val="8A97A8"/>
                </a:solidFill>
                <a:latin typeface="Malgun Gothic" pitchFamily="34" charset="0"/>
                <a:ea typeface="Malgun Gothic" pitchFamily="34" charset="-122"/>
                <a:cs typeface="Malgun Gothic" pitchFamily="34" charset="-120"/>
              </a:rPr>
              <a:t>  Reviewer</a:t>
            </a:r>
            <a:endParaRPr lang="en-US" sz="2200" dirty="0"/>
          </a:p>
        </p:txBody>
      </p:sp>
      <p:sp>
        <p:nvSpPr>
          <p:cNvPr id="11" name="Text 9"/>
          <p:cNvSpPr txBox="1"/>
          <p:nvPr/>
        </p:nvSpPr>
        <p:spPr>
          <a:xfrm>
            <a:off x="868680" y="3383280"/>
            <a:ext cx="2788920" cy="548640"/>
          </a:xfrm>
          <a:prstGeom prst="rect">
            <a:avLst/>
          </a:prstGeom>
          <a:noFill/>
          <a:ln/>
        </p:spPr>
        <p:txBody>
          <a:bodyPr wrap="square" lIns="0" tIns="0" rIns="0" bIns="0" rtlCol="0" anchor="t"/>
          <a:lstStyle/>
          <a:p>
            <a:pPr indent="0" marL="0">
              <a:lnSpc>
                <a:spcPct val="115000"/>
              </a:lnSpc>
              <a:buNone/>
            </a:pPr>
            <a:r>
              <a:rPr lang="en-US" sz="1200" dirty="0">
                <a:solidFill>
                  <a:srgbClr val="56657A"/>
                </a:solidFill>
                <a:latin typeface="Malgun Gothic" pitchFamily="34" charset="0"/>
                <a:ea typeface="Malgun Gothic" pitchFamily="34" charset="-122"/>
                <a:cs typeface="Malgun Gothic" pitchFamily="34" charset="-120"/>
              </a:rPr>
              <a:t>담당자가 설계한 프로그램을 근거 범위 안에서 검토</a:t>
            </a:r>
            <a:endParaRPr lang="en-US" sz="1200" dirty="0"/>
          </a:p>
        </p:txBody>
      </p:sp>
      <p:pic>
        <p:nvPicPr>
          <p:cNvPr id="12" name="Image 0" descr="preencoded.png">    </p:cNvPr>
          <p:cNvPicPr>
            <a:picLocks noChangeAspect="1"/>
          </p:cNvPicPr>
          <p:nvPr/>
        </p:nvPicPr>
        <p:blipFill>
          <a:blip r:embed="rId1"/>
          <a:stretch>
            <a:fillRect/>
          </a:stretch>
        </p:blipFill>
        <p:spPr>
          <a:xfrm>
            <a:off x="868680" y="4123944"/>
            <a:ext cx="182880" cy="182880"/>
          </a:xfrm>
          <a:prstGeom prst="rect">
            <a:avLst/>
          </a:prstGeom>
        </p:spPr>
      </p:pic>
      <p:sp>
        <p:nvSpPr>
          <p:cNvPr id="13" name="Text 10"/>
          <p:cNvSpPr txBox="1"/>
          <p:nvPr/>
        </p:nvSpPr>
        <p:spPr>
          <a:xfrm>
            <a:off x="1143000" y="4069080"/>
            <a:ext cx="2560320" cy="292608"/>
          </a:xfrm>
          <a:prstGeom prst="rect">
            <a:avLst/>
          </a:prstGeom>
          <a:noFill/>
          <a:ln/>
        </p:spPr>
        <p:txBody>
          <a:bodyPr wrap="square" lIns="0" tIns="0" rIns="0" bIns="0" rtlCol="0" anchor="ctr"/>
          <a:lstStyle/>
          <a:p>
            <a:pPr indent="0" marL="0">
              <a:buNone/>
            </a:pPr>
            <a:r>
              <a:rPr lang="en-US" sz="1200" dirty="0">
                <a:solidFill>
                  <a:srgbClr val="0F1B2D"/>
                </a:solidFill>
                <a:latin typeface="Malgun Gothic" pitchFamily="34" charset="0"/>
                <a:ea typeface="Malgun Gothic" pitchFamily="34" charset="-122"/>
                <a:cs typeface="Malgun Gothic" pitchFamily="34" charset="-120"/>
              </a:rPr>
              <a:t>지역 현황 요약 · 특징 해석</a:t>
            </a:r>
            <a:endParaRPr lang="en-US" sz="1200" dirty="0"/>
          </a:p>
        </p:txBody>
      </p:sp>
      <p:pic>
        <p:nvPicPr>
          <p:cNvPr id="14" name="Image 1" descr="preencoded.png">    </p:cNvPr>
          <p:cNvPicPr>
            <a:picLocks noChangeAspect="1"/>
          </p:cNvPicPr>
          <p:nvPr/>
        </p:nvPicPr>
        <p:blipFill>
          <a:blip r:embed="rId2"/>
          <a:stretch>
            <a:fillRect/>
          </a:stretch>
        </p:blipFill>
        <p:spPr>
          <a:xfrm>
            <a:off x="868680" y="4471416"/>
            <a:ext cx="182880" cy="182880"/>
          </a:xfrm>
          <a:prstGeom prst="rect">
            <a:avLst/>
          </a:prstGeom>
        </p:spPr>
      </p:pic>
      <p:sp>
        <p:nvSpPr>
          <p:cNvPr id="15" name="Text 11"/>
          <p:cNvSpPr txBox="1"/>
          <p:nvPr/>
        </p:nvSpPr>
        <p:spPr>
          <a:xfrm>
            <a:off x="1143000" y="4416552"/>
            <a:ext cx="2560320" cy="292608"/>
          </a:xfrm>
          <a:prstGeom prst="rect">
            <a:avLst/>
          </a:prstGeom>
          <a:noFill/>
          <a:ln/>
        </p:spPr>
        <p:txBody>
          <a:bodyPr wrap="square" lIns="0" tIns="0" rIns="0" bIns="0" rtlCol="0" anchor="ctr"/>
          <a:lstStyle/>
          <a:p>
            <a:pPr indent="0" marL="0">
              <a:buNone/>
            </a:pPr>
            <a:r>
              <a:rPr lang="en-US" sz="1200" dirty="0">
                <a:solidFill>
                  <a:srgbClr val="0F1B2D"/>
                </a:solidFill>
                <a:latin typeface="Malgun Gothic" pitchFamily="34" charset="0"/>
                <a:ea typeface="Malgun Gothic" pitchFamily="34" charset="-122"/>
                <a:cs typeface="Malgun Gothic" pitchFamily="34" charset="-120"/>
              </a:rPr>
              <a:t>강점 · 위험요인 · 개선 의견</a:t>
            </a:r>
            <a:endParaRPr lang="en-US" sz="1200" dirty="0"/>
          </a:p>
        </p:txBody>
      </p:sp>
      <p:pic>
        <p:nvPicPr>
          <p:cNvPr id="16" name="Image 2" descr="preencoded.png">    </p:cNvPr>
          <p:cNvPicPr>
            <a:picLocks noChangeAspect="1"/>
          </p:cNvPicPr>
          <p:nvPr/>
        </p:nvPicPr>
        <p:blipFill>
          <a:blip r:embed="rId3"/>
          <a:stretch>
            <a:fillRect/>
          </a:stretch>
        </p:blipFill>
        <p:spPr>
          <a:xfrm>
            <a:off x="868680" y="4818888"/>
            <a:ext cx="182880" cy="182880"/>
          </a:xfrm>
          <a:prstGeom prst="rect">
            <a:avLst/>
          </a:prstGeom>
        </p:spPr>
      </p:pic>
      <p:sp>
        <p:nvSpPr>
          <p:cNvPr id="17" name="Text 12"/>
          <p:cNvSpPr txBox="1"/>
          <p:nvPr/>
        </p:nvSpPr>
        <p:spPr>
          <a:xfrm>
            <a:off x="1143000" y="4764024"/>
            <a:ext cx="2560320" cy="292608"/>
          </a:xfrm>
          <a:prstGeom prst="rect">
            <a:avLst/>
          </a:prstGeom>
          <a:noFill/>
          <a:ln/>
        </p:spPr>
        <p:txBody>
          <a:bodyPr wrap="square" lIns="0" tIns="0" rIns="0" bIns="0" rtlCol="0" anchor="ctr"/>
          <a:lstStyle/>
          <a:p>
            <a:pPr indent="0" marL="0">
              <a:buNone/>
            </a:pPr>
            <a:r>
              <a:rPr lang="en-US" sz="1200" dirty="0">
                <a:solidFill>
                  <a:srgbClr val="0F1B2D"/>
                </a:solidFill>
                <a:latin typeface="Malgun Gothic" pitchFamily="34" charset="0"/>
                <a:ea typeface="Malgun Gothic" pitchFamily="34" charset="-122"/>
                <a:cs typeface="Malgun Gothic" pitchFamily="34" charset="-120"/>
              </a:rPr>
              <a:t>항목별 적합성 점수</a:t>
            </a:r>
            <a:endParaRPr lang="en-US" sz="1200" dirty="0"/>
          </a:p>
        </p:txBody>
      </p:sp>
      <p:sp>
        <p:nvSpPr>
          <p:cNvPr id="18" name="Shape 13"/>
          <p:cNvSpPr/>
          <p:nvPr/>
        </p:nvSpPr>
        <p:spPr>
          <a:xfrm>
            <a:off x="4027932" y="3547872"/>
            <a:ext cx="310896" cy="310896"/>
          </a:xfrm>
          <a:prstGeom prst="ellipse">
            <a:avLst/>
          </a:prstGeom>
          <a:solidFill>
            <a:srgbClr val="FFFFFF"/>
          </a:solidFill>
          <a:ln w="12700">
            <a:solidFill>
              <a:srgbClr val="DCE3EE"/>
            </a:solidFill>
            <a:prstDash val="solid"/>
          </a:ln>
        </p:spPr>
      </p:sp>
      <p:pic>
        <p:nvPicPr>
          <p:cNvPr id="19" name="Image 3" descr="preencoded.png">    </p:cNvPr>
          <p:cNvPicPr>
            <a:picLocks noChangeAspect="1"/>
          </p:cNvPicPr>
          <p:nvPr/>
        </p:nvPicPr>
        <p:blipFill>
          <a:blip r:embed="rId4"/>
          <a:stretch>
            <a:fillRect/>
          </a:stretch>
        </p:blipFill>
        <p:spPr>
          <a:xfrm>
            <a:off x="4082796" y="3602736"/>
            <a:ext cx="201168" cy="201168"/>
          </a:xfrm>
          <a:prstGeom prst="rect">
            <a:avLst/>
          </a:prstGeom>
        </p:spPr>
      </p:pic>
      <p:sp>
        <p:nvSpPr>
          <p:cNvPr id="20" name="Shape 14"/>
          <p:cNvSpPr/>
          <p:nvPr/>
        </p:nvSpPr>
        <p:spPr>
          <a:xfrm>
            <a:off x="4389120" y="2148840"/>
            <a:ext cx="3429000" cy="3108960"/>
          </a:xfrm>
          <a:prstGeom prst="roundRect">
            <a:avLst>
              <a:gd name="adj" fmla="val 6471"/>
            </a:avLst>
          </a:prstGeom>
          <a:solidFill>
            <a:srgbClr val="E0F8EF"/>
          </a:solidFill>
          <a:ln/>
        </p:spPr>
      </p:sp>
      <p:sp>
        <p:nvSpPr>
          <p:cNvPr id="21" name="Shape 15"/>
          <p:cNvSpPr/>
          <p:nvPr/>
        </p:nvSpPr>
        <p:spPr>
          <a:xfrm>
            <a:off x="4709160" y="2441448"/>
            <a:ext cx="640080" cy="274320"/>
          </a:xfrm>
          <a:prstGeom prst="roundRect">
            <a:avLst>
              <a:gd name="adj" fmla="val 50000"/>
            </a:avLst>
          </a:prstGeom>
          <a:solidFill>
            <a:srgbClr val="FFFFFF"/>
          </a:solidFill>
          <a:ln/>
        </p:spPr>
      </p:sp>
      <p:sp>
        <p:nvSpPr>
          <p:cNvPr id="22" name="Text 16"/>
          <p:cNvSpPr txBox="1"/>
          <p:nvPr/>
        </p:nvSpPr>
        <p:spPr>
          <a:xfrm>
            <a:off x="4709160" y="2441448"/>
            <a:ext cx="640080" cy="274320"/>
          </a:xfrm>
          <a:prstGeom prst="rect">
            <a:avLst/>
          </a:prstGeom>
          <a:noFill/>
          <a:ln/>
        </p:spPr>
        <p:txBody>
          <a:bodyPr wrap="square" lIns="0" tIns="0" rIns="0" bIns="0" rtlCol="0" anchor="ctr"/>
          <a:lstStyle/>
          <a:p>
            <a:pPr algn="ctr" indent="0" marL="0">
              <a:buNone/>
            </a:pPr>
            <a:r>
              <a:rPr lang="en-US" sz="1000" b="1" dirty="0">
                <a:solidFill>
                  <a:srgbClr val="00996C"/>
                </a:solidFill>
                <a:latin typeface="Malgun Gothic" pitchFamily="34" charset="0"/>
                <a:ea typeface="Malgun Gothic" pitchFamily="34" charset="-122"/>
                <a:cs typeface="Malgun Gothic" pitchFamily="34" charset="-120"/>
              </a:rPr>
              <a:t>NEXT</a:t>
            </a:r>
            <a:endParaRPr lang="en-US" sz="1000" dirty="0"/>
          </a:p>
        </p:txBody>
      </p:sp>
      <p:sp>
        <p:nvSpPr>
          <p:cNvPr id="23" name="Text 17"/>
          <p:cNvSpPr txBox="1"/>
          <p:nvPr/>
        </p:nvSpPr>
        <p:spPr>
          <a:xfrm>
            <a:off x="4709160" y="2880360"/>
            <a:ext cx="2788920" cy="457200"/>
          </a:xfrm>
          <a:prstGeom prst="rect">
            <a:avLst/>
          </a:prstGeom>
          <a:noFill/>
          <a:ln/>
        </p:spPr>
        <p:txBody>
          <a:bodyPr wrap="square" lIns="0" tIns="0" rIns="0" bIns="0" rtlCol="0" anchor="t"/>
          <a:lstStyle/>
          <a:p>
            <a:pPr indent="0" marL="0">
              <a:buNone/>
            </a:pPr>
            <a:r>
              <a:rPr lang="en-US" sz="2200" b="1" dirty="0">
                <a:solidFill>
                  <a:srgbClr val="0F1B2D"/>
                </a:solidFill>
                <a:latin typeface="Malgun Gothic" pitchFamily="34" charset="0"/>
                <a:ea typeface="Malgun Gothic" pitchFamily="34" charset="-122"/>
                <a:cs typeface="Malgun Gothic" pitchFamily="34" charset="-120"/>
              </a:rPr>
              <a:t>조언자</a:t>
            </a:r>
            <a:pPr indent="0" marL="0">
              <a:buNone/>
            </a:pPr>
            <a:r>
              <a:rPr lang="en-US" sz="1200" dirty="0">
                <a:solidFill>
                  <a:srgbClr val="8A97A8"/>
                </a:solidFill>
                <a:latin typeface="Malgun Gothic" pitchFamily="34" charset="0"/>
                <a:ea typeface="Malgun Gothic" pitchFamily="34" charset="-122"/>
                <a:cs typeface="Malgun Gothic" pitchFamily="34" charset="-120"/>
              </a:rPr>
              <a:t>  Advisor</a:t>
            </a:r>
            <a:endParaRPr lang="en-US" sz="2200" dirty="0"/>
          </a:p>
        </p:txBody>
      </p:sp>
      <p:sp>
        <p:nvSpPr>
          <p:cNvPr id="24" name="Text 18"/>
          <p:cNvSpPr txBox="1"/>
          <p:nvPr/>
        </p:nvSpPr>
        <p:spPr>
          <a:xfrm>
            <a:off x="4709160" y="3383280"/>
            <a:ext cx="2788920" cy="548640"/>
          </a:xfrm>
          <a:prstGeom prst="rect">
            <a:avLst/>
          </a:prstGeom>
          <a:noFill/>
          <a:ln/>
        </p:spPr>
        <p:txBody>
          <a:bodyPr wrap="square" lIns="0" tIns="0" rIns="0" bIns="0" rtlCol="0" anchor="t"/>
          <a:lstStyle/>
          <a:p>
            <a:pPr indent="0" marL="0">
              <a:lnSpc>
                <a:spcPct val="115000"/>
              </a:lnSpc>
              <a:buNone/>
            </a:pPr>
            <a:r>
              <a:rPr lang="en-US" sz="1200" dirty="0">
                <a:solidFill>
                  <a:srgbClr val="56657A"/>
                </a:solidFill>
                <a:latin typeface="Malgun Gothic" pitchFamily="34" charset="0"/>
                <a:ea typeface="Malgun Gothic" pitchFamily="34" charset="-122"/>
                <a:cs typeface="Malgun Gothic" pitchFamily="34" charset="-120"/>
              </a:rPr>
              <a:t>데이터에서 기획 기회를 먼저 찾아 방향을 제시</a:t>
            </a:r>
            <a:endParaRPr lang="en-US" sz="1200" dirty="0"/>
          </a:p>
        </p:txBody>
      </p:sp>
      <p:pic>
        <p:nvPicPr>
          <p:cNvPr id="25" name="Image 4" descr="preencoded.png">    </p:cNvPr>
          <p:cNvPicPr>
            <a:picLocks noChangeAspect="1"/>
          </p:cNvPicPr>
          <p:nvPr/>
        </p:nvPicPr>
        <p:blipFill>
          <a:blip r:embed="rId5"/>
          <a:stretch>
            <a:fillRect/>
          </a:stretch>
        </p:blipFill>
        <p:spPr>
          <a:xfrm>
            <a:off x="4709160" y="4123944"/>
            <a:ext cx="182880" cy="182880"/>
          </a:xfrm>
          <a:prstGeom prst="rect">
            <a:avLst/>
          </a:prstGeom>
        </p:spPr>
      </p:pic>
      <p:sp>
        <p:nvSpPr>
          <p:cNvPr id="26" name="Text 19"/>
          <p:cNvSpPr txBox="1"/>
          <p:nvPr/>
        </p:nvSpPr>
        <p:spPr>
          <a:xfrm>
            <a:off x="4983480" y="4069080"/>
            <a:ext cx="2560320" cy="292608"/>
          </a:xfrm>
          <a:prstGeom prst="rect">
            <a:avLst/>
          </a:prstGeom>
          <a:noFill/>
          <a:ln/>
        </p:spPr>
        <p:txBody>
          <a:bodyPr wrap="square" lIns="0" tIns="0" rIns="0" bIns="0" rtlCol="0" anchor="ctr"/>
          <a:lstStyle/>
          <a:p>
            <a:pPr indent="0" marL="0">
              <a:buNone/>
            </a:pPr>
            <a:r>
              <a:rPr lang="en-US" sz="1200" dirty="0">
                <a:solidFill>
                  <a:srgbClr val="0F1B2D"/>
                </a:solidFill>
                <a:latin typeface="Malgun Gothic" pitchFamily="34" charset="0"/>
                <a:ea typeface="Malgun Gothic" pitchFamily="34" charset="-122"/>
                <a:cs typeface="Malgun Gothic" pitchFamily="34" charset="-120"/>
              </a:rPr>
              <a:t>참여 저조 지역 · 종목 발굴</a:t>
            </a:r>
            <a:endParaRPr lang="en-US" sz="1200" dirty="0"/>
          </a:p>
        </p:txBody>
      </p:sp>
      <p:pic>
        <p:nvPicPr>
          <p:cNvPr id="27" name="Image 5" descr="preencoded.png">    </p:cNvPr>
          <p:cNvPicPr>
            <a:picLocks noChangeAspect="1"/>
          </p:cNvPicPr>
          <p:nvPr/>
        </p:nvPicPr>
        <p:blipFill>
          <a:blip r:embed="rId6"/>
          <a:stretch>
            <a:fillRect/>
          </a:stretch>
        </p:blipFill>
        <p:spPr>
          <a:xfrm>
            <a:off x="4709160" y="4471416"/>
            <a:ext cx="182880" cy="182880"/>
          </a:xfrm>
          <a:prstGeom prst="rect">
            <a:avLst/>
          </a:prstGeom>
        </p:spPr>
      </p:pic>
      <p:sp>
        <p:nvSpPr>
          <p:cNvPr id="28" name="Text 20"/>
          <p:cNvSpPr txBox="1"/>
          <p:nvPr/>
        </p:nvSpPr>
        <p:spPr>
          <a:xfrm>
            <a:off x="4983480" y="4416552"/>
            <a:ext cx="2560320" cy="292608"/>
          </a:xfrm>
          <a:prstGeom prst="rect">
            <a:avLst/>
          </a:prstGeom>
          <a:noFill/>
          <a:ln/>
        </p:spPr>
        <p:txBody>
          <a:bodyPr wrap="square" lIns="0" tIns="0" rIns="0" bIns="0" rtlCol="0" anchor="ctr"/>
          <a:lstStyle/>
          <a:p>
            <a:pPr indent="0" marL="0">
              <a:buNone/>
            </a:pPr>
            <a:r>
              <a:rPr lang="en-US" sz="1200" dirty="0">
                <a:solidFill>
                  <a:srgbClr val="0F1B2D"/>
                </a:solidFill>
                <a:latin typeface="Malgun Gothic" pitchFamily="34" charset="0"/>
                <a:ea typeface="Malgun Gothic" pitchFamily="34" charset="-122"/>
                <a:cs typeface="Malgun Gothic" pitchFamily="34" charset="-120"/>
              </a:rPr>
              <a:t>후보 종목 · 시설 조합 추천</a:t>
            </a:r>
            <a:endParaRPr lang="en-US" sz="1200" dirty="0"/>
          </a:p>
        </p:txBody>
      </p:sp>
      <p:pic>
        <p:nvPicPr>
          <p:cNvPr id="29" name="Image 6" descr="preencoded.png">    </p:cNvPr>
          <p:cNvPicPr>
            <a:picLocks noChangeAspect="1"/>
          </p:cNvPicPr>
          <p:nvPr/>
        </p:nvPicPr>
        <p:blipFill>
          <a:blip r:embed="rId7"/>
          <a:stretch>
            <a:fillRect/>
          </a:stretch>
        </p:blipFill>
        <p:spPr>
          <a:xfrm>
            <a:off x="4709160" y="4818888"/>
            <a:ext cx="182880" cy="182880"/>
          </a:xfrm>
          <a:prstGeom prst="rect">
            <a:avLst/>
          </a:prstGeom>
        </p:spPr>
      </p:pic>
      <p:sp>
        <p:nvSpPr>
          <p:cNvPr id="30" name="Text 21"/>
          <p:cNvSpPr txBox="1"/>
          <p:nvPr/>
        </p:nvSpPr>
        <p:spPr>
          <a:xfrm>
            <a:off x="4983480" y="4764024"/>
            <a:ext cx="2560320" cy="292608"/>
          </a:xfrm>
          <a:prstGeom prst="rect">
            <a:avLst/>
          </a:prstGeom>
          <a:noFill/>
          <a:ln/>
        </p:spPr>
        <p:txBody>
          <a:bodyPr wrap="square" lIns="0" tIns="0" rIns="0" bIns="0" rtlCol="0" anchor="ctr"/>
          <a:lstStyle/>
          <a:p>
            <a:pPr indent="0" marL="0">
              <a:buNone/>
            </a:pPr>
            <a:r>
              <a:rPr lang="en-US" sz="1200" dirty="0">
                <a:solidFill>
                  <a:srgbClr val="0F1B2D"/>
                </a:solidFill>
                <a:latin typeface="Malgun Gothic" pitchFamily="34" charset="0"/>
                <a:ea typeface="Malgun Gothic" pitchFamily="34" charset="-122"/>
                <a:cs typeface="Malgun Gothic" pitchFamily="34" charset="-120"/>
              </a:rPr>
              <a:t>유사 프로그램 비교 근거 제시</a:t>
            </a:r>
            <a:endParaRPr lang="en-US" sz="1200" dirty="0"/>
          </a:p>
        </p:txBody>
      </p:sp>
      <p:sp>
        <p:nvSpPr>
          <p:cNvPr id="31" name="Shape 22"/>
          <p:cNvSpPr/>
          <p:nvPr/>
        </p:nvSpPr>
        <p:spPr>
          <a:xfrm>
            <a:off x="7868412" y="3547872"/>
            <a:ext cx="310896" cy="310896"/>
          </a:xfrm>
          <a:prstGeom prst="ellipse">
            <a:avLst/>
          </a:prstGeom>
          <a:solidFill>
            <a:srgbClr val="FFFFFF"/>
          </a:solidFill>
          <a:ln w="12700">
            <a:solidFill>
              <a:srgbClr val="DCE3EE"/>
            </a:solidFill>
            <a:prstDash val="solid"/>
          </a:ln>
        </p:spPr>
      </p:sp>
      <p:pic>
        <p:nvPicPr>
          <p:cNvPr id="32" name="Image 7" descr="preencoded.png">    </p:cNvPr>
          <p:cNvPicPr>
            <a:picLocks noChangeAspect="1"/>
          </p:cNvPicPr>
          <p:nvPr/>
        </p:nvPicPr>
        <p:blipFill>
          <a:blip r:embed="rId8"/>
          <a:stretch>
            <a:fillRect/>
          </a:stretch>
        </p:blipFill>
        <p:spPr>
          <a:xfrm>
            <a:off x="7923276" y="3602736"/>
            <a:ext cx="201168" cy="201168"/>
          </a:xfrm>
          <a:prstGeom prst="rect">
            <a:avLst/>
          </a:prstGeom>
        </p:spPr>
      </p:pic>
      <p:sp>
        <p:nvSpPr>
          <p:cNvPr id="33" name="Shape 23"/>
          <p:cNvSpPr/>
          <p:nvPr/>
        </p:nvSpPr>
        <p:spPr>
          <a:xfrm>
            <a:off x="8229600" y="2148840"/>
            <a:ext cx="3429000" cy="3108960"/>
          </a:xfrm>
          <a:prstGeom prst="roundRect">
            <a:avLst>
              <a:gd name="adj" fmla="val 6471"/>
            </a:avLst>
          </a:prstGeom>
          <a:solidFill>
            <a:srgbClr val="011F47"/>
          </a:solidFill>
          <a:ln/>
        </p:spPr>
      </p:sp>
      <p:sp>
        <p:nvSpPr>
          <p:cNvPr id="34" name="Shape 24"/>
          <p:cNvSpPr/>
          <p:nvPr/>
        </p:nvSpPr>
        <p:spPr>
          <a:xfrm>
            <a:off x="8549640" y="2441448"/>
            <a:ext cx="822960" cy="274320"/>
          </a:xfrm>
          <a:prstGeom prst="roundRect">
            <a:avLst>
              <a:gd name="adj" fmla="val 50000"/>
            </a:avLst>
          </a:prstGeom>
          <a:solidFill>
            <a:srgbClr val="00C98E"/>
          </a:solidFill>
          <a:ln/>
        </p:spPr>
      </p:sp>
      <p:sp>
        <p:nvSpPr>
          <p:cNvPr id="35" name="Text 25"/>
          <p:cNvSpPr txBox="1"/>
          <p:nvPr/>
        </p:nvSpPr>
        <p:spPr>
          <a:xfrm>
            <a:off x="8549640" y="2441448"/>
            <a:ext cx="822960" cy="274320"/>
          </a:xfrm>
          <a:prstGeom prst="rect">
            <a:avLst/>
          </a:prstGeom>
          <a:noFill/>
          <a:ln/>
        </p:spPr>
        <p:txBody>
          <a:bodyPr wrap="square" lIns="0" tIns="0" rIns="0" bIns="0" rtlCol="0" anchor="ctr"/>
          <a:lstStyle/>
          <a:p>
            <a:pPr algn="ctr" indent="0" marL="0">
              <a:buNone/>
            </a:pPr>
            <a:r>
              <a:rPr lang="en-US" sz="1000" b="1" dirty="0">
                <a:solidFill>
                  <a:srgbClr val="011F47"/>
                </a:solidFill>
                <a:latin typeface="Malgun Gothic" pitchFamily="34" charset="0"/>
                <a:ea typeface="Malgun Gothic" pitchFamily="34" charset="-122"/>
                <a:cs typeface="Malgun Gothic" pitchFamily="34" charset="-120"/>
              </a:rPr>
              <a:t>FUTURE</a:t>
            </a:r>
            <a:endParaRPr lang="en-US" sz="1000" dirty="0"/>
          </a:p>
        </p:txBody>
      </p:sp>
      <p:sp>
        <p:nvSpPr>
          <p:cNvPr id="36" name="Text 26"/>
          <p:cNvSpPr txBox="1"/>
          <p:nvPr/>
        </p:nvSpPr>
        <p:spPr>
          <a:xfrm>
            <a:off x="8549640" y="2880360"/>
            <a:ext cx="2788920" cy="457200"/>
          </a:xfrm>
          <a:prstGeom prst="rect">
            <a:avLst/>
          </a:prstGeom>
          <a:noFill/>
          <a:ln/>
        </p:spPr>
        <p:txBody>
          <a:bodyPr wrap="square" lIns="0" tIns="0" rIns="0" bIns="0" rtlCol="0" anchor="t"/>
          <a:lstStyle/>
          <a:p>
            <a:pPr indent="0" marL="0">
              <a:buNone/>
            </a:pPr>
            <a:r>
              <a:rPr lang="en-US" sz="2200" b="1" dirty="0">
                <a:solidFill>
                  <a:srgbClr val="FFFFFF"/>
                </a:solidFill>
                <a:latin typeface="Malgun Gothic" pitchFamily="34" charset="0"/>
                <a:ea typeface="Malgun Gothic" pitchFamily="34" charset="-122"/>
                <a:cs typeface="Malgun Gothic" pitchFamily="34" charset="-120"/>
              </a:rPr>
              <a:t>공동 설계자</a:t>
            </a:r>
            <a:pPr indent="0" marL="0">
              <a:buNone/>
            </a:pPr>
            <a:r>
              <a:rPr lang="en-US" sz="1200" dirty="0">
                <a:solidFill>
                  <a:srgbClr val="9FB2CF"/>
                </a:solidFill>
                <a:latin typeface="Malgun Gothic" pitchFamily="34" charset="0"/>
                <a:ea typeface="Malgun Gothic" pitchFamily="34" charset="-122"/>
                <a:cs typeface="Malgun Gothic" pitchFamily="34" charset="-120"/>
              </a:rPr>
              <a:t>  Co-designer</a:t>
            </a:r>
            <a:endParaRPr lang="en-US" sz="2200" dirty="0"/>
          </a:p>
        </p:txBody>
      </p:sp>
      <p:sp>
        <p:nvSpPr>
          <p:cNvPr id="37" name="Text 27"/>
          <p:cNvSpPr txBox="1"/>
          <p:nvPr/>
        </p:nvSpPr>
        <p:spPr>
          <a:xfrm>
            <a:off x="8549640" y="3383280"/>
            <a:ext cx="2788920" cy="548640"/>
          </a:xfrm>
          <a:prstGeom prst="rect">
            <a:avLst/>
          </a:prstGeom>
          <a:noFill/>
          <a:ln/>
        </p:spPr>
        <p:txBody>
          <a:bodyPr wrap="square" lIns="0" tIns="0" rIns="0" bIns="0" rtlCol="0" anchor="t"/>
          <a:lstStyle/>
          <a:p>
            <a:pPr indent="0" marL="0">
              <a:lnSpc>
                <a:spcPct val="115000"/>
              </a:lnSpc>
              <a:buNone/>
            </a:pPr>
            <a:r>
              <a:rPr lang="en-US" sz="1200" dirty="0">
                <a:solidFill>
                  <a:srgbClr val="C9D6EA"/>
                </a:solidFill>
                <a:latin typeface="Malgun Gothic" pitchFamily="34" charset="0"/>
                <a:ea typeface="Malgun Gothic" pitchFamily="34" charset="-122"/>
                <a:cs typeface="Malgun Gothic" pitchFamily="34" charset="-120"/>
              </a:rPr>
              <a:t>지역 특성에 맞는 프로그램 초안을 능동적으로 설계 · 제안</a:t>
            </a:r>
            <a:endParaRPr lang="en-US" sz="1200" dirty="0"/>
          </a:p>
        </p:txBody>
      </p:sp>
      <p:pic>
        <p:nvPicPr>
          <p:cNvPr id="38" name="Image 8" descr="preencoded.png">    </p:cNvPr>
          <p:cNvPicPr>
            <a:picLocks noChangeAspect="1"/>
          </p:cNvPicPr>
          <p:nvPr/>
        </p:nvPicPr>
        <p:blipFill>
          <a:blip r:embed="rId9"/>
          <a:stretch>
            <a:fillRect/>
          </a:stretch>
        </p:blipFill>
        <p:spPr>
          <a:xfrm>
            <a:off x="8549640" y="4123944"/>
            <a:ext cx="182880" cy="182880"/>
          </a:xfrm>
          <a:prstGeom prst="rect">
            <a:avLst/>
          </a:prstGeom>
        </p:spPr>
      </p:pic>
      <p:sp>
        <p:nvSpPr>
          <p:cNvPr id="39" name="Text 28"/>
          <p:cNvSpPr txBox="1"/>
          <p:nvPr/>
        </p:nvSpPr>
        <p:spPr>
          <a:xfrm>
            <a:off x="8823960" y="4069080"/>
            <a:ext cx="2560320" cy="292608"/>
          </a:xfrm>
          <a:prstGeom prst="rect">
            <a:avLst/>
          </a:prstGeom>
          <a:noFill/>
          <a:ln/>
        </p:spPr>
        <p:txBody>
          <a:bodyPr wrap="square" lIns="0" tIns="0" rIns="0" bIns="0" rtlCol="0" anchor="ctr"/>
          <a:lstStyle/>
          <a:p>
            <a:pPr indent="0" marL="0">
              <a:buNone/>
            </a:pPr>
            <a:r>
              <a:rPr lang="en-US" sz="1200" dirty="0">
                <a:solidFill>
                  <a:srgbClr val="FFFFFF"/>
                </a:solidFill>
                <a:latin typeface="Malgun Gothic" pitchFamily="34" charset="0"/>
                <a:ea typeface="Malgun Gothic" pitchFamily="34" charset="-122"/>
                <a:cs typeface="Malgun Gothic" pitchFamily="34" charset="-120"/>
              </a:rPr>
              <a:t>대상 · 일정 · 수강료를 포함한 초안</a:t>
            </a:r>
            <a:endParaRPr lang="en-US" sz="1200" dirty="0"/>
          </a:p>
        </p:txBody>
      </p:sp>
      <p:pic>
        <p:nvPicPr>
          <p:cNvPr id="40" name="Image 9" descr="preencoded.png">    </p:cNvPr>
          <p:cNvPicPr>
            <a:picLocks noChangeAspect="1"/>
          </p:cNvPicPr>
          <p:nvPr/>
        </p:nvPicPr>
        <p:blipFill>
          <a:blip r:embed="rId10"/>
          <a:stretch>
            <a:fillRect/>
          </a:stretch>
        </p:blipFill>
        <p:spPr>
          <a:xfrm>
            <a:off x="8549640" y="4471416"/>
            <a:ext cx="182880" cy="182880"/>
          </a:xfrm>
          <a:prstGeom prst="rect">
            <a:avLst/>
          </a:prstGeom>
        </p:spPr>
      </p:pic>
      <p:sp>
        <p:nvSpPr>
          <p:cNvPr id="41" name="Text 29"/>
          <p:cNvSpPr txBox="1"/>
          <p:nvPr/>
        </p:nvSpPr>
        <p:spPr>
          <a:xfrm>
            <a:off x="8823960" y="4416552"/>
            <a:ext cx="2560320" cy="292608"/>
          </a:xfrm>
          <a:prstGeom prst="rect">
            <a:avLst/>
          </a:prstGeom>
          <a:noFill/>
          <a:ln/>
        </p:spPr>
        <p:txBody>
          <a:bodyPr wrap="square" lIns="0" tIns="0" rIns="0" bIns="0" rtlCol="0" anchor="ctr"/>
          <a:lstStyle/>
          <a:p>
            <a:pPr indent="0" marL="0">
              <a:buNone/>
            </a:pPr>
            <a:r>
              <a:rPr lang="en-US" sz="1200" dirty="0">
                <a:solidFill>
                  <a:srgbClr val="FFFFFF"/>
                </a:solidFill>
                <a:latin typeface="Malgun Gothic" pitchFamily="34" charset="0"/>
                <a:ea typeface="Malgun Gothic" pitchFamily="34" charset="-122"/>
                <a:cs typeface="Malgun Gothic" pitchFamily="34" charset="-120"/>
              </a:rPr>
              <a:t>여러 설계안 비교 · 시뮬레이션</a:t>
            </a:r>
            <a:endParaRPr lang="en-US" sz="1200" dirty="0"/>
          </a:p>
        </p:txBody>
      </p:sp>
      <p:pic>
        <p:nvPicPr>
          <p:cNvPr id="42" name="Image 10" descr="preencoded.png">    </p:cNvPr>
          <p:cNvPicPr>
            <a:picLocks noChangeAspect="1"/>
          </p:cNvPicPr>
          <p:nvPr/>
        </p:nvPicPr>
        <p:blipFill>
          <a:blip r:embed="rId11"/>
          <a:stretch>
            <a:fillRect/>
          </a:stretch>
        </p:blipFill>
        <p:spPr>
          <a:xfrm>
            <a:off x="8549640" y="4818888"/>
            <a:ext cx="182880" cy="182880"/>
          </a:xfrm>
          <a:prstGeom prst="rect">
            <a:avLst/>
          </a:prstGeom>
        </p:spPr>
      </p:pic>
      <p:sp>
        <p:nvSpPr>
          <p:cNvPr id="43" name="Text 30"/>
          <p:cNvSpPr txBox="1"/>
          <p:nvPr/>
        </p:nvSpPr>
        <p:spPr>
          <a:xfrm>
            <a:off x="8823960" y="4764024"/>
            <a:ext cx="2560320" cy="292608"/>
          </a:xfrm>
          <a:prstGeom prst="rect">
            <a:avLst/>
          </a:prstGeom>
          <a:noFill/>
          <a:ln/>
        </p:spPr>
        <p:txBody>
          <a:bodyPr wrap="square" lIns="0" tIns="0" rIns="0" bIns="0" rtlCol="0" anchor="ctr"/>
          <a:lstStyle/>
          <a:p>
            <a:pPr indent="0" marL="0">
              <a:buNone/>
            </a:pPr>
            <a:r>
              <a:rPr lang="en-US" sz="1200" dirty="0">
                <a:solidFill>
                  <a:srgbClr val="FFFFFF"/>
                </a:solidFill>
                <a:latin typeface="Malgun Gothic" pitchFamily="34" charset="0"/>
                <a:ea typeface="Malgun Gothic" pitchFamily="34" charset="-122"/>
                <a:cs typeface="Malgun Gothic" pitchFamily="34" charset="-120"/>
              </a:rPr>
              <a:t>계획서 초안까지 자동 구성</a:t>
            </a:r>
            <a:endParaRPr lang="en-US" sz="1200" dirty="0"/>
          </a:p>
        </p:txBody>
      </p:sp>
      <p:sp>
        <p:nvSpPr>
          <p:cNvPr id="44" name="Text 31"/>
          <p:cNvSpPr txBox="1"/>
          <p:nvPr/>
        </p:nvSpPr>
        <p:spPr>
          <a:xfrm>
            <a:off x="548640" y="5321808"/>
            <a:ext cx="11094415" cy="256032"/>
          </a:xfrm>
          <a:prstGeom prst="rect">
            <a:avLst/>
          </a:prstGeom>
          <a:noFill/>
          <a:ln/>
        </p:spPr>
        <p:txBody>
          <a:bodyPr wrap="square" lIns="0" tIns="0" rIns="0" bIns="0" rtlCol="0" anchor="t"/>
          <a:lstStyle/>
          <a:p>
            <a:pPr algn="r" indent="0" marL="0">
              <a:buNone/>
            </a:pPr>
            <a:r>
              <a:rPr lang="en-US" sz="1100" b="1" dirty="0">
                <a:solidFill>
                  <a:srgbClr val="011F47"/>
                </a:solidFill>
                <a:latin typeface="Malgun Gothic" pitchFamily="34" charset="0"/>
                <a:ea typeface="Malgun Gothic" pitchFamily="34" charset="-122"/>
                <a:cs typeface="Malgun Gothic" pitchFamily="34" charset="-120"/>
              </a:rPr>
              <a:t>전제 조건  </a:t>
            </a:r>
            <a:pPr algn="r" indent="0" marL="0">
              <a:buNone/>
            </a:pPr>
            <a:r>
              <a:rPr lang="en-US" sz="1100" dirty="0">
                <a:solidFill>
                  <a:srgbClr val="56657A"/>
                </a:solidFill>
                <a:latin typeface="Malgun Gothic" pitchFamily="34" charset="0"/>
                <a:ea typeface="Malgun Gothic" pitchFamily="34" charset="-122"/>
                <a:cs typeface="Malgun Gothic" pitchFamily="34" charset="-120"/>
              </a:rPr>
              <a:t>전국 DB 전환 · 인구 · 예산 등 데이터 연계 · 실제 운영 결과 축적</a:t>
            </a:r>
            <a:endParaRPr lang="en-US" sz="1100" dirty="0"/>
          </a:p>
        </p:txBody>
      </p:sp>
      <p:sp>
        <p:nvSpPr>
          <p:cNvPr id="45" name="Shape 32"/>
          <p:cNvSpPr/>
          <p:nvPr/>
        </p:nvSpPr>
        <p:spPr>
          <a:xfrm>
            <a:off x="548640" y="5669280"/>
            <a:ext cx="11094415" cy="658368"/>
          </a:xfrm>
          <a:prstGeom prst="roundRect">
            <a:avLst>
              <a:gd name="adj" fmla="val 25000"/>
            </a:avLst>
          </a:prstGeom>
          <a:solidFill>
            <a:srgbClr val="E0F8EF"/>
          </a:solidFill>
          <a:ln/>
        </p:spPr>
      </p:sp>
      <p:sp>
        <p:nvSpPr>
          <p:cNvPr id="46" name="Shape 33"/>
          <p:cNvSpPr/>
          <p:nvPr/>
        </p:nvSpPr>
        <p:spPr>
          <a:xfrm>
            <a:off x="749808" y="5760720"/>
            <a:ext cx="475488" cy="475488"/>
          </a:xfrm>
          <a:prstGeom prst="ellipse">
            <a:avLst>
              <a:gd name="adj" fmla="val 23077"/>
            </a:avLst>
          </a:prstGeom>
          <a:solidFill>
            <a:srgbClr val="00996C"/>
          </a:solidFill>
          <a:ln/>
        </p:spPr>
      </p:sp>
      <p:pic>
        <p:nvPicPr>
          <p:cNvPr id="47" name="Image 11" descr="preencoded.png">    </p:cNvPr>
          <p:cNvPicPr>
            <a:picLocks noChangeAspect="1"/>
          </p:cNvPicPr>
          <p:nvPr/>
        </p:nvPicPr>
        <p:blipFill>
          <a:blip r:embed="rId12"/>
          <a:stretch>
            <a:fillRect/>
          </a:stretch>
        </p:blipFill>
        <p:spPr>
          <a:xfrm>
            <a:off x="873435" y="5884347"/>
            <a:ext cx="228234" cy="228234"/>
          </a:xfrm>
          <a:prstGeom prst="rect">
            <a:avLst/>
          </a:prstGeom>
        </p:spPr>
      </p:pic>
      <p:sp>
        <p:nvSpPr>
          <p:cNvPr id="48" name="Text 34"/>
          <p:cNvSpPr txBox="1"/>
          <p:nvPr/>
        </p:nvSpPr>
        <p:spPr>
          <a:xfrm>
            <a:off x="1417320" y="5669280"/>
            <a:ext cx="9997135" cy="658368"/>
          </a:xfrm>
          <a:prstGeom prst="rect">
            <a:avLst/>
          </a:prstGeom>
          <a:noFill/>
          <a:ln/>
        </p:spPr>
        <p:txBody>
          <a:bodyPr wrap="square" lIns="0" tIns="0" rIns="0" bIns="0" rtlCol="0" anchor="ctr"/>
          <a:lstStyle/>
          <a:p>
            <a:pPr indent="0" marL="0">
              <a:buNone/>
            </a:pPr>
            <a:r>
              <a:rPr lang="en-US" sz="1300" b="1" dirty="0">
                <a:solidFill>
                  <a:srgbClr val="00996C"/>
                </a:solidFill>
                <a:latin typeface="Malgun Gothic" pitchFamily="34" charset="0"/>
                <a:ea typeface="Malgun Gothic" pitchFamily="34" charset="-122"/>
                <a:cs typeface="Malgun Gothic" pitchFamily="34" charset="-120"/>
              </a:rPr>
              <a:t>변하지 않는 원칙  </a:t>
            </a:r>
            <a:pPr indent="0" marL="0">
              <a:buNone/>
            </a:pPr>
            <a:r>
              <a:rPr lang="en-US" sz="1300" dirty="0">
                <a:solidFill>
                  <a:srgbClr val="0F1B2D"/>
                </a:solidFill>
                <a:latin typeface="Malgun Gothic" pitchFamily="34" charset="0"/>
                <a:ea typeface="Malgun Gothic" pitchFamily="34" charset="-122"/>
                <a:cs typeface="Malgun Gothic" pitchFamily="34" charset="-120"/>
              </a:rPr>
              <a:t>AI의 역할이 커져도 최종 선택과 판단은 담당자가 합니다 — HI(Human + AI)의 뜻 그대로</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180015" y="6473952"/>
            <a:ext cx="1554480" cy="228600"/>
          </a:xfrm>
          <a:prstGeom prst="rect">
            <a:avLst/>
          </a:prstGeom>
          <a:noFill/>
          <a:ln/>
        </p:spPr>
        <p:txBody>
          <a:bodyPr wrap="square" lIns="0" tIns="0" rIns="0" bIns="0" rtlCol="0" anchor="t"/>
          <a:lstStyle/>
          <a:p>
            <a:pPr algn="r" indent="0" marL="0">
              <a:buNone/>
            </a:pPr>
            <a:r>
              <a:rPr lang="en-US" sz="900" b="1" dirty="0">
                <a:solidFill>
                  <a:srgbClr val="011F47"/>
                </a:solidFill>
                <a:latin typeface="Malgun Gothic" pitchFamily="34" charset="0"/>
                <a:ea typeface="Malgun Gothic" pitchFamily="34" charset="-122"/>
                <a:cs typeface="Malgun Gothic" pitchFamily="34" charset="-120"/>
              </a:rPr>
              <a:t>Hi스포링</a:t>
            </a:r>
            <a:pPr algn="r" indent="0" marL="0">
              <a:buNone/>
            </a:pPr>
            <a:r>
              <a:rPr lang="en-US" sz="900" dirty="0">
                <a:solidFill>
                  <a:srgbClr val="8A97A8"/>
                </a:solidFill>
                <a:latin typeface="Malgun Gothic" pitchFamily="34" charset="0"/>
                <a:ea typeface="Malgun Gothic" pitchFamily="34" charset="-122"/>
                <a:cs typeface="Malgun Gothic" pitchFamily="34" charset="-120"/>
              </a:rPr>
              <a:t>   29</a:t>
            </a:r>
            <a:endParaRPr lang="en-US" sz="900" dirty="0"/>
          </a:p>
        </p:txBody>
      </p:sp>
      <p:sp>
        <p:nvSpPr>
          <p:cNvPr id="3" name="Shape 1"/>
          <p:cNvSpPr/>
          <p:nvPr/>
        </p:nvSpPr>
        <p:spPr>
          <a:xfrm>
            <a:off x="548640" y="457200"/>
            <a:ext cx="2253996" cy="310896"/>
          </a:xfrm>
          <a:prstGeom prst="roundRect">
            <a:avLst>
              <a:gd name="adj" fmla="val 50000"/>
            </a:avLst>
          </a:prstGeom>
          <a:solidFill>
            <a:srgbClr val="E8EFFF"/>
          </a:solidFill>
          <a:ln/>
        </p:spPr>
      </p:sp>
      <p:sp>
        <p:nvSpPr>
          <p:cNvPr id="4" name="Text 2"/>
          <p:cNvSpPr txBox="1"/>
          <p:nvPr/>
        </p:nvSpPr>
        <p:spPr>
          <a:xfrm>
            <a:off x="548640" y="457200"/>
            <a:ext cx="2253996" cy="310896"/>
          </a:xfrm>
          <a:prstGeom prst="rect">
            <a:avLst/>
          </a:prstGeom>
          <a:noFill/>
          <a:ln/>
        </p:spPr>
        <p:txBody>
          <a:bodyPr wrap="square" lIns="0" tIns="0" rIns="0" bIns="0" rtlCol="0" anchor="ctr"/>
          <a:lstStyle/>
          <a:p>
            <a:pPr algn="ctr" indent="0" marL="0">
              <a:buNone/>
            </a:pPr>
            <a:r>
              <a:rPr lang="en-US" sz="1100" b="1" dirty="0">
                <a:solidFill>
                  <a:srgbClr val="0046F0"/>
                </a:solidFill>
                <a:latin typeface="Malgun Gothic" pitchFamily="34" charset="0"/>
                <a:ea typeface="Malgun Gothic" pitchFamily="34" charset="-122"/>
                <a:cs typeface="Malgun Gothic" pitchFamily="34" charset="-120"/>
              </a:rPr>
              <a:t>06 · 향후 계획 ② 데이터 확장</a:t>
            </a:r>
            <a:endParaRPr lang="en-US" sz="1100" dirty="0"/>
          </a:p>
        </p:txBody>
      </p:sp>
      <p:sp>
        <p:nvSpPr>
          <p:cNvPr id="5" name="Text 3"/>
          <p:cNvSpPr txBox="1"/>
          <p:nvPr/>
        </p:nvSpPr>
        <p:spPr>
          <a:xfrm>
            <a:off x="548640" y="896112"/>
            <a:ext cx="11094415" cy="566928"/>
          </a:xfrm>
          <a:prstGeom prst="rect">
            <a:avLst/>
          </a:prstGeom>
          <a:noFill/>
          <a:ln/>
        </p:spPr>
        <p:txBody>
          <a:bodyPr wrap="square" lIns="0" tIns="0" rIns="0" bIns="0" rtlCol="0" anchor="t"/>
          <a:lstStyle/>
          <a:p>
            <a:pPr indent="0" marL="0">
              <a:buNone/>
            </a:pPr>
            <a:r>
              <a:rPr lang="en-US" sz="2800" b="1" dirty="0">
                <a:solidFill>
                  <a:srgbClr val="0F1B2D"/>
                </a:solidFill>
                <a:latin typeface="Malgun Gothic" pitchFamily="34" charset="0"/>
                <a:ea typeface="Malgun Gothic" pitchFamily="34" charset="-122"/>
                <a:cs typeface="Malgun Gothic" pitchFamily="34" charset="-120"/>
              </a:rPr>
              <a:t>서울 CSV에서 전국 DB로</a:t>
            </a:r>
            <a:endParaRPr lang="en-US" sz="2800" dirty="0"/>
          </a:p>
        </p:txBody>
      </p:sp>
      <p:sp>
        <p:nvSpPr>
          <p:cNvPr id="6" name="Shape 4"/>
          <p:cNvSpPr/>
          <p:nvPr/>
        </p:nvSpPr>
        <p:spPr>
          <a:xfrm>
            <a:off x="548640" y="1737360"/>
            <a:ext cx="3246120" cy="4434840"/>
          </a:xfrm>
          <a:prstGeom prst="roundRect">
            <a:avLst>
              <a:gd name="adj" fmla="val 5634"/>
            </a:avLst>
          </a:prstGeom>
          <a:solidFill>
            <a:srgbClr val="F4F7FC"/>
          </a:solidFill>
          <a:ln/>
        </p:spPr>
      </p:sp>
      <p:sp>
        <p:nvSpPr>
          <p:cNvPr id="7" name="Text 5"/>
          <p:cNvSpPr txBox="1"/>
          <p:nvPr/>
        </p:nvSpPr>
        <p:spPr>
          <a:xfrm>
            <a:off x="868680" y="1965960"/>
            <a:ext cx="2606040" cy="457200"/>
          </a:xfrm>
          <a:prstGeom prst="rect">
            <a:avLst/>
          </a:prstGeom>
          <a:noFill/>
          <a:ln/>
        </p:spPr>
        <p:txBody>
          <a:bodyPr wrap="square" lIns="0" tIns="0" rIns="0" bIns="0" rtlCol="0" anchor="t"/>
          <a:lstStyle/>
          <a:p>
            <a:pPr indent="0" marL="0">
              <a:buNone/>
            </a:pPr>
            <a:r>
              <a:rPr lang="en-US" sz="2200" b="1" dirty="0">
                <a:solidFill>
                  <a:srgbClr val="0F1B2D"/>
                </a:solidFill>
                <a:latin typeface="Malgun Gothic" pitchFamily="34" charset="0"/>
                <a:ea typeface="Malgun Gothic" pitchFamily="34" charset="-122"/>
                <a:cs typeface="Malgun Gothic" pitchFamily="34" charset="-120"/>
              </a:rPr>
              <a:t>현재</a:t>
            </a:r>
            <a:endParaRPr lang="en-US" sz="2200" dirty="0"/>
          </a:p>
        </p:txBody>
      </p:sp>
      <p:sp>
        <p:nvSpPr>
          <p:cNvPr id="8" name="Text 6"/>
          <p:cNvSpPr txBox="1"/>
          <p:nvPr/>
        </p:nvSpPr>
        <p:spPr>
          <a:xfrm>
            <a:off x="868680" y="2468880"/>
            <a:ext cx="2606040" cy="320040"/>
          </a:xfrm>
          <a:prstGeom prst="rect">
            <a:avLst/>
          </a:prstGeom>
          <a:noFill/>
          <a:ln/>
        </p:spPr>
        <p:txBody>
          <a:bodyPr wrap="square" lIns="0" tIns="0" rIns="0" bIns="0" rtlCol="0" anchor="t"/>
          <a:lstStyle/>
          <a:p>
            <a:pPr indent="0" marL="0">
              <a:buNone/>
            </a:pPr>
            <a:r>
              <a:rPr lang="en-US" sz="1200" dirty="0">
                <a:solidFill>
                  <a:srgbClr val="56657A"/>
                </a:solidFill>
                <a:latin typeface="Malgun Gothic" pitchFamily="34" charset="0"/>
                <a:ea typeface="Malgun Gothic" pitchFamily="34" charset="-122"/>
                <a:cs typeface="Malgun Gothic" pitchFamily="34" charset="-120"/>
              </a:rPr>
              <a:t>서울 중심 · CSV + 메모리 캐시</a:t>
            </a:r>
            <a:endParaRPr lang="en-US" sz="1200" dirty="0"/>
          </a:p>
        </p:txBody>
      </p:sp>
      <p:sp>
        <p:nvSpPr>
          <p:cNvPr id="9" name="Shape 7"/>
          <p:cNvSpPr/>
          <p:nvPr/>
        </p:nvSpPr>
        <p:spPr>
          <a:xfrm>
            <a:off x="868680" y="3063240"/>
            <a:ext cx="2606040" cy="566928"/>
          </a:xfrm>
          <a:prstGeom prst="roundRect">
            <a:avLst>
              <a:gd name="adj" fmla="val 19355"/>
            </a:avLst>
          </a:prstGeom>
          <a:solidFill>
            <a:srgbClr val="FFFFFF"/>
          </a:solidFill>
          <a:ln w="12700">
            <a:solidFill>
              <a:srgbClr val="DCE3EE"/>
            </a:solidFill>
            <a:prstDash val="solid"/>
          </a:ln>
        </p:spPr>
      </p:sp>
      <p:sp>
        <p:nvSpPr>
          <p:cNvPr id="10" name="Text 8"/>
          <p:cNvSpPr txBox="1"/>
          <p:nvPr/>
        </p:nvSpPr>
        <p:spPr>
          <a:xfrm>
            <a:off x="1051560" y="3063240"/>
            <a:ext cx="2240280" cy="566928"/>
          </a:xfrm>
          <a:prstGeom prst="rect">
            <a:avLst/>
          </a:prstGeom>
          <a:noFill/>
          <a:ln/>
        </p:spPr>
        <p:txBody>
          <a:bodyPr wrap="square" lIns="0" tIns="0" rIns="0" bIns="0" rtlCol="0" anchor="ctr"/>
          <a:lstStyle/>
          <a:p>
            <a:pPr indent="0" marL="0">
              <a:buNone/>
            </a:pPr>
            <a:r>
              <a:rPr lang="en-US" sz="1250" dirty="0">
                <a:solidFill>
                  <a:srgbClr val="0F1B2D"/>
                </a:solidFill>
                <a:latin typeface="Malgun Gothic" pitchFamily="34" charset="0"/>
                <a:ea typeface="Malgun Gothic" pitchFamily="34" charset="-122"/>
                <a:cs typeface="Malgun Gothic" pitchFamily="34" charset="-120"/>
              </a:rPr>
              <a:t>운영자가 원본 CSV 반영</a:t>
            </a:r>
            <a:endParaRPr lang="en-US" sz="1250" dirty="0"/>
          </a:p>
        </p:txBody>
      </p:sp>
      <p:sp>
        <p:nvSpPr>
          <p:cNvPr id="11" name="Shape 9"/>
          <p:cNvSpPr/>
          <p:nvPr/>
        </p:nvSpPr>
        <p:spPr>
          <a:xfrm>
            <a:off x="868680" y="3813048"/>
            <a:ext cx="2606040" cy="566928"/>
          </a:xfrm>
          <a:prstGeom prst="roundRect">
            <a:avLst>
              <a:gd name="adj" fmla="val 19355"/>
            </a:avLst>
          </a:prstGeom>
          <a:solidFill>
            <a:srgbClr val="FFFFFF"/>
          </a:solidFill>
          <a:ln w="12700">
            <a:solidFill>
              <a:srgbClr val="DCE3EE"/>
            </a:solidFill>
            <a:prstDash val="solid"/>
          </a:ln>
        </p:spPr>
      </p:sp>
      <p:sp>
        <p:nvSpPr>
          <p:cNvPr id="12" name="Text 10"/>
          <p:cNvSpPr txBox="1"/>
          <p:nvPr/>
        </p:nvSpPr>
        <p:spPr>
          <a:xfrm>
            <a:off x="1051560" y="3813048"/>
            <a:ext cx="2240280" cy="566928"/>
          </a:xfrm>
          <a:prstGeom prst="rect">
            <a:avLst/>
          </a:prstGeom>
          <a:noFill/>
          <a:ln/>
        </p:spPr>
        <p:txBody>
          <a:bodyPr wrap="square" lIns="0" tIns="0" rIns="0" bIns="0" rtlCol="0" anchor="ctr"/>
          <a:lstStyle/>
          <a:p>
            <a:pPr indent="0" marL="0">
              <a:buNone/>
            </a:pPr>
            <a:r>
              <a:rPr lang="en-US" sz="1250" dirty="0">
                <a:solidFill>
                  <a:srgbClr val="0F1B2D"/>
                </a:solidFill>
                <a:latin typeface="Malgun Gothic" pitchFamily="34" charset="0"/>
                <a:ea typeface="Malgun Gothic" pitchFamily="34" charset="-122"/>
                <a:cs typeface="Malgun Gothic" pitchFamily="34" charset="-120"/>
              </a:rPr>
              <a:t>서울 추출 · 검증</a:t>
            </a:r>
            <a:endParaRPr lang="en-US" sz="1250" dirty="0"/>
          </a:p>
        </p:txBody>
      </p:sp>
      <p:sp>
        <p:nvSpPr>
          <p:cNvPr id="13" name="Shape 11"/>
          <p:cNvSpPr/>
          <p:nvPr/>
        </p:nvSpPr>
        <p:spPr>
          <a:xfrm>
            <a:off x="868680" y="4562856"/>
            <a:ext cx="2606040" cy="566928"/>
          </a:xfrm>
          <a:prstGeom prst="roundRect">
            <a:avLst>
              <a:gd name="adj" fmla="val 19355"/>
            </a:avLst>
          </a:prstGeom>
          <a:solidFill>
            <a:srgbClr val="FFFFFF"/>
          </a:solidFill>
          <a:ln w="12700">
            <a:solidFill>
              <a:srgbClr val="DCE3EE"/>
            </a:solidFill>
            <a:prstDash val="solid"/>
          </a:ln>
        </p:spPr>
      </p:sp>
      <p:sp>
        <p:nvSpPr>
          <p:cNvPr id="14" name="Text 12"/>
          <p:cNvSpPr txBox="1"/>
          <p:nvPr/>
        </p:nvSpPr>
        <p:spPr>
          <a:xfrm>
            <a:off x="1051560" y="4562856"/>
            <a:ext cx="2240280" cy="566928"/>
          </a:xfrm>
          <a:prstGeom prst="rect">
            <a:avLst/>
          </a:prstGeom>
          <a:noFill/>
          <a:ln/>
        </p:spPr>
        <p:txBody>
          <a:bodyPr wrap="square" lIns="0" tIns="0" rIns="0" bIns="0" rtlCol="0" anchor="ctr"/>
          <a:lstStyle/>
          <a:p>
            <a:pPr indent="0" marL="0">
              <a:buNone/>
            </a:pPr>
            <a:r>
              <a:rPr lang="en-US" sz="1250" dirty="0">
                <a:solidFill>
                  <a:srgbClr val="0F1B2D"/>
                </a:solidFill>
                <a:latin typeface="Malgun Gothic" pitchFamily="34" charset="0"/>
                <a:ea typeface="Malgun Gothic" pitchFamily="34" charset="-122"/>
                <a:cs typeface="Malgun Gothic" pitchFamily="34" charset="-120"/>
              </a:rPr>
              <a:t>메모리 캐시 적재</a:t>
            </a:r>
            <a:endParaRPr lang="en-US" sz="1250" dirty="0"/>
          </a:p>
        </p:txBody>
      </p:sp>
      <p:sp>
        <p:nvSpPr>
          <p:cNvPr id="15" name="Shape 13"/>
          <p:cNvSpPr/>
          <p:nvPr/>
        </p:nvSpPr>
        <p:spPr>
          <a:xfrm>
            <a:off x="868680" y="5312664"/>
            <a:ext cx="2606040" cy="566928"/>
          </a:xfrm>
          <a:prstGeom prst="roundRect">
            <a:avLst>
              <a:gd name="adj" fmla="val 19355"/>
            </a:avLst>
          </a:prstGeom>
          <a:solidFill>
            <a:srgbClr val="FFFFFF"/>
          </a:solidFill>
          <a:ln w="12700">
            <a:solidFill>
              <a:srgbClr val="DCE3EE"/>
            </a:solidFill>
            <a:prstDash val="solid"/>
          </a:ln>
        </p:spPr>
      </p:sp>
      <p:sp>
        <p:nvSpPr>
          <p:cNvPr id="16" name="Text 14"/>
          <p:cNvSpPr txBox="1"/>
          <p:nvPr/>
        </p:nvSpPr>
        <p:spPr>
          <a:xfrm>
            <a:off x="1051560" y="5312664"/>
            <a:ext cx="2240280" cy="566928"/>
          </a:xfrm>
          <a:prstGeom prst="rect">
            <a:avLst/>
          </a:prstGeom>
          <a:noFill/>
          <a:ln/>
        </p:spPr>
        <p:txBody>
          <a:bodyPr wrap="square" lIns="0" tIns="0" rIns="0" bIns="0" rtlCol="0" anchor="ctr"/>
          <a:lstStyle/>
          <a:p>
            <a:pPr indent="0" marL="0">
              <a:buNone/>
            </a:pPr>
            <a:r>
              <a:rPr lang="en-US" sz="1250" dirty="0">
                <a:solidFill>
                  <a:srgbClr val="0F1B2D"/>
                </a:solidFill>
                <a:latin typeface="Malgun Gothic" pitchFamily="34" charset="0"/>
                <a:ea typeface="Malgun Gothic" pitchFamily="34" charset="-122"/>
                <a:cs typeface="Malgun Gothic" pitchFamily="34" charset="-120"/>
              </a:rPr>
              <a:t>Django · AI 조회</a:t>
            </a:r>
            <a:endParaRPr lang="en-US" sz="1250" dirty="0"/>
          </a:p>
        </p:txBody>
      </p:sp>
      <p:sp>
        <p:nvSpPr>
          <p:cNvPr id="17" name="Shape 15"/>
          <p:cNvSpPr/>
          <p:nvPr/>
        </p:nvSpPr>
        <p:spPr>
          <a:xfrm>
            <a:off x="4480560" y="1737360"/>
            <a:ext cx="3246120" cy="4434840"/>
          </a:xfrm>
          <a:prstGeom prst="roundRect">
            <a:avLst>
              <a:gd name="adj" fmla="val 5634"/>
            </a:avLst>
          </a:prstGeom>
          <a:solidFill>
            <a:srgbClr val="011F47"/>
          </a:solidFill>
          <a:ln/>
        </p:spPr>
      </p:sp>
      <p:sp>
        <p:nvSpPr>
          <p:cNvPr id="18" name="Text 16"/>
          <p:cNvSpPr txBox="1"/>
          <p:nvPr/>
        </p:nvSpPr>
        <p:spPr>
          <a:xfrm>
            <a:off x="4800600" y="1965960"/>
            <a:ext cx="2606040" cy="457200"/>
          </a:xfrm>
          <a:prstGeom prst="rect">
            <a:avLst/>
          </a:prstGeom>
          <a:noFill/>
          <a:ln/>
        </p:spPr>
        <p:txBody>
          <a:bodyPr wrap="square" lIns="0" tIns="0" rIns="0" bIns="0" rtlCol="0" anchor="t"/>
          <a:lstStyle/>
          <a:p>
            <a:pPr indent="0" marL="0">
              <a:buNone/>
            </a:pPr>
            <a:r>
              <a:rPr lang="en-US" sz="2200" b="1" dirty="0">
                <a:solidFill>
                  <a:srgbClr val="00C98E"/>
                </a:solidFill>
                <a:latin typeface="Malgun Gothic" pitchFamily="34" charset="0"/>
                <a:ea typeface="Malgun Gothic" pitchFamily="34" charset="-122"/>
                <a:cs typeface="Malgun Gothic" pitchFamily="34" charset="-120"/>
              </a:rPr>
              <a:t>향후</a:t>
            </a:r>
            <a:endParaRPr lang="en-US" sz="2200" dirty="0"/>
          </a:p>
        </p:txBody>
      </p:sp>
      <p:sp>
        <p:nvSpPr>
          <p:cNvPr id="19" name="Text 17"/>
          <p:cNvSpPr txBox="1"/>
          <p:nvPr/>
        </p:nvSpPr>
        <p:spPr>
          <a:xfrm>
            <a:off x="4800600" y="2468880"/>
            <a:ext cx="2606040" cy="320040"/>
          </a:xfrm>
          <a:prstGeom prst="rect">
            <a:avLst/>
          </a:prstGeom>
          <a:noFill/>
          <a:ln/>
        </p:spPr>
        <p:txBody>
          <a:bodyPr wrap="square" lIns="0" tIns="0" rIns="0" bIns="0" rtlCol="0" anchor="t"/>
          <a:lstStyle/>
          <a:p>
            <a:pPr indent="0" marL="0">
              <a:buNone/>
            </a:pPr>
            <a:r>
              <a:rPr lang="en-US" sz="1200" dirty="0">
                <a:solidFill>
                  <a:srgbClr val="C9D6EA"/>
                </a:solidFill>
                <a:latin typeface="Malgun Gothic" pitchFamily="34" charset="0"/>
                <a:ea typeface="Malgun Gothic" pitchFamily="34" charset="-122"/>
                <a:cs typeface="Malgun Gothic" pitchFamily="34" charset="-120"/>
              </a:rPr>
              <a:t>전국 확대 · 자동 수집 + DB</a:t>
            </a:r>
            <a:endParaRPr lang="en-US" sz="1200" dirty="0"/>
          </a:p>
        </p:txBody>
      </p:sp>
      <p:sp>
        <p:nvSpPr>
          <p:cNvPr id="20" name="Shape 18"/>
          <p:cNvSpPr/>
          <p:nvPr/>
        </p:nvSpPr>
        <p:spPr>
          <a:xfrm>
            <a:off x="4800600" y="3063240"/>
            <a:ext cx="2606040" cy="566928"/>
          </a:xfrm>
          <a:prstGeom prst="roundRect">
            <a:avLst>
              <a:gd name="adj" fmla="val 19355"/>
            </a:avLst>
          </a:prstGeom>
          <a:solidFill>
            <a:srgbClr val="0A2C5C"/>
          </a:solidFill>
          <a:ln/>
        </p:spPr>
      </p:sp>
      <p:sp>
        <p:nvSpPr>
          <p:cNvPr id="21" name="Text 19"/>
          <p:cNvSpPr txBox="1"/>
          <p:nvPr/>
        </p:nvSpPr>
        <p:spPr>
          <a:xfrm>
            <a:off x="4983480" y="3063240"/>
            <a:ext cx="2240280" cy="566928"/>
          </a:xfrm>
          <a:prstGeom prst="rect">
            <a:avLst/>
          </a:prstGeom>
          <a:noFill/>
          <a:ln/>
        </p:spPr>
        <p:txBody>
          <a:bodyPr wrap="square" lIns="0" tIns="0" rIns="0" bIns="0" rtlCol="0" anchor="ctr"/>
          <a:lstStyle/>
          <a:p>
            <a:pPr indent="0" marL="0">
              <a:buNone/>
            </a:pPr>
            <a:r>
              <a:rPr lang="en-US" sz="1250" dirty="0">
                <a:solidFill>
                  <a:srgbClr val="FFFFFF"/>
                </a:solidFill>
                <a:latin typeface="Malgun Gothic" pitchFamily="34" charset="0"/>
                <a:ea typeface="Malgun Gothic" pitchFamily="34" charset="-122"/>
                <a:cs typeface="Malgun Gothic" pitchFamily="34" charset="-120"/>
              </a:rPr>
              <a:t>API 수집기 · 갱신 주기 연계</a:t>
            </a:r>
            <a:endParaRPr lang="en-US" sz="1250" dirty="0"/>
          </a:p>
        </p:txBody>
      </p:sp>
      <p:sp>
        <p:nvSpPr>
          <p:cNvPr id="22" name="Shape 20"/>
          <p:cNvSpPr/>
          <p:nvPr/>
        </p:nvSpPr>
        <p:spPr>
          <a:xfrm>
            <a:off x="4800600" y="3813048"/>
            <a:ext cx="2606040" cy="566928"/>
          </a:xfrm>
          <a:prstGeom prst="roundRect">
            <a:avLst>
              <a:gd name="adj" fmla="val 19355"/>
            </a:avLst>
          </a:prstGeom>
          <a:solidFill>
            <a:srgbClr val="0A2C5C"/>
          </a:solidFill>
          <a:ln/>
        </p:spPr>
      </p:sp>
      <p:sp>
        <p:nvSpPr>
          <p:cNvPr id="23" name="Text 21"/>
          <p:cNvSpPr txBox="1"/>
          <p:nvPr/>
        </p:nvSpPr>
        <p:spPr>
          <a:xfrm>
            <a:off x="4983480" y="3813048"/>
            <a:ext cx="2240280" cy="566928"/>
          </a:xfrm>
          <a:prstGeom prst="rect">
            <a:avLst/>
          </a:prstGeom>
          <a:noFill/>
          <a:ln/>
        </p:spPr>
        <p:txBody>
          <a:bodyPr wrap="square" lIns="0" tIns="0" rIns="0" bIns="0" rtlCol="0" anchor="ctr"/>
          <a:lstStyle/>
          <a:p>
            <a:pPr indent="0" marL="0">
              <a:buNone/>
            </a:pPr>
            <a:r>
              <a:rPr lang="en-US" sz="1250" dirty="0">
                <a:solidFill>
                  <a:srgbClr val="FFFFFF"/>
                </a:solidFill>
                <a:latin typeface="Malgun Gothic" pitchFamily="34" charset="0"/>
                <a:ea typeface="Malgun Gothic" pitchFamily="34" charset="-122"/>
                <a:cs typeface="Malgun Gothic" pitchFamily="34" charset="-120"/>
              </a:rPr>
              <a:t>전국 데이터 표준화</a:t>
            </a:r>
            <a:endParaRPr lang="en-US" sz="1250" dirty="0"/>
          </a:p>
        </p:txBody>
      </p:sp>
      <p:sp>
        <p:nvSpPr>
          <p:cNvPr id="24" name="Shape 22"/>
          <p:cNvSpPr/>
          <p:nvPr/>
        </p:nvSpPr>
        <p:spPr>
          <a:xfrm>
            <a:off x="4800600" y="4562856"/>
            <a:ext cx="2606040" cy="566928"/>
          </a:xfrm>
          <a:prstGeom prst="roundRect">
            <a:avLst>
              <a:gd name="adj" fmla="val 19355"/>
            </a:avLst>
          </a:prstGeom>
          <a:solidFill>
            <a:srgbClr val="0A2C5C"/>
          </a:solidFill>
          <a:ln/>
        </p:spPr>
      </p:sp>
      <p:sp>
        <p:nvSpPr>
          <p:cNvPr id="25" name="Text 23"/>
          <p:cNvSpPr txBox="1"/>
          <p:nvPr/>
        </p:nvSpPr>
        <p:spPr>
          <a:xfrm>
            <a:off x="4983480" y="4562856"/>
            <a:ext cx="2240280" cy="566928"/>
          </a:xfrm>
          <a:prstGeom prst="rect">
            <a:avLst/>
          </a:prstGeom>
          <a:noFill/>
          <a:ln/>
        </p:spPr>
        <p:txBody>
          <a:bodyPr wrap="square" lIns="0" tIns="0" rIns="0" bIns="0" rtlCol="0" anchor="ctr"/>
          <a:lstStyle/>
          <a:p>
            <a:pPr indent="0" marL="0">
              <a:buNone/>
            </a:pPr>
            <a:r>
              <a:rPr lang="en-US" sz="1250" dirty="0">
                <a:solidFill>
                  <a:srgbClr val="FFFFFF"/>
                </a:solidFill>
                <a:latin typeface="Malgun Gothic" pitchFamily="34" charset="0"/>
                <a:ea typeface="Malgun Gothic" pitchFamily="34" charset="-122"/>
                <a:cs typeface="Malgun Gothic" pitchFamily="34" charset="-120"/>
              </a:rPr>
              <a:t>DB 스키마 · 지역/종목 색인</a:t>
            </a:r>
            <a:endParaRPr lang="en-US" sz="1250" dirty="0"/>
          </a:p>
        </p:txBody>
      </p:sp>
      <p:sp>
        <p:nvSpPr>
          <p:cNvPr id="26" name="Shape 24"/>
          <p:cNvSpPr/>
          <p:nvPr/>
        </p:nvSpPr>
        <p:spPr>
          <a:xfrm>
            <a:off x="4800600" y="5312664"/>
            <a:ext cx="2606040" cy="566928"/>
          </a:xfrm>
          <a:prstGeom prst="roundRect">
            <a:avLst>
              <a:gd name="adj" fmla="val 19355"/>
            </a:avLst>
          </a:prstGeom>
          <a:solidFill>
            <a:srgbClr val="0A2C5C"/>
          </a:solidFill>
          <a:ln/>
        </p:spPr>
      </p:sp>
      <p:sp>
        <p:nvSpPr>
          <p:cNvPr id="27" name="Text 25"/>
          <p:cNvSpPr txBox="1"/>
          <p:nvPr/>
        </p:nvSpPr>
        <p:spPr>
          <a:xfrm>
            <a:off x="4983480" y="5312664"/>
            <a:ext cx="2240280" cy="566928"/>
          </a:xfrm>
          <a:prstGeom prst="rect">
            <a:avLst/>
          </a:prstGeom>
          <a:noFill/>
          <a:ln/>
        </p:spPr>
        <p:txBody>
          <a:bodyPr wrap="square" lIns="0" tIns="0" rIns="0" bIns="0" rtlCol="0" anchor="ctr"/>
          <a:lstStyle/>
          <a:p>
            <a:pPr indent="0" marL="0">
              <a:buNone/>
            </a:pPr>
            <a:r>
              <a:rPr lang="en-US" sz="1250" dirty="0">
                <a:solidFill>
                  <a:srgbClr val="FFFFFF"/>
                </a:solidFill>
                <a:latin typeface="Malgun Gothic" pitchFamily="34" charset="0"/>
                <a:ea typeface="Malgun Gothic" pitchFamily="34" charset="-122"/>
                <a:cs typeface="Malgun Gothic" pitchFamily="34" charset="-120"/>
              </a:rPr>
              <a:t>전국 프로그램 기획</a:t>
            </a:r>
            <a:endParaRPr lang="en-US" sz="1250" dirty="0"/>
          </a:p>
        </p:txBody>
      </p:sp>
      <p:sp>
        <p:nvSpPr>
          <p:cNvPr id="28" name="Shape 26"/>
          <p:cNvSpPr/>
          <p:nvPr/>
        </p:nvSpPr>
        <p:spPr>
          <a:xfrm>
            <a:off x="3950208" y="3749040"/>
            <a:ext cx="384048" cy="457200"/>
          </a:xfrm>
          <a:prstGeom prst="rightArrow">
            <a:avLst/>
          </a:prstGeom>
          <a:solidFill>
            <a:srgbClr val="00C98E"/>
          </a:solidFill>
          <a:ln/>
        </p:spPr>
      </p:sp>
      <p:sp>
        <p:nvSpPr>
          <p:cNvPr id="29" name="Text 27"/>
          <p:cNvSpPr txBox="1"/>
          <p:nvPr/>
        </p:nvSpPr>
        <p:spPr>
          <a:xfrm>
            <a:off x="8092440" y="1783080"/>
            <a:ext cx="3550615" cy="365760"/>
          </a:xfrm>
          <a:prstGeom prst="rect">
            <a:avLst/>
          </a:prstGeom>
          <a:noFill/>
          <a:ln/>
        </p:spPr>
        <p:txBody>
          <a:bodyPr wrap="square" lIns="0" tIns="0" rIns="0" bIns="0" rtlCol="0" anchor="t"/>
          <a:lstStyle/>
          <a:p>
            <a:pPr indent="0" marL="0">
              <a:buNone/>
            </a:pPr>
            <a:r>
              <a:rPr lang="en-US" sz="1600" b="1" dirty="0">
                <a:solidFill>
                  <a:srgbClr val="0F1B2D"/>
                </a:solidFill>
                <a:latin typeface="Malgun Gothic" pitchFamily="34" charset="0"/>
                <a:ea typeface="Malgun Gothic" pitchFamily="34" charset="-122"/>
                <a:cs typeface="Malgun Gothic" pitchFamily="34" charset="-120"/>
              </a:rPr>
              <a:t>현재 제약사항</a:t>
            </a:r>
            <a:endParaRPr lang="en-US" sz="1600" dirty="0"/>
          </a:p>
        </p:txBody>
      </p:sp>
      <p:pic>
        <p:nvPicPr>
          <p:cNvPr id="30" name="Image 0" descr="preencoded.png">    </p:cNvPr>
          <p:cNvPicPr>
            <a:picLocks noChangeAspect="1"/>
          </p:cNvPicPr>
          <p:nvPr/>
        </p:nvPicPr>
        <p:blipFill>
          <a:blip r:embed="rId1"/>
          <a:stretch>
            <a:fillRect/>
          </a:stretch>
        </p:blipFill>
        <p:spPr>
          <a:xfrm>
            <a:off x="8092440" y="2322576"/>
            <a:ext cx="237744" cy="237744"/>
          </a:xfrm>
          <a:prstGeom prst="rect">
            <a:avLst/>
          </a:prstGeom>
        </p:spPr>
      </p:pic>
      <p:sp>
        <p:nvSpPr>
          <p:cNvPr id="31" name="Text 28"/>
          <p:cNvSpPr txBox="1"/>
          <p:nvPr/>
        </p:nvSpPr>
        <p:spPr>
          <a:xfrm>
            <a:off x="8476488" y="2286000"/>
            <a:ext cx="3166567" cy="475488"/>
          </a:xfrm>
          <a:prstGeom prst="rect">
            <a:avLst/>
          </a:prstGeom>
          <a:noFill/>
          <a:ln/>
        </p:spPr>
        <p:txBody>
          <a:bodyPr wrap="square" lIns="0" tIns="0" rIns="0" bIns="0" rtlCol="0" anchor="t"/>
          <a:lstStyle/>
          <a:p>
            <a:pPr indent="0" marL="0">
              <a:buNone/>
            </a:pPr>
            <a:r>
              <a:rPr lang="en-US" sz="1200" dirty="0">
                <a:solidFill>
                  <a:srgbClr val="0F1B2D"/>
                </a:solidFill>
                <a:latin typeface="Malgun Gothic" pitchFamily="34" charset="0"/>
                <a:ea typeface="Malgun Gothic" pitchFamily="34" charset="-122"/>
                <a:cs typeface="Malgun Gothic" pitchFamily="34" charset="-120"/>
              </a:rPr>
              <a:t>대관 · 강사 · 접수 · 결제 · 알림 발송은 범위 밖</a:t>
            </a:r>
            <a:endParaRPr lang="en-US" sz="1200" dirty="0"/>
          </a:p>
        </p:txBody>
      </p:sp>
      <p:pic>
        <p:nvPicPr>
          <p:cNvPr id="32" name="Image 1" descr="preencoded.png">    </p:cNvPr>
          <p:cNvPicPr>
            <a:picLocks noChangeAspect="1"/>
          </p:cNvPicPr>
          <p:nvPr/>
        </p:nvPicPr>
        <p:blipFill>
          <a:blip r:embed="rId2"/>
          <a:stretch>
            <a:fillRect/>
          </a:stretch>
        </p:blipFill>
        <p:spPr>
          <a:xfrm>
            <a:off x="8092440" y="2889504"/>
            <a:ext cx="237744" cy="237744"/>
          </a:xfrm>
          <a:prstGeom prst="rect">
            <a:avLst/>
          </a:prstGeom>
        </p:spPr>
      </p:pic>
      <p:sp>
        <p:nvSpPr>
          <p:cNvPr id="33" name="Text 29"/>
          <p:cNvSpPr txBox="1"/>
          <p:nvPr/>
        </p:nvSpPr>
        <p:spPr>
          <a:xfrm>
            <a:off x="8476488" y="2852928"/>
            <a:ext cx="3166567" cy="475488"/>
          </a:xfrm>
          <a:prstGeom prst="rect">
            <a:avLst/>
          </a:prstGeom>
          <a:noFill/>
          <a:ln/>
        </p:spPr>
        <p:txBody>
          <a:bodyPr wrap="square" lIns="0" tIns="0" rIns="0" bIns="0" rtlCol="0" anchor="t"/>
          <a:lstStyle/>
          <a:p>
            <a:pPr indent="0" marL="0">
              <a:buNone/>
            </a:pPr>
            <a:r>
              <a:rPr lang="en-US" sz="1200" dirty="0">
                <a:solidFill>
                  <a:srgbClr val="0F1B2D"/>
                </a:solidFill>
                <a:latin typeface="Malgun Gothic" pitchFamily="34" charset="0"/>
                <a:ea typeface="Malgun Gothic" pitchFamily="34" charset="-122"/>
                <a:cs typeface="Malgun Gothic" pitchFamily="34" charset="-120"/>
              </a:rPr>
              <a:t>최근 계획서는 브라우저당 5건, 기기 간 동기화 없음</a:t>
            </a:r>
            <a:endParaRPr lang="en-US" sz="1200" dirty="0"/>
          </a:p>
        </p:txBody>
      </p:sp>
      <p:pic>
        <p:nvPicPr>
          <p:cNvPr id="34" name="Image 2" descr="preencoded.png">    </p:cNvPr>
          <p:cNvPicPr>
            <a:picLocks noChangeAspect="1"/>
          </p:cNvPicPr>
          <p:nvPr/>
        </p:nvPicPr>
        <p:blipFill>
          <a:blip r:embed="rId3"/>
          <a:stretch>
            <a:fillRect/>
          </a:stretch>
        </p:blipFill>
        <p:spPr>
          <a:xfrm>
            <a:off x="8092440" y="3456432"/>
            <a:ext cx="237744" cy="237744"/>
          </a:xfrm>
          <a:prstGeom prst="rect">
            <a:avLst/>
          </a:prstGeom>
        </p:spPr>
      </p:pic>
      <p:sp>
        <p:nvSpPr>
          <p:cNvPr id="35" name="Text 30"/>
          <p:cNvSpPr txBox="1"/>
          <p:nvPr/>
        </p:nvSpPr>
        <p:spPr>
          <a:xfrm>
            <a:off x="8476488" y="3419856"/>
            <a:ext cx="3166567" cy="475488"/>
          </a:xfrm>
          <a:prstGeom prst="rect">
            <a:avLst/>
          </a:prstGeom>
          <a:noFill/>
          <a:ln/>
        </p:spPr>
        <p:txBody>
          <a:bodyPr wrap="square" lIns="0" tIns="0" rIns="0" bIns="0" rtlCol="0" anchor="t"/>
          <a:lstStyle/>
          <a:p>
            <a:pPr indent="0" marL="0">
              <a:buNone/>
            </a:pPr>
            <a:r>
              <a:rPr lang="en-US" sz="1200" dirty="0">
                <a:solidFill>
                  <a:srgbClr val="0F1B2D"/>
                </a:solidFill>
                <a:latin typeface="Malgun Gothic" pitchFamily="34" charset="0"/>
                <a:ea typeface="Malgun Gothic" pitchFamily="34" charset="-122"/>
                <a:cs typeface="Malgun Gothic" pitchFamily="34" charset="-120"/>
              </a:rPr>
              <a:t>전역 AI 호출 제한 · 사용자별 할당량 · 비용 제한 미구현</a:t>
            </a:r>
            <a:endParaRPr lang="en-US" sz="1200" dirty="0"/>
          </a:p>
        </p:txBody>
      </p:sp>
      <p:pic>
        <p:nvPicPr>
          <p:cNvPr id="36" name="Image 3" descr="preencoded.png">    </p:cNvPr>
          <p:cNvPicPr>
            <a:picLocks noChangeAspect="1"/>
          </p:cNvPicPr>
          <p:nvPr/>
        </p:nvPicPr>
        <p:blipFill>
          <a:blip r:embed="rId4"/>
          <a:stretch>
            <a:fillRect/>
          </a:stretch>
        </p:blipFill>
        <p:spPr>
          <a:xfrm>
            <a:off x="8092440" y="4023360"/>
            <a:ext cx="237744" cy="237744"/>
          </a:xfrm>
          <a:prstGeom prst="rect">
            <a:avLst/>
          </a:prstGeom>
        </p:spPr>
      </p:pic>
      <p:sp>
        <p:nvSpPr>
          <p:cNvPr id="37" name="Text 31"/>
          <p:cNvSpPr txBox="1"/>
          <p:nvPr/>
        </p:nvSpPr>
        <p:spPr>
          <a:xfrm>
            <a:off x="8476488" y="3986784"/>
            <a:ext cx="3166567" cy="475488"/>
          </a:xfrm>
          <a:prstGeom prst="rect">
            <a:avLst/>
          </a:prstGeom>
          <a:noFill/>
          <a:ln/>
        </p:spPr>
        <p:txBody>
          <a:bodyPr wrap="square" lIns="0" tIns="0" rIns="0" bIns="0" rtlCol="0" anchor="t"/>
          <a:lstStyle/>
          <a:p>
            <a:pPr indent="0" marL="0">
              <a:buNone/>
            </a:pPr>
            <a:r>
              <a:rPr lang="en-US" sz="1200" dirty="0">
                <a:solidFill>
                  <a:srgbClr val="0F1B2D"/>
                </a:solidFill>
                <a:latin typeface="Malgun Gothic" pitchFamily="34" charset="0"/>
                <a:ea typeface="Malgun Gothic" pitchFamily="34" charset="-122"/>
                <a:cs typeface="Malgun Gothic" pitchFamily="34" charset="-120"/>
              </a:rPr>
              <a:t>서버 중지 중 예약 실행 · 실패 자동 재시도 미보장</a:t>
            </a:r>
            <a:endParaRPr lang="en-US" sz="1200" dirty="0"/>
          </a:p>
        </p:txBody>
      </p:sp>
      <p:sp>
        <p:nvSpPr>
          <p:cNvPr id="38" name="Text 32"/>
          <p:cNvSpPr txBox="1"/>
          <p:nvPr/>
        </p:nvSpPr>
        <p:spPr>
          <a:xfrm>
            <a:off x="8092440" y="4663440"/>
            <a:ext cx="3550615" cy="365760"/>
          </a:xfrm>
          <a:prstGeom prst="rect">
            <a:avLst/>
          </a:prstGeom>
          <a:noFill/>
          <a:ln/>
        </p:spPr>
        <p:txBody>
          <a:bodyPr wrap="square" lIns="0" tIns="0" rIns="0" bIns="0" rtlCol="0" anchor="t"/>
          <a:lstStyle/>
          <a:p>
            <a:pPr indent="0" marL="0">
              <a:buNone/>
            </a:pPr>
            <a:r>
              <a:rPr lang="en-US" sz="1600" b="1" dirty="0">
                <a:solidFill>
                  <a:srgbClr val="0F1B2D"/>
                </a:solidFill>
                <a:latin typeface="Malgun Gothic" pitchFamily="34" charset="0"/>
                <a:ea typeface="Malgun Gothic" pitchFamily="34" charset="-122"/>
                <a:cs typeface="Malgun Gothic" pitchFamily="34" charset="-120"/>
              </a:rPr>
              <a:t>개선 방향</a:t>
            </a:r>
            <a:endParaRPr lang="en-US" sz="1600" dirty="0"/>
          </a:p>
        </p:txBody>
      </p:sp>
      <p:sp>
        <p:nvSpPr>
          <p:cNvPr id="39" name="Shape 33"/>
          <p:cNvSpPr/>
          <p:nvPr/>
        </p:nvSpPr>
        <p:spPr>
          <a:xfrm>
            <a:off x="8092440" y="5120640"/>
            <a:ext cx="1299591" cy="274320"/>
          </a:xfrm>
          <a:prstGeom prst="roundRect">
            <a:avLst>
              <a:gd name="adj" fmla="val 50000"/>
            </a:avLst>
          </a:prstGeom>
          <a:solidFill>
            <a:srgbClr val="E8EFFF"/>
          </a:solidFill>
          <a:ln/>
        </p:spPr>
      </p:sp>
      <p:sp>
        <p:nvSpPr>
          <p:cNvPr id="40" name="Text 34"/>
          <p:cNvSpPr txBox="1"/>
          <p:nvPr/>
        </p:nvSpPr>
        <p:spPr>
          <a:xfrm>
            <a:off x="8092440" y="5120640"/>
            <a:ext cx="1299591" cy="274320"/>
          </a:xfrm>
          <a:prstGeom prst="rect">
            <a:avLst/>
          </a:prstGeom>
          <a:noFill/>
          <a:ln/>
        </p:spPr>
        <p:txBody>
          <a:bodyPr wrap="square" lIns="0" tIns="0" rIns="0" bIns="0" rtlCol="0" anchor="ctr"/>
          <a:lstStyle/>
          <a:p>
            <a:pPr algn="ctr" indent="0" marL="0">
              <a:buNone/>
            </a:pPr>
            <a:r>
              <a:rPr lang="en-US" sz="1150" b="1" dirty="0">
                <a:solidFill>
                  <a:srgbClr val="0046F0"/>
                </a:solidFill>
                <a:latin typeface="Malgun Gothic" pitchFamily="34" charset="0"/>
                <a:ea typeface="Malgun Gothic" pitchFamily="34" charset="-122"/>
                <a:cs typeface="Malgun Gothic" pitchFamily="34" charset="-120"/>
              </a:rPr>
              <a:t>원본 수집 자동화</a:t>
            </a:r>
            <a:endParaRPr lang="en-US" sz="1150" dirty="0"/>
          </a:p>
        </p:txBody>
      </p:sp>
      <p:sp>
        <p:nvSpPr>
          <p:cNvPr id="41" name="Shape 35"/>
          <p:cNvSpPr/>
          <p:nvPr/>
        </p:nvSpPr>
        <p:spPr>
          <a:xfrm>
            <a:off x="9529191" y="5120640"/>
            <a:ext cx="1185672" cy="274320"/>
          </a:xfrm>
          <a:prstGeom prst="roundRect">
            <a:avLst>
              <a:gd name="adj" fmla="val 50000"/>
            </a:avLst>
          </a:prstGeom>
          <a:solidFill>
            <a:srgbClr val="E8EFFF"/>
          </a:solidFill>
          <a:ln/>
        </p:spPr>
      </p:sp>
      <p:sp>
        <p:nvSpPr>
          <p:cNvPr id="42" name="Text 36"/>
          <p:cNvSpPr txBox="1"/>
          <p:nvPr/>
        </p:nvSpPr>
        <p:spPr>
          <a:xfrm>
            <a:off x="9529191" y="5120640"/>
            <a:ext cx="1185672" cy="274320"/>
          </a:xfrm>
          <a:prstGeom prst="rect">
            <a:avLst/>
          </a:prstGeom>
          <a:noFill/>
          <a:ln/>
        </p:spPr>
        <p:txBody>
          <a:bodyPr wrap="square" lIns="0" tIns="0" rIns="0" bIns="0" rtlCol="0" anchor="ctr"/>
          <a:lstStyle/>
          <a:p>
            <a:pPr algn="ctr" indent="0" marL="0">
              <a:buNone/>
            </a:pPr>
            <a:r>
              <a:rPr lang="en-US" sz="1150" b="1" dirty="0">
                <a:solidFill>
                  <a:srgbClr val="0046F0"/>
                </a:solidFill>
                <a:latin typeface="Malgun Gothic" pitchFamily="34" charset="0"/>
                <a:ea typeface="Malgun Gothic" pitchFamily="34" charset="-122"/>
                <a:cs typeface="Malgun Gothic" pitchFamily="34" charset="-120"/>
              </a:rPr>
              <a:t>전국 DB 전환</a:t>
            </a:r>
            <a:endParaRPr lang="en-US" sz="1150" dirty="0"/>
          </a:p>
        </p:txBody>
      </p:sp>
      <p:sp>
        <p:nvSpPr>
          <p:cNvPr id="43" name="Shape 37"/>
          <p:cNvSpPr/>
          <p:nvPr/>
        </p:nvSpPr>
        <p:spPr>
          <a:xfrm>
            <a:off x="8092440" y="5532120"/>
            <a:ext cx="957834" cy="274320"/>
          </a:xfrm>
          <a:prstGeom prst="roundRect">
            <a:avLst>
              <a:gd name="adj" fmla="val 50000"/>
            </a:avLst>
          </a:prstGeom>
          <a:solidFill>
            <a:srgbClr val="E8EFFF"/>
          </a:solidFill>
          <a:ln/>
        </p:spPr>
      </p:sp>
      <p:sp>
        <p:nvSpPr>
          <p:cNvPr id="44" name="Text 38"/>
          <p:cNvSpPr txBox="1"/>
          <p:nvPr/>
        </p:nvSpPr>
        <p:spPr>
          <a:xfrm>
            <a:off x="8092440" y="5532120"/>
            <a:ext cx="957834" cy="274320"/>
          </a:xfrm>
          <a:prstGeom prst="rect">
            <a:avLst/>
          </a:prstGeom>
          <a:noFill/>
          <a:ln/>
        </p:spPr>
        <p:txBody>
          <a:bodyPr wrap="square" lIns="0" tIns="0" rIns="0" bIns="0" rtlCol="0" anchor="ctr"/>
          <a:lstStyle/>
          <a:p>
            <a:pPr algn="ctr" indent="0" marL="0">
              <a:buNone/>
            </a:pPr>
            <a:r>
              <a:rPr lang="en-US" sz="1150" b="1" dirty="0">
                <a:solidFill>
                  <a:srgbClr val="0046F0"/>
                </a:solidFill>
                <a:latin typeface="Malgun Gothic" pitchFamily="34" charset="0"/>
                <a:ea typeface="Malgun Gothic" pitchFamily="34" charset="-122"/>
                <a:cs typeface="Malgun Gothic" pitchFamily="34" charset="-120"/>
              </a:rPr>
              <a:t>배치 신뢰성</a:t>
            </a:r>
            <a:endParaRPr lang="en-US" sz="1150" dirty="0"/>
          </a:p>
        </p:txBody>
      </p:sp>
      <p:sp>
        <p:nvSpPr>
          <p:cNvPr id="45" name="Shape 39"/>
          <p:cNvSpPr/>
          <p:nvPr/>
        </p:nvSpPr>
        <p:spPr>
          <a:xfrm>
            <a:off x="9187434" y="5532120"/>
            <a:ext cx="957834" cy="274320"/>
          </a:xfrm>
          <a:prstGeom prst="roundRect">
            <a:avLst>
              <a:gd name="adj" fmla="val 50000"/>
            </a:avLst>
          </a:prstGeom>
          <a:solidFill>
            <a:srgbClr val="E8EFFF"/>
          </a:solidFill>
          <a:ln/>
        </p:spPr>
      </p:sp>
      <p:sp>
        <p:nvSpPr>
          <p:cNvPr id="46" name="Text 40"/>
          <p:cNvSpPr txBox="1"/>
          <p:nvPr/>
        </p:nvSpPr>
        <p:spPr>
          <a:xfrm>
            <a:off x="9187434" y="5532120"/>
            <a:ext cx="957834" cy="274320"/>
          </a:xfrm>
          <a:prstGeom prst="rect">
            <a:avLst/>
          </a:prstGeom>
          <a:noFill/>
          <a:ln/>
        </p:spPr>
        <p:txBody>
          <a:bodyPr wrap="square" lIns="0" tIns="0" rIns="0" bIns="0" rtlCol="0" anchor="ctr"/>
          <a:lstStyle/>
          <a:p>
            <a:pPr algn="ctr" indent="0" marL="0">
              <a:buNone/>
            </a:pPr>
            <a:r>
              <a:rPr lang="en-US" sz="1150" b="1" dirty="0">
                <a:solidFill>
                  <a:srgbClr val="0046F0"/>
                </a:solidFill>
                <a:latin typeface="Malgun Gothic" pitchFamily="34" charset="0"/>
                <a:ea typeface="Malgun Gothic" pitchFamily="34" charset="-122"/>
                <a:cs typeface="Malgun Gothic" pitchFamily="34" charset="-120"/>
              </a:rPr>
              <a:t>최신성 표시</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180015" y="6473952"/>
            <a:ext cx="1554480" cy="228600"/>
          </a:xfrm>
          <a:prstGeom prst="rect">
            <a:avLst/>
          </a:prstGeom>
          <a:noFill/>
          <a:ln/>
        </p:spPr>
        <p:txBody>
          <a:bodyPr wrap="square" lIns="0" tIns="0" rIns="0" bIns="0" rtlCol="0" anchor="t"/>
          <a:lstStyle/>
          <a:p>
            <a:pPr algn="r" indent="0" marL="0">
              <a:buNone/>
            </a:pPr>
            <a:r>
              <a:rPr lang="en-US" sz="900" b="1" dirty="0">
                <a:solidFill>
                  <a:srgbClr val="011F47"/>
                </a:solidFill>
                <a:latin typeface="Malgun Gothic" pitchFamily="34" charset="0"/>
                <a:ea typeface="Malgun Gothic" pitchFamily="34" charset="-122"/>
                <a:cs typeface="Malgun Gothic" pitchFamily="34" charset="-120"/>
              </a:rPr>
              <a:t>Hi스포링</a:t>
            </a:r>
            <a:pPr algn="r" indent="0" marL="0">
              <a:buNone/>
            </a:pPr>
            <a:r>
              <a:rPr lang="en-US" sz="900" dirty="0">
                <a:solidFill>
                  <a:srgbClr val="8A97A8"/>
                </a:solidFill>
                <a:latin typeface="Malgun Gothic" pitchFamily="34" charset="0"/>
                <a:ea typeface="Malgun Gothic" pitchFamily="34" charset="-122"/>
                <a:cs typeface="Malgun Gothic" pitchFamily="34" charset="-120"/>
              </a:rPr>
              <a:t>   30</a:t>
            </a:r>
            <a:endParaRPr lang="en-US" sz="900" dirty="0"/>
          </a:p>
        </p:txBody>
      </p:sp>
      <p:sp>
        <p:nvSpPr>
          <p:cNvPr id="3" name="Shape 1"/>
          <p:cNvSpPr/>
          <p:nvPr/>
        </p:nvSpPr>
        <p:spPr>
          <a:xfrm>
            <a:off x="548640" y="457200"/>
            <a:ext cx="992124" cy="310896"/>
          </a:xfrm>
          <a:prstGeom prst="roundRect">
            <a:avLst>
              <a:gd name="adj" fmla="val 50000"/>
            </a:avLst>
          </a:prstGeom>
          <a:solidFill>
            <a:srgbClr val="E8EFFF"/>
          </a:solidFill>
          <a:ln/>
        </p:spPr>
      </p:sp>
      <p:sp>
        <p:nvSpPr>
          <p:cNvPr id="4" name="Text 2"/>
          <p:cNvSpPr txBox="1"/>
          <p:nvPr/>
        </p:nvSpPr>
        <p:spPr>
          <a:xfrm>
            <a:off x="548640" y="457200"/>
            <a:ext cx="992124" cy="310896"/>
          </a:xfrm>
          <a:prstGeom prst="rect">
            <a:avLst/>
          </a:prstGeom>
          <a:noFill/>
          <a:ln/>
        </p:spPr>
        <p:txBody>
          <a:bodyPr wrap="square" lIns="0" tIns="0" rIns="0" bIns="0" rtlCol="0" anchor="ctr"/>
          <a:lstStyle/>
          <a:p>
            <a:pPr algn="ctr" indent="0" marL="0">
              <a:buNone/>
            </a:pPr>
            <a:r>
              <a:rPr lang="en-US" sz="1100" b="1" dirty="0">
                <a:solidFill>
                  <a:srgbClr val="0046F0"/>
                </a:solidFill>
                <a:latin typeface="Malgun Gothic" pitchFamily="34" charset="0"/>
                <a:ea typeface="Malgun Gothic" pitchFamily="34" charset="-122"/>
                <a:cs typeface="Malgun Gothic" pitchFamily="34" charset="-120"/>
              </a:rPr>
              <a:t>06 · 회고</a:t>
            </a:r>
            <a:endParaRPr lang="en-US" sz="1100" dirty="0"/>
          </a:p>
        </p:txBody>
      </p:sp>
      <p:sp>
        <p:nvSpPr>
          <p:cNvPr id="5" name="Text 3"/>
          <p:cNvSpPr txBox="1"/>
          <p:nvPr/>
        </p:nvSpPr>
        <p:spPr>
          <a:xfrm>
            <a:off x="548640" y="896112"/>
            <a:ext cx="11094415" cy="566928"/>
          </a:xfrm>
          <a:prstGeom prst="rect">
            <a:avLst/>
          </a:prstGeom>
          <a:noFill/>
          <a:ln/>
        </p:spPr>
        <p:txBody>
          <a:bodyPr wrap="square" lIns="0" tIns="0" rIns="0" bIns="0" rtlCol="0" anchor="t"/>
          <a:lstStyle/>
          <a:p>
            <a:pPr indent="0" marL="0">
              <a:buNone/>
            </a:pPr>
            <a:r>
              <a:rPr lang="en-US" sz="2800" b="1" dirty="0">
                <a:solidFill>
                  <a:srgbClr val="0F1B2D"/>
                </a:solidFill>
                <a:latin typeface="Malgun Gothic" pitchFamily="34" charset="0"/>
                <a:ea typeface="Malgun Gothic" pitchFamily="34" charset="-122"/>
                <a:cs typeface="Malgun Gothic" pitchFamily="34" charset="-120"/>
              </a:rPr>
              <a:t>한 줄 회고</a:t>
            </a:r>
            <a:endParaRPr lang="en-US" sz="2800" dirty="0"/>
          </a:p>
        </p:txBody>
      </p:sp>
      <p:sp>
        <p:nvSpPr>
          <p:cNvPr id="6" name="Shape 4"/>
          <p:cNvSpPr/>
          <p:nvPr/>
        </p:nvSpPr>
        <p:spPr>
          <a:xfrm>
            <a:off x="548640" y="1737360"/>
            <a:ext cx="3520440" cy="4434840"/>
          </a:xfrm>
          <a:prstGeom prst="roundRect">
            <a:avLst>
              <a:gd name="adj" fmla="val 5195"/>
            </a:avLst>
          </a:prstGeom>
          <a:solidFill>
            <a:srgbClr val="FFFFFF"/>
          </a:solidFill>
          <a:ln w="12700">
            <a:solidFill>
              <a:srgbClr val="DCE3EE"/>
            </a:solidFill>
            <a:prstDash val="solid"/>
          </a:ln>
        </p:spPr>
      </p:sp>
      <p:pic>
        <p:nvPicPr>
          <p:cNvPr id="7" name="Image 0" descr="preencoded.png">    </p:cNvPr>
          <p:cNvPicPr>
            <a:picLocks noChangeAspect="1"/>
          </p:cNvPicPr>
          <p:nvPr/>
        </p:nvPicPr>
        <p:blipFill>
          <a:blip r:embed="rId1"/>
          <a:stretch>
            <a:fillRect/>
          </a:stretch>
        </p:blipFill>
        <p:spPr>
          <a:xfrm>
            <a:off x="868680" y="2057400"/>
            <a:ext cx="457200" cy="457200"/>
          </a:xfrm>
          <a:prstGeom prst="rect">
            <a:avLst/>
          </a:prstGeom>
        </p:spPr>
      </p:pic>
      <p:sp>
        <p:nvSpPr>
          <p:cNvPr id="8" name="Text 5"/>
          <p:cNvSpPr txBox="1"/>
          <p:nvPr/>
        </p:nvSpPr>
        <p:spPr>
          <a:xfrm>
            <a:off x="868680" y="2697480"/>
            <a:ext cx="2880360" cy="914400"/>
          </a:xfrm>
          <a:prstGeom prst="rect">
            <a:avLst/>
          </a:prstGeom>
          <a:noFill/>
          <a:ln/>
        </p:spPr>
        <p:txBody>
          <a:bodyPr wrap="square" lIns="0" tIns="0" rIns="0" bIns="0" rtlCol="0" anchor="t"/>
          <a:lstStyle/>
          <a:p>
            <a:pPr indent="0" marL="0">
              <a:lnSpc>
                <a:spcPct val="115000"/>
              </a:lnSpc>
              <a:buNone/>
            </a:pPr>
            <a:r>
              <a:rPr lang="en-US" sz="1800" b="1" dirty="0">
                <a:solidFill>
                  <a:srgbClr val="0F1B2D"/>
                </a:solidFill>
                <a:latin typeface="Malgun Gothic" pitchFamily="34" charset="0"/>
                <a:ea typeface="Malgun Gothic" pitchFamily="34" charset="-122"/>
                <a:cs typeface="Malgun Gothic" pitchFamily="34" charset="-120"/>
              </a:rPr>
              <a:t>아이디어가 하나의 서비스로 연결되는 과정</a:t>
            </a:r>
            <a:endParaRPr lang="en-US" sz="1800" dirty="0"/>
          </a:p>
        </p:txBody>
      </p:sp>
      <p:sp>
        <p:nvSpPr>
          <p:cNvPr id="9" name="Text 6"/>
          <p:cNvSpPr txBox="1"/>
          <p:nvPr/>
        </p:nvSpPr>
        <p:spPr>
          <a:xfrm>
            <a:off x="868680" y="3657600"/>
            <a:ext cx="2880360" cy="1554480"/>
          </a:xfrm>
          <a:prstGeom prst="rect">
            <a:avLst/>
          </a:prstGeom>
          <a:noFill/>
          <a:ln/>
        </p:spPr>
        <p:txBody>
          <a:bodyPr wrap="square" lIns="0" tIns="0" rIns="0" bIns="0" rtlCol="0" anchor="t"/>
          <a:lstStyle/>
          <a:p>
            <a:pPr indent="0" marL="0">
              <a:lnSpc>
                <a:spcPct val="130000"/>
              </a:lnSpc>
              <a:buNone/>
            </a:pPr>
            <a:r>
              <a:rPr lang="en-US" sz="1200" dirty="0">
                <a:solidFill>
                  <a:srgbClr val="56657A"/>
                </a:solidFill>
                <a:latin typeface="Malgun Gothic" pitchFamily="34" charset="0"/>
                <a:ea typeface="Malgun Gothic" pitchFamily="34" charset="-122"/>
                <a:cs typeface="Malgun Gothic" pitchFamily="34" charset="-120"/>
              </a:rPr>
              <a:t>AI 바이브 코딩으로 빠르게 시도했지만, 요구사항을 구체적으로 정의하고 생성된 코드를 직접 검토하는 과정이 중요하다는 것을 배웠습니다.</a:t>
            </a:r>
            <a:endParaRPr lang="en-US" sz="1200" dirty="0"/>
          </a:p>
        </p:txBody>
      </p:sp>
      <p:sp>
        <p:nvSpPr>
          <p:cNvPr id="10" name="Shape 7"/>
          <p:cNvSpPr/>
          <p:nvPr/>
        </p:nvSpPr>
        <p:spPr>
          <a:xfrm>
            <a:off x="868680" y="5349240"/>
            <a:ext cx="2880360" cy="566928"/>
          </a:xfrm>
          <a:prstGeom prst="roundRect">
            <a:avLst>
              <a:gd name="adj" fmla="val 50000"/>
            </a:avLst>
          </a:prstGeom>
          <a:solidFill>
            <a:srgbClr val="E8EFFF"/>
          </a:solidFill>
          <a:ln/>
        </p:spPr>
      </p:sp>
      <p:sp>
        <p:nvSpPr>
          <p:cNvPr id="11" name="Text 8"/>
          <p:cNvSpPr txBox="1"/>
          <p:nvPr/>
        </p:nvSpPr>
        <p:spPr>
          <a:xfrm>
            <a:off x="1051560" y="5349240"/>
            <a:ext cx="2514600" cy="566928"/>
          </a:xfrm>
          <a:prstGeom prst="rect">
            <a:avLst/>
          </a:prstGeom>
          <a:noFill/>
          <a:ln/>
        </p:spPr>
        <p:txBody>
          <a:bodyPr wrap="square" lIns="0" tIns="0" rIns="0" bIns="0" rtlCol="0" anchor="ctr"/>
          <a:lstStyle/>
          <a:p>
            <a:pPr indent="0" marL="0">
              <a:buNone/>
            </a:pPr>
            <a:r>
              <a:rPr lang="en-US" sz="1350" b="1" dirty="0">
                <a:solidFill>
                  <a:srgbClr val="0046F0"/>
                </a:solidFill>
                <a:latin typeface="Malgun Gothic" pitchFamily="34" charset="0"/>
                <a:ea typeface="Malgun Gothic" pitchFamily="34" charset="-122"/>
                <a:cs typeface="Malgun Gothic" pitchFamily="34" charset="-120"/>
              </a:rPr>
              <a:t>홍석환</a:t>
            </a:r>
            <a:pPr indent="0" marL="0">
              <a:buNone/>
            </a:pPr>
            <a:r>
              <a:rPr lang="en-US" sz="1050" dirty="0">
                <a:solidFill>
                  <a:srgbClr val="56657A"/>
                </a:solidFill>
                <a:latin typeface="Malgun Gothic" pitchFamily="34" charset="0"/>
                <a:ea typeface="Malgun Gothic" pitchFamily="34" charset="-122"/>
                <a:cs typeface="Malgun Gothic" pitchFamily="34" charset="-120"/>
              </a:rPr>
              <a:t>   팀장 · 프로그램 설계</a:t>
            </a:r>
            <a:endParaRPr lang="en-US" sz="1350" dirty="0"/>
          </a:p>
        </p:txBody>
      </p:sp>
      <p:sp>
        <p:nvSpPr>
          <p:cNvPr id="12" name="Shape 9"/>
          <p:cNvSpPr/>
          <p:nvPr/>
        </p:nvSpPr>
        <p:spPr>
          <a:xfrm>
            <a:off x="4379976" y="1737360"/>
            <a:ext cx="3520440" cy="4434840"/>
          </a:xfrm>
          <a:prstGeom prst="roundRect">
            <a:avLst>
              <a:gd name="adj" fmla="val 5195"/>
            </a:avLst>
          </a:prstGeom>
          <a:solidFill>
            <a:srgbClr val="FFFFFF"/>
          </a:solidFill>
          <a:ln w="12700">
            <a:solidFill>
              <a:srgbClr val="DCE3EE"/>
            </a:solidFill>
            <a:prstDash val="solid"/>
          </a:ln>
        </p:spPr>
      </p:sp>
      <p:pic>
        <p:nvPicPr>
          <p:cNvPr id="13" name="Image 1" descr="preencoded.png">    </p:cNvPr>
          <p:cNvPicPr>
            <a:picLocks noChangeAspect="1"/>
          </p:cNvPicPr>
          <p:nvPr/>
        </p:nvPicPr>
        <p:blipFill>
          <a:blip r:embed="rId2"/>
          <a:stretch>
            <a:fillRect/>
          </a:stretch>
        </p:blipFill>
        <p:spPr>
          <a:xfrm>
            <a:off x="4700016" y="2057400"/>
            <a:ext cx="457200" cy="457200"/>
          </a:xfrm>
          <a:prstGeom prst="rect">
            <a:avLst/>
          </a:prstGeom>
        </p:spPr>
      </p:pic>
      <p:sp>
        <p:nvSpPr>
          <p:cNvPr id="14" name="Text 10"/>
          <p:cNvSpPr txBox="1"/>
          <p:nvPr/>
        </p:nvSpPr>
        <p:spPr>
          <a:xfrm>
            <a:off x="4700016" y="2697480"/>
            <a:ext cx="2880360" cy="914400"/>
          </a:xfrm>
          <a:prstGeom prst="rect">
            <a:avLst/>
          </a:prstGeom>
          <a:noFill/>
          <a:ln/>
        </p:spPr>
        <p:txBody>
          <a:bodyPr wrap="square" lIns="0" tIns="0" rIns="0" bIns="0" rtlCol="0" anchor="t"/>
          <a:lstStyle/>
          <a:p>
            <a:pPr indent="0" marL="0">
              <a:lnSpc>
                <a:spcPct val="115000"/>
              </a:lnSpc>
              <a:buNone/>
            </a:pPr>
            <a:r>
              <a:rPr lang="en-US" sz="1800" b="1" dirty="0">
                <a:solidFill>
                  <a:srgbClr val="0F1B2D"/>
                </a:solidFill>
                <a:latin typeface="Malgun Gothic" pitchFamily="34" charset="0"/>
                <a:ea typeface="Malgun Gothic" pitchFamily="34" charset="-122"/>
                <a:cs typeface="Malgun Gothic" pitchFamily="34" charset="-120"/>
              </a:rPr>
              <a:t>처음 쓰는 Django와 Render도 AI와 함께</a:t>
            </a:r>
            <a:endParaRPr lang="en-US" sz="1800" dirty="0"/>
          </a:p>
        </p:txBody>
      </p:sp>
      <p:sp>
        <p:nvSpPr>
          <p:cNvPr id="15" name="Text 11"/>
          <p:cNvSpPr txBox="1"/>
          <p:nvPr/>
        </p:nvSpPr>
        <p:spPr>
          <a:xfrm>
            <a:off x="4700016" y="3657600"/>
            <a:ext cx="2880360" cy="1554480"/>
          </a:xfrm>
          <a:prstGeom prst="rect">
            <a:avLst/>
          </a:prstGeom>
          <a:noFill/>
          <a:ln/>
        </p:spPr>
        <p:txBody>
          <a:bodyPr wrap="square" lIns="0" tIns="0" rIns="0" bIns="0" rtlCol="0" anchor="t"/>
          <a:lstStyle/>
          <a:p>
            <a:pPr indent="0" marL="0">
              <a:lnSpc>
                <a:spcPct val="130000"/>
              </a:lnSpc>
              <a:buNone/>
            </a:pPr>
            <a:r>
              <a:rPr lang="en-US" sz="1200" dirty="0">
                <a:solidFill>
                  <a:srgbClr val="56657A"/>
                </a:solidFill>
                <a:latin typeface="Malgun Gothic" pitchFamily="34" charset="0"/>
                <a:ea typeface="Malgun Gothic" pitchFamily="34" charset="-122"/>
                <a:cs typeface="Malgun Gothic" pitchFamily="34" charset="-120"/>
              </a:rPr>
              <a:t>오류를 직접 확인하며 해결해 나갔습니다. CSV 데이터셋의 확장 한계를 겪으며, 다음에는 초기부터 데이터 구조와 저장 방식을 더 상세히 설계하려 합니다.</a:t>
            </a:r>
            <a:endParaRPr lang="en-US" sz="1200" dirty="0"/>
          </a:p>
        </p:txBody>
      </p:sp>
      <p:sp>
        <p:nvSpPr>
          <p:cNvPr id="16" name="Shape 12"/>
          <p:cNvSpPr/>
          <p:nvPr/>
        </p:nvSpPr>
        <p:spPr>
          <a:xfrm>
            <a:off x="4700016" y="5349240"/>
            <a:ext cx="2880360" cy="566928"/>
          </a:xfrm>
          <a:prstGeom prst="roundRect">
            <a:avLst>
              <a:gd name="adj" fmla="val 50000"/>
            </a:avLst>
          </a:prstGeom>
          <a:solidFill>
            <a:srgbClr val="E0F8EF"/>
          </a:solidFill>
          <a:ln/>
        </p:spPr>
      </p:sp>
      <p:sp>
        <p:nvSpPr>
          <p:cNvPr id="17" name="Text 13"/>
          <p:cNvSpPr txBox="1"/>
          <p:nvPr/>
        </p:nvSpPr>
        <p:spPr>
          <a:xfrm>
            <a:off x="4882896" y="5349240"/>
            <a:ext cx="2514600" cy="566928"/>
          </a:xfrm>
          <a:prstGeom prst="rect">
            <a:avLst/>
          </a:prstGeom>
          <a:noFill/>
          <a:ln/>
        </p:spPr>
        <p:txBody>
          <a:bodyPr wrap="square" lIns="0" tIns="0" rIns="0" bIns="0" rtlCol="0" anchor="ctr"/>
          <a:lstStyle/>
          <a:p>
            <a:pPr indent="0" marL="0">
              <a:buNone/>
            </a:pPr>
            <a:r>
              <a:rPr lang="en-US" sz="1350" b="1" dirty="0">
                <a:solidFill>
                  <a:srgbClr val="00996C"/>
                </a:solidFill>
                <a:latin typeface="Malgun Gothic" pitchFamily="34" charset="0"/>
                <a:ea typeface="Malgun Gothic" pitchFamily="34" charset="-122"/>
                <a:cs typeface="Malgun Gothic" pitchFamily="34" charset="-120"/>
              </a:rPr>
              <a:t>서정길</a:t>
            </a:r>
            <a:pPr indent="0" marL="0">
              <a:buNone/>
            </a:pPr>
            <a:r>
              <a:rPr lang="en-US" sz="1050" dirty="0">
                <a:solidFill>
                  <a:srgbClr val="56657A"/>
                </a:solidFill>
                <a:latin typeface="Malgun Gothic" pitchFamily="34" charset="0"/>
                <a:ea typeface="Malgun Gothic" pitchFamily="34" charset="-122"/>
                <a:cs typeface="Malgun Gothic" pitchFamily="34" charset="-120"/>
              </a:rPr>
              <a:t>   시설 현황 · AI 연동 · 배포</a:t>
            </a:r>
            <a:endParaRPr lang="en-US" sz="1350" dirty="0"/>
          </a:p>
        </p:txBody>
      </p:sp>
      <p:sp>
        <p:nvSpPr>
          <p:cNvPr id="18" name="Shape 14"/>
          <p:cNvSpPr/>
          <p:nvPr/>
        </p:nvSpPr>
        <p:spPr>
          <a:xfrm>
            <a:off x="8211312" y="1737360"/>
            <a:ext cx="3520440" cy="4434840"/>
          </a:xfrm>
          <a:prstGeom prst="roundRect">
            <a:avLst>
              <a:gd name="adj" fmla="val 5195"/>
            </a:avLst>
          </a:prstGeom>
          <a:solidFill>
            <a:srgbClr val="FFFFFF"/>
          </a:solidFill>
          <a:ln w="12700">
            <a:solidFill>
              <a:srgbClr val="DCE3EE"/>
            </a:solidFill>
            <a:prstDash val="solid"/>
          </a:ln>
        </p:spPr>
      </p:sp>
      <p:pic>
        <p:nvPicPr>
          <p:cNvPr id="19" name="Image 2" descr="preencoded.png">    </p:cNvPr>
          <p:cNvPicPr>
            <a:picLocks noChangeAspect="1"/>
          </p:cNvPicPr>
          <p:nvPr/>
        </p:nvPicPr>
        <p:blipFill>
          <a:blip r:embed="rId3"/>
          <a:stretch>
            <a:fillRect/>
          </a:stretch>
        </p:blipFill>
        <p:spPr>
          <a:xfrm>
            <a:off x="8531352" y="2057400"/>
            <a:ext cx="457200" cy="457200"/>
          </a:xfrm>
          <a:prstGeom prst="rect">
            <a:avLst/>
          </a:prstGeom>
        </p:spPr>
      </p:pic>
      <p:sp>
        <p:nvSpPr>
          <p:cNvPr id="20" name="Text 15"/>
          <p:cNvSpPr txBox="1"/>
          <p:nvPr/>
        </p:nvSpPr>
        <p:spPr>
          <a:xfrm>
            <a:off x="8531352" y="2697480"/>
            <a:ext cx="2880360" cy="914400"/>
          </a:xfrm>
          <a:prstGeom prst="rect">
            <a:avLst/>
          </a:prstGeom>
          <a:noFill/>
          <a:ln/>
        </p:spPr>
        <p:txBody>
          <a:bodyPr wrap="square" lIns="0" tIns="0" rIns="0" bIns="0" rtlCol="0" anchor="t"/>
          <a:lstStyle/>
          <a:p>
            <a:pPr indent="0" marL="0">
              <a:lnSpc>
                <a:spcPct val="115000"/>
              </a:lnSpc>
              <a:buNone/>
            </a:pPr>
            <a:r>
              <a:rPr lang="en-US" sz="1800" b="1" dirty="0">
                <a:solidFill>
                  <a:srgbClr val="0F1B2D"/>
                </a:solidFill>
                <a:latin typeface="Malgun Gothic" pitchFamily="34" charset="0"/>
                <a:ea typeface="Malgun Gothic" pitchFamily="34" charset="-122"/>
                <a:cs typeface="Malgun Gothic" pitchFamily="34" charset="-120"/>
              </a:rPr>
              <a:t>데이터를 쓰기 전, 의미와 품질부터</a:t>
            </a:r>
            <a:endParaRPr lang="en-US" sz="1800" dirty="0"/>
          </a:p>
        </p:txBody>
      </p:sp>
      <p:sp>
        <p:nvSpPr>
          <p:cNvPr id="21" name="Text 16"/>
          <p:cNvSpPr txBox="1"/>
          <p:nvPr/>
        </p:nvSpPr>
        <p:spPr>
          <a:xfrm>
            <a:off x="8531352" y="3657600"/>
            <a:ext cx="2880360" cy="1554480"/>
          </a:xfrm>
          <a:prstGeom prst="rect">
            <a:avLst/>
          </a:prstGeom>
          <a:noFill/>
          <a:ln/>
        </p:spPr>
        <p:txBody>
          <a:bodyPr wrap="square" lIns="0" tIns="0" rIns="0" bIns="0" rtlCol="0" anchor="t"/>
          <a:lstStyle/>
          <a:p>
            <a:pPr indent="0" marL="0">
              <a:lnSpc>
                <a:spcPct val="130000"/>
              </a:lnSpc>
              <a:buNone/>
            </a:pPr>
            <a:r>
              <a:rPr lang="en-US" sz="1200" dirty="0">
                <a:solidFill>
                  <a:srgbClr val="56657A"/>
                </a:solidFill>
                <a:latin typeface="Malgun Gothic" pitchFamily="34" charset="0"/>
                <a:ea typeface="Malgun Gothic" pitchFamily="34" charset="-122"/>
                <a:cs typeface="Malgun Gothic" pitchFamily="34" charset="-120"/>
              </a:rPr>
              <a:t>‘서울’과 ‘서울특별시’ 표기를 통일하고 특정할 수 없는 행은 제외했습니다. 다음에는 정제 데이터를 DB에 적재 · 갱신하는 방식도 구현해 보고 싶습니다.</a:t>
            </a:r>
            <a:endParaRPr lang="en-US" sz="1200" dirty="0"/>
          </a:p>
        </p:txBody>
      </p:sp>
      <p:sp>
        <p:nvSpPr>
          <p:cNvPr id="22" name="Shape 17"/>
          <p:cNvSpPr/>
          <p:nvPr/>
        </p:nvSpPr>
        <p:spPr>
          <a:xfrm>
            <a:off x="8531352" y="5349240"/>
            <a:ext cx="2880360" cy="566928"/>
          </a:xfrm>
          <a:prstGeom prst="roundRect">
            <a:avLst>
              <a:gd name="adj" fmla="val 50000"/>
            </a:avLst>
          </a:prstGeom>
          <a:solidFill>
            <a:srgbClr val="EFEBFF"/>
          </a:solidFill>
          <a:ln/>
        </p:spPr>
      </p:sp>
      <p:sp>
        <p:nvSpPr>
          <p:cNvPr id="23" name="Text 18"/>
          <p:cNvSpPr txBox="1"/>
          <p:nvPr/>
        </p:nvSpPr>
        <p:spPr>
          <a:xfrm>
            <a:off x="8714232" y="5349240"/>
            <a:ext cx="2514600" cy="566928"/>
          </a:xfrm>
          <a:prstGeom prst="rect">
            <a:avLst/>
          </a:prstGeom>
          <a:noFill/>
          <a:ln/>
        </p:spPr>
        <p:txBody>
          <a:bodyPr wrap="square" lIns="0" tIns="0" rIns="0" bIns="0" rtlCol="0" anchor="ctr"/>
          <a:lstStyle/>
          <a:p>
            <a:pPr indent="0" marL="0">
              <a:buNone/>
            </a:pPr>
            <a:r>
              <a:rPr lang="en-US" sz="1350" b="1" dirty="0">
                <a:solidFill>
                  <a:srgbClr val="7A5AF0"/>
                </a:solidFill>
                <a:latin typeface="Malgun Gothic" pitchFamily="34" charset="0"/>
                <a:ea typeface="Malgun Gothic" pitchFamily="34" charset="-122"/>
                <a:cs typeface="Malgun Gothic" pitchFamily="34" charset="-120"/>
              </a:rPr>
              <a:t>설호현</a:t>
            </a:r>
            <a:pPr indent="0" marL="0">
              <a:buNone/>
            </a:pPr>
            <a:r>
              <a:rPr lang="en-US" sz="1050" dirty="0">
                <a:solidFill>
                  <a:srgbClr val="56657A"/>
                </a:solidFill>
                <a:latin typeface="Malgun Gothic" pitchFamily="34" charset="0"/>
                <a:ea typeface="Malgun Gothic" pitchFamily="34" charset="-122"/>
                <a:cs typeface="Malgun Gothic" pitchFamily="34" charset="-120"/>
              </a:rPr>
              <a:t>   프로그램 현황 · CSV 정제</a:t>
            </a:r>
            <a:endParaRPr lang="en-US" sz="13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11F47"/>
        </a:solidFill>
      </p:bgPr>
    </p:bg>
    <p:spTree>
      <p:nvGrpSpPr>
        <p:cNvPr id="1" name=""/>
        <p:cNvGrpSpPr/>
        <p:nvPr/>
      </p:nvGrpSpPr>
      <p:grpSpPr>
        <a:xfrm>
          <a:off x="0" y="0"/>
          <a:ext cx="0" cy="0"/>
          <a:chOff x="0" y="0"/>
          <a:chExt cx="0" cy="0"/>
        </a:xfrm>
      </p:grpSpPr>
      <p:sp>
        <p:nvSpPr>
          <p:cNvPr id="2" name="Shape 0"/>
          <p:cNvSpPr/>
          <p:nvPr/>
        </p:nvSpPr>
        <p:spPr>
          <a:xfrm>
            <a:off x="-1645920" y="3474720"/>
            <a:ext cx="5029200" cy="5029200"/>
          </a:xfrm>
          <a:prstGeom prst="ellipse">
            <a:avLst/>
          </a:prstGeom>
          <a:solidFill>
            <a:srgbClr val="0046F0">
              <a:alpha val="40000"/>
            </a:srgbClr>
          </a:solidFill>
          <a:ln/>
        </p:spPr>
      </p:sp>
      <p:sp>
        <p:nvSpPr>
          <p:cNvPr id="3" name="Shape 1"/>
          <p:cNvSpPr/>
          <p:nvPr/>
        </p:nvSpPr>
        <p:spPr>
          <a:xfrm>
            <a:off x="9418320" y="-1371600"/>
            <a:ext cx="4023360" cy="4023360"/>
          </a:xfrm>
          <a:prstGeom prst="ellipse">
            <a:avLst/>
          </a:prstGeom>
          <a:solidFill>
            <a:srgbClr val="00C98E">
              <a:alpha val="35000"/>
            </a:srgbClr>
          </a:solidFill>
          <a:ln/>
        </p:spPr>
      </p:sp>
      <p:pic>
        <p:nvPicPr>
          <p:cNvPr id="4" name="Image 0" descr="/home/claude/deck/a/logo_white.png">    </p:cNvPr>
          <p:cNvPicPr>
            <a:picLocks noChangeAspect="1"/>
          </p:cNvPicPr>
          <p:nvPr/>
        </p:nvPicPr>
        <p:blipFill>
          <a:blip r:embed="rId1"/>
          <a:stretch>
            <a:fillRect/>
          </a:stretch>
        </p:blipFill>
        <p:spPr>
          <a:xfrm>
            <a:off x="4449928" y="1554480"/>
            <a:ext cx="3291840" cy="1340657"/>
          </a:xfrm>
          <a:prstGeom prst="rect">
            <a:avLst/>
          </a:prstGeom>
        </p:spPr>
      </p:pic>
      <p:sp>
        <p:nvSpPr>
          <p:cNvPr id="5" name="Text 2"/>
          <p:cNvSpPr txBox="1"/>
          <p:nvPr/>
        </p:nvSpPr>
        <p:spPr>
          <a:xfrm>
            <a:off x="0" y="3291840"/>
            <a:ext cx="12191695" cy="822960"/>
          </a:xfrm>
          <a:prstGeom prst="rect">
            <a:avLst/>
          </a:prstGeom>
          <a:noFill/>
          <a:ln/>
        </p:spPr>
        <p:txBody>
          <a:bodyPr wrap="square" lIns="0" tIns="0" rIns="0" bIns="0" rtlCol="0" anchor="t"/>
          <a:lstStyle/>
          <a:p>
            <a:pPr algn="ctr" indent="0" marL="0">
              <a:buNone/>
            </a:pPr>
            <a:r>
              <a:rPr lang="en-US" sz="4000" b="1" dirty="0">
                <a:solidFill>
                  <a:srgbClr val="FFFFFF"/>
                </a:solidFill>
                <a:latin typeface="Malgun Gothic" pitchFamily="34" charset="0"/>
                <a:ea typeface="Malgun Gothic" pitchFamily="34" charset="-122"/>
                <a:cs typeface="Malgun Gothic" pitchFamily="34" charset="-120"/>
              </a:rPr>
              <a:t>감사합니다</a:t>
            </a:r>
            <a:endParaRPr lang="en-US" sz="4000" dirty="0"/>
          </a:p>
        </p:txBody>
      </p:sp>
      <p:sp>
        <p:nvSpPr>
          <p:cNvPr id="6" name="Text 3"/>
          <p:cNvSpPr txBox="1"/>
          <p:nvPr/>
        </p:nvSpPr>
        <p:spPr>
          <a:xfrm>
            <a:off x="0" y="4160520"/>
            <a:ext cx="12191695" cy="411480"/>
          </a:xfrm>
          <a:prstGeom prst="rect">
            <a:avLst/>
          </a:prstGeom>
          <a:noFill/>
          <a:ln/>
        </p:spPr>
        <p:txBody>
          <a:bodyPr wrap="square" lIns="0" tIns="0" rIns="0" bIns="0" rtlCol="0" anchor="t"/>
          <a:lstStyle/>
          <a:p>
            <a:pPr algn="ctr" indent="0" marL="0">
              <a:buNone/>
            </a:pPr>
            <a:r>
              <a:rPr lang="en-US" sz="1600" dirty="0">
                <a:solidFill>
                  <a:srgbClr val="B9C8E0"/>
                </a:solidFill>
                <a:latin typeface="Malgun Gothic" pitchFamily="34" charset="0"/>
                <a:ea typeface="Malgun Gothic" pitchFamily="34" charset="-122"/>
                <a:cs typeface="Malgun Gothic" pitchFamily="34" charset="-120"/>
              </a:rPr>
              <a:t>사람의 판단과 AI의 분석으로, 지역과 체육복지를 잇습니다</a:t>
            </a:r>
            <a:endParaRPr lang="en-US" sz="1600" dirty="0"/>
          </a:p>
        </p:txBody>
      </p:sp>
      <p:sp>
        <p:nvSpPr>
          <p:cNvPr id="7" name="Shape 4"/>
          <p:cNvSpPr/>
          <p:nvPr/>
        </p:nvSpPr>
        <p:spPr>
          <a:xfrm>
            <a:off x="5090008" y="4983480"/>
            <a:ext cx="2011680" cy="502920"/>
          </a:xfrm>
          <a:prstGeom prst="roundRect">
            <a:avLst>
              <a:gd name="adj" fmla="val 49091"/>
            </a:avLst>
          </a:prstGeom>
          <a:solidFill>
            <a:srgbClr val="00C98E"/>
          </a:solidFill>
          <a:ln/>
        </p:spPr>
      </p:sp>
      <p:sp>
        <p:nvSpPr>
          <p:cNvPr id="8" name="Text 5"/>
          <p:cNvSpPr txBox="1"/>
          <p:nvPr/>
        </p:nvSpPr>
        <p:spPr>
          <a:xfrm>
            <a:off x="5090008" y="4983480"/>
            <a:ext cx="2011680" cy="502920"/>
          </a:xfrm>
          <a:prstGeom prst="rect">
            <a:avLst/>
          </a:prstGeom>
          <a:noFill/>
          <a:ln/>
        </p:spPr>
        <p:txBody>
          <a:bodyPr wrap="square" lIns="0" tIns="0" rIns="0" bIns="0" rtlCol="0" anchor="ctr"/>
          <a:lstStyle/>
          <a:p>
            <a:pPr algn="ctr" indent="0" marL="0">
              <a:buNone/>
            </a:pPr>
            <a:r>
              <a:rPr lang="en-US" sz="1600" b="1" dirty="0">
                <a:solidFill>
                  <a:srgbClr val="011F47"/>
                </a:solidFill>
                <a:latin typeface="Malgun Gothic" pitchFamily="34" charset="0"/>
                <a:ea typeface="Malgun Gothic" pitchFamily="34" charset="-122"/>
                <a:cs typeface="Malgun Gothic" pitchFamily="34" charset="-120"/>
              </a:rPr>
              <a:t>Q &amp; A</a:t>
            </a:r>
            <a:endParaRPr lang="en-US" sz="1600" dirty="0"/>
          </a:p>
        </p:txBody>
      </p:sp>
      <p:sp>
        <p:nvSpPr>
          <p:cNvPr id="9" name="Text 6"/>
          <p:cNvSpPr txBox="1"/>
          <p:nvPr/>
        </p:nvSpPr>
        <p:spPr>
          <a:xfrm>
            <a:off x="0" y="5989320"/>
            <a:ext cx="12191695" cy="320040"/>
          </a:xfrm>
          <a:prstGeom prst="rect">
            <a:avLst/>
          </a:prstGeom>
          <a:noFill/>
          <a:ln/>
        </p:spPr>
        <p:txBody>
          <a:bodyPr wrap="square" lIns="0" tIns="0" rIns="0" bIns="0" rtlCol="0" anchor="t"/>
          <a:lstStyle/>
          <a:p>
            <a:pPr algn="ctr" indent="0" marL="0">
              <a:buNone/>
            </a:pPr>
            <a:r>
              <a:rPr lang="en-US" sz="1200" dirty="0">
                <a:solidFill>
                  <a:srgbClr val="9FB2CF"/>
                </a:solidFill>
                <a:latin typeface="Malgun Gothic" pitchFamily="34" charset="0"/>
                <a:ea typeface="Malgun Gothic" pitchFamily="34" charset="-122"/>
                <a:cs typeface="Malgun Gothic" pitchFamily="34" charset="-120"/>
              </a:rPr>
              <a:t>팀 설홍길 · 홍석환 · 서정길 · 설호현</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Hi스포링 발표</dc:title>
  <dc:subject>PptxGenJS Presentation</dc:subject>
  <dc:creator>PptxGenJS</dc:creator>
  <cp:lastModifiedBy>PptxGenJS</cp:lastModifiedBy>
  <cp:revision>1</cp:revision>
  <dcterms:created xsi:type="dcterms:W3CDTF">2026-09-29T02:09:51Z</dcterms:created>
  <dcterms:modified xsi:type="dcterms:W3CDTF">2026-09-29T02:09:51Z</dcterms:modified>
</cp:coreProperties>
</file>